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77" r:id="rId4"/>
    <p:sldId id="278" r:id="rId5"/>
    <p:sldId id="258" r:id="rId6"/>
    <p:sldId id="280" r:id="rId7"/>
    <p:sldId id="259" r:id="rId8"/>
    <p:sldId id="260" r:id="rId9"/>
    <p:sldId id="261" r:id="rId10"/>
    <p:sldId id="281" r:id="rId11"/>
    <p:sldId id="262" r:id="rId12"/>
    <p:sldId id="263" r:id="rId13"/>
    <p:sldId id="264" r:id="rId14"/>
    <p:sldId id="265" r:id="rId15"/>
    <p:sldId id="282" r:id="rId16"/>
    <p:sldId id="266" r:id="rId17"/>
    <p:sldId id="283" r:id="rId18"/>
    <p:sldId id="267" r:id="rId19"/>
    <p:sldId id="285" r:id="rId20"/>
    <p:sldId id="284" r:id="rId21"/>
    <p:sldId id="268" r:id="rId22"/>
    <p:sldId id="286" r:id="rId23"/>
    <p:sldId id="269" r:id="rId24"/>
    <p:sldId id="270" r:id="rId25"/>
    <p:sldId id="287" r:id="rId26"/>
    <p:sldId id="271" r:id="rId27"/>
    <p:sldId id="272" r:id="rId28"/>
    <p:sldId id="273" r:id="rId29"/>
    <p:sldId id="288" r:id="rId30"/>
    <p:sldId id="275" r:id="rId31"/>
    <p:sldId id="289" r:id="rId32"/>
    <p:sldId id="279" r:id="rId33"/>
    <p:sldId id="290" r:id="rId34"/>
    <p:sldId id="291" r:id="rId35"/>
    <p:sldId id="292" r:id="rId36"/>
    <p:sldId id="274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53DD5D-9873-4964-A64D-BD08B72097A6}">
          <p14:sldIdLst/>
        </p14:section>
        <p14:section name="Default Section" id="{DC5EA976-3557-4607-B59D-78253B35E5C0}">
          <p14:sldIdLst>
            <p14:sldId id="257"/>
            <p14:sldId id="277"/>
            <p14:sldId id="278"/>
            <p14:sldId id="258"/>
            <p14:sldId id="280"/>
            <p14:sldId id="259"/>
            <p14:sldId id="260"/>
            <p14:sldId id="261"/>
            <p14:sldId id="281"/>
            <p14:sldId id="262"/>
            <p14:sldId id="263"/>
            <p14:sldId id="264"/>
            <p14:sldId id="265"/>
            <p14:sldId id="282"/>
            <p14:sldId id="266"/>
            <p14:sldId id="283"/>
            <p14:sldId id="267"/>
            <p14:sldId id="285"/>
            <p14:sldId id="284"/>
            <p14:sldId id="268"/>
            <p14:sldId id="286"/>
            <p14:sldId id="269"/>
            <p14:sldId id="270"/>
            <p14:sldId id="287"/>
            <p14:sldId id="271"/>
            <p14:sldId id="272"/>
            <p14:sldId id="273"/>
            <p14:sldId id="288"/>
            <p14:sldId id="275"/>
            <p14:sldId id="289"/>
            <p14:sldId id="279"/>
          </p14:sldIdLst>
        </p14:section>
        <p14:section name="Standaardsectie" id="{3F3DAAD7-D56C-4526-A872-99B653579593}">
          <p14:sldIdLst>
            <p14:sldId id="290"/>
            <p14:sldId id="291"/>
            <p14:sldId id="292"/>
            <p14:sldId id="274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F428D-AB33-4743-AAB0-987EE80D88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24B8BD-2FD6-401A-A111-0D0442054AF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Formule: Nettowinst / Totale Activa</a:t>
          </a:r>
          <a:endParaRPr lang="en-US" sz="2700" dirty="0">
            <a:ea typeface="+mn-ea"/>
            <a:cs typeface="+mn-cs"/>
          </a:endParaRPr>
        </a:p>
      </dgm:t>
    </dgm:pt>
    <dgm:pt modelId="{87DDA4D0-D456-4E82-932E-90562BE1BFCC}" type="parTrans" cxnId="{3095D627-AE27-49BB-AF8A-F7D1056B3635}">
      <dgm:prSet/>
      <dgm:spPr/>
      <dgm:t>
        <a:bodyPr/>
        <a:lstStyle/>
        <a:p>
          <a:endParaRPr lang="en-US"/>
        </a:p>
      </dgm:t>
    </dgm:pt>
    <dgm:pt modelId="{738850F2-ABA8-48E1-8278-7E4F4267F2E2}" type="sibTrans" cxnId="{3095D627-AE27-49BB-AF8A-F7D1056B3635}">
      <dgm:prSet/>
      <dgm:spPr/>
      <dgm:t>
        <a:bodyPr/>
        <a:lstStyle/>
        <a:p>
          <a:endParaRPr lang="en-US"/>
        </a:p>
      </dgm:t>
    </dgm:pt>
    <dgm:pt modelId="{54282848-2EEC-42CB-973D-191ED4A3D14A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Betekenis: meet hoe winstgevend het bedrijf is met al zijn middelen.</a:t>
          </a:r>
          <a:r>
            <a:rPr lang="en-US" sz="2700">
              <a:latin typeface="Calibri"/>
              <a:ea typeface="+mn-ea"/>
              <a:cs typeface="+mn-cs"/>
            </a:rPr>
            <a:t> Hoe efficiënt een bedrijf zijn activa gebruikt om winst te genereren.</a:t>
          </a:r>
          <a:endParaRPr lang="en-US" sz="2700" dirty="0">
            <a:ea typeface="+mn-ea"/>
            <a:cs typeface="+mn-cs"/>
          </a:endParaRPr>
        </a:p>
      </dgm:t>
    </dgm:pt>
    <dgm:pt modelId="{23B487F8-2DC6-403D-AD05-C9F9555AB393}" type="parTrans" cxnId="{62E3CE4E-9D5A-4E86-BA1B-DE3353567183}">
      <dgm:prSet/>
      <dgm:spPr/>
      <dgm:t>
        <a:bodyPr/>
        <a:lstStyle/>
        <a:p>
          <a:endParaRPr lang="en-US"/>
        </a:p>
      </dgm:t>
    </dgm:pt>
    <dgm:pt modelId="{0A0DC280-3774-4E90-B0D3-FBE1AD279B54}" type="sibTrans" cxnId="{62E3CE4E-9D5A-4E86-BA1B-DE3353567183}">
      <dgm:prSet/>
      <dgm:spPr/>
      <dgm:t>
        <a:bodyPr/>
        <a:lstStyle/>
        <a:p>
          <a:endParaRPr lang="en-US"/>
        </a:p>
      </dgm:t>
    </dgm:pt>
    <dgm:pt modelId="{DE0054C5-1570-4F5E-8137-BCC9B9B7339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Interpretatie: Hoe hoger, hoe beter het management middelen gebruikt.</a:t>
          </a:r>
          <a:endParaRPr lang="en-US" sz="2700" dirty="0">
            <a:ea typeface="+mn-ea"/>
            <a:cs typeface="+mn-cs"/>
          </a:endParaRPr>
        </a:p>
      </dgm:t>
    </dgm:pt>
    <dgm:pt modelId="{9697502A-582E-476E-80E4-E5636433FA64}" type="parTrans" cxnId="{55DB42B2-159A-4DA2-B05D-093FDAB14FC5}">
      <dgm:prSet/>
      <dgm:spPr/>
      <dgm:t>
        <a:bodyPr/>
        <a:lstStyle/>
        <a:p>
          <a:endParaRPr lang="en-US"/>
        </a:p>
      </dgm:t>
    </dgm:pt>
    <dgm:pt modelId="{3055B36C-4456-470A-8537-19F70E92DED5}" type="sibTrans" cxnId="{55DB42B2-159A-4DA2-B05D-093FDAB14FC5}">
      <dgm:prSet/>
      <dgm:spPr/>
      <dgm:t>
        <a:bodyPr/>
        <a:lstStyle/>
        <a:p>
          <a:endParaRPr lang="en-US"/>
        </a:p>
      </dgm:t>
    </dgm:pt>
    <dgm:pt modelId="{B6F3B80C-6DDE-4B30-91B5-EA1DBA7D5EC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Voorbeeld: 8% ROA betekent dat elke €100 aan activa €8 winst oplevert.</a:t>
          </a:r>
          <a:endParaRPr lang="en-US" sz="2700" dirty="0">
            <a:ea typeface="+mn-ea"/>
            <a:cs typeface="+mn-cs"/>
          </a:endParaRPr>
        </a:p>
      </dgm:t>
    </dgm:pt>
    <dgm:pt modelId="{7617DBFB-1C47-427C-AB21-9A3C105B8B03}" type="parTrans" cxnId="{643C5DAA-FCE6-48B4-8146-6222DB7A6EEE}">
      <dgm:prSet/>
      <dgm:spPr/>
      <dgm:t>
        <a:bodyPr/>
        <a:lstStyle/>
        <a:p>
          <a:endParaRPr lang="en-US"/>
        </a:p>
      </dgm:t>
    </dgm:pt>
    <dgm:pt modelId="{F3E1EE40-1958-4634-BB0F-E33D3BE109EE}" type="sibTrans" cxnId="{643C5DAA-FCE6-48B4-8146-6222DB7A6EEE}">
      <dgm:prSet/>
      <dgm:spPr/>
      <dgm:t>
        <a:bodyPr/>
        <a:lstStyle/>
        <a:p>
          <a:endParaRPr lang="en-US"/>
        </a:p>
      </dgm:t>
    </dgm:pt>
    <dgm:pt modelId="{83ECC8AB-0F98-4AD5-9AE7-BA41306B5B4C}" type="pres">
      <dgm:prSet presAssocID="{EDFF428D-AB33-4743-AAB0-987EE80D8854}" presName="linear" presStyleCnt="0">
        <dgm:presLayoutVars>
          <dgm:animLvl val="lvl"/>
          <dgm:resizeHandles val="exact"/>
        </dgm:presLayoutVars>
      </dgm:prSet>
      <dgm:spPr/>
    </dgm:pt>
    <dgm:pt modelId="{E199D27E-7478-432C-A716-60865BBC7216}" type="pres">
      <dgm:prSet presAssocID="{3324B8BD-2FD6-401A-A111-0D0442054AF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C41C71-32AE-4B6D-A3A6-037FB5032A41}" type="pres">
      <dgm:prSet presAssocID="{738850F2-ABA8-48E1-8278-7E4F4267F2E2}" presName="spacer" presStyleCnt="0"/>
      <dgm:spPr/>
    </dgm:pt>
    <dgm:pt modelId="{53226120-7D27-48B6-B5DD-68D5EC2682F4}" type="pres">
      <dgm:prSet presAssocID="{54282848-2EEC-42CB-973D-191ED4A3D1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EF3184-B24F-4D53-9AEC-20A96FB3905A}" type="pres">
      <dgm:prSet presAssocID="{0A0DC280-3774-4E90-B0D3-FBE1AD279B54}" presName="spacer" presStyleCnt="0"/>
      <dgm:spPr/>
    </dgm:pt>
    <dgm:pt modelId="{96844522-5B7D-4C15-BDE3-A3A7C7C8A98E}" type="pres">
      <dgm:prSet presAssocID="{DE0054C5-1570-4F5E-8137-BCC9B9B733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7E45F3-A52B-4141-B19A-C7E1F6F764A8}" type="pres">
      <dgm:prSet presAssocID="{3055B36C-4456-470A-8537-19F70E92DED5}" presName="spacer" presStyleCnt="0"/>
      <dgm:spPr/>
    </dgm:pt>
    <dgm:pt modelId="{DCE92A76-663C-40DF-AC7B-0CF10BB791A3}" type="pres">
      <dgm:prSet presAssocID="{B6F3B80C-6DDE-4B30-91B5-EA1DBA7D5E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95D627-AE27-49BB-AF8A-F7D1056B3635}" srcId="{EDFF428D-AB33-4743-AAB0-987EE80D8854}" destId="{3324B8BD-2FD6-401A-A111-0D0442054AF1}" srcOrd="0" destOrd="0" parTransId="{87DDA4D0-D456-4E82-932E-90562BE1BFCC}" sibTransId="{738850F2-ABA8-48E1-8278-7E4F4267F2E2}"/>
    <dgm:cxn modelId="{62E3CE4E-9D5A-4E86-BA1B-DE3353567183}" srcId="{EDFF428D-AB33-4743-AAB0-987EE80D8854}" destId="{54282848-2EEC-42CB-973D-191ED4A3D14A}" srcOrd="1" destOrd="0" parTransId="{23B487F8-2DC6-403D-AD05-C9F9555AB393}" sibTransId="{0A0DC280-3774-4E90-B0D3-FBE1AD279B54}"/>
    <dgm:cxn modelId="{0B4F34A7-7ED0-4AAF-99FD-1327AD39862D}" type="presOf" srcId="{B6F3B80C-6DDE-4B30-91B5-EA1DBA7D5EC6}" destId="{DCE92A76-663C-40DF-AC7B-0CF10BB791A3}" srcOrd="0" destOrd="0" presId="urn:microsoft.com/office/officeart/2005/8/layout/vList2"/>
    <dgm:cxn modelId="{643C5DAA-FCE6-48B4-8146-6222DB7A6EEE}" srcId="{EDFF428D-AB33-4743-AAB0-987EE80D8854}" destId="{B6F3B80C-6DDE-4B30-91B5-EA1DBA7D5EC6}" srcOrd="3" destOrd="0" parTransId="{7617DBFB-1C47-427C-AB21-9A3C105B8B03}" sibTransId="{F3E1EE40-1958-4634-BB0F-E33D3BE109EE}"/>
    <dgm:cxn modelId="{549292AC-AB39-45FE-905F-E3DF8C162EB6}" type="presOf" srcId="{54282848-2EEC-42CB-973D-191ED4A3D14A}" destId="{53226120-7D27-48B6-B5DD-68D5EC2682F4}" srcOrd="0" destOrd="0" presId="urn:microsoft.com/office/officeart/2005/8/layout/vList2"/>
    <dgm:cxn modelId="{55DB42B2-159A-4DA2-B05D-093FDAB14FC5}" srcId="{EDFF428D-AB33-4743-AAB0-987EE80D8854}" destId="{DE0054C5-1570-4F5E-8137-BCC9B9B73396}" srcOrd="2" destOrd="0" parTransId="{9697502A-582E-476E-80E4-E5636433FA64}" sibTransId="{3055B36C-4456-470A-8537-19F70E92DED5}"/>
    <dgm:cxn modelId="{D5D4FDC4-DD57-414A-9D57-1B863D45BE76}" type="presOf" srcId="{DE0054C5-1570-4F5E-8137-BCC9B9B73396}" destId="{96844522-5B7D-4C15-BDE3-A3A7C7C8A98E}" srcOrd="0" destOrd="0" presId="urn:microsoft.com/office/officeart/2005/8/layout/vList2"/>
    <dgm:cxn modelId="{941648ED-F518-40DF-92EB-5359D8F3AD1D}" type="presOf" srcId="{EDFF428D-AB33-4743-AAB0-987EE80D8854}" destId="{83ECC8AB-0F98-4AD5-9AE7-BA41306B5B4C}" srcOrd="0" destOrd="0" presId="urn:microsoft.com/office/officeart/2005/8/layout/vList2"/>
    <dgm:cxn modelId="{246860F1-DD7A-4040-AC7E-DF61BF133E8C}" type="presOf" srcId="{3324B8BD-2FD6-401A-A111-0D0442054AF1}" destId="{E199D27E-7478-432C-A716-60865BBC7216}" srcOrd="0" destOrd="0" presId="urn:microsoft.com/office/officeart/2005/8/layout/vList2"/>
    <dgm:cxn modelId="{E5041FCF-E1C1-4740-8185-EB75F79D1D43}" type="presParOf" srcId="{83ECC8AB-0F98-4AD5-9AE7-BA41306B5B4C}" destId="{E199D27E-7478-432C-A716-60865BBC7216}" srcOrd="0" destOrd="0" presId="urn:microsoft.com/office/officeart/2005/8/layout/vList2"/>
    <dgm:cxn modelId="{685BAA8F-F6B7-445F-9D43-6131188F2D70}" type="presParOf" srcId="{83ECC8AB-0F98-4AD5-9AE7-BA41306B5B4C}" destId="{D5C41C71-32AE-4B6D-A3A6-037FB5032A41}" srcOrd="1" destOrd="0" presId="urn:microsoft.com/office/officeart/2005/8/layout/vList2"/>
    <dgm:cxn modelId="{E523209E-A093-4195-B84D-BC879D3E5AC6}" type="presParOf" srcId="{83ECC8AB-0F98-4AD5-9AE7-BA41306B5B4C}" destId="{53226120-7D27-48B6-B5DD-68D5EC2682F4}" srcOrd="2" destOrd="0" presId="urn:microsoft.com/office/officeart/2005/8/layout/vList2"/>
    <dgm:cxn modelId="{12EC46DA-01AE-4918-AFE9-0430C32014FB}" type="presParOf" srcId="{83ECC8AB-0F98-4AD5-9AE7-BA41306B5B4C}" destId="{44EF3184-B24F-4D53-9AEC-20A96FB3905A}" srcOrd="3" destOrd="0" presId="urn:microsoft.com/office/officeart/2005/8/layout/vList2"/>
    <dgm:cxn modelId="{CE957F9C-8265-45D6-B1C4-6725705B73CF}" type="presParOf" srcId="{83ECC8AB-0F98-4AD5-9AE7-BA41306B5B4C}" destId="{96844522-5B7D-4C15-BDE3-A3A7C7C8A98E}" srcOrd="4" destOrd="0" presId="urn:microsoft.com/office/officeart/2005/8/layout/vList2"/>
    <dgm:cxn modelId="{741436B7-1C70-4EC9-A41C-F56918DB2F9D}" type="presParOf" srcId="{83ECC8AB-0F98-4AD5-9AE7-BA41306B5B4C}" destId="{1A7E45F3-A52B-4141-B19A-C7E1F6F764A8}" srcOrd="5" destOrd="0" presId="urn:microsoft.com/office/officeart/2005/8/layout/vList2"/>
    <dgm:cxn modelId="{464E594D-4969-4F06-A00C-14585A08F628}" type="presParOf" srcId="{83ECC8AB-0F98-4AD5-9AE7-BA41306B5B4C}" destId="{DCE92A76-663C-40DF-AC7B-0CF10BB791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9D27E-7478-432C-A716-60865BBC7216}">
      <dsp:nvSpPr>
        <dsp:cNvPr id="0" name=""/>
        <dsp:cNvSpPr/>
      </dsp:nvSpPr>
      <dsp:spPr>
        <a:xfrm>
          <a:off x="0" y="420034"/>
          <a:ext cx="8229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ea typeface="+mn-ea"/>
              <a:cs typeface="+mn-cs"/>
            </a:rPr>
            <a:t>Formule: Nettowinst / Totale Activa</a:t>
          </a:r>
          <a:endParaRPr lang="en-US" sz="2200" kern="1200" dirty="0">
            <a:ea typeface="+mn-ea"/>
            <a:cs typeface="+mn-cs"/>
          </a:endParaRPr>
        </a:p>
      </dsp:txBody>
      <dsp:txXfrm>
        <a:off x="42663" y="462697"/>
        <a:ext cx="8144274" cy="788627"/>
      </dsp:txXfrm>
    </dsp:sp>
    <dsp:sp modelId="{53226120-7D27-48B6-B5DD-68D5EC2682F4}">
      <dsp:nvSpPr>
        <dsp:cNvPr id="0" name=""/>
        <dsp:cNvSpPr/>
      </dsp:nvSpPr>
      <dsp:spPr>
        <a:xfrm>
          <a:off x="0" y="1357348"/>
          <a:ext cx="8229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ea typeface="+mn-ea"/>
              <a:cs typeface="+mn-cs"/>
            </a:rPr>
            <a:t>Betekenis: meet hoe winstgevend het bedrijf is met al zijn middelen.</a:t>
          </a:r>
          <a:r>
            <a:rPr lang="en-US" sz="2200" kern="1200">
              <a:latin typeface="Calibri"/>
              <a:ea typeface="+mn-ea"/>
              <a:cs typeface="+mn-cs"/>
            </a:rPr>
            <a:t> Hoe efficiënt een bedrijf zijn activa gebruikt om winst te genereren.</a:t>
          </a:r>
          <a:endParaRPr lang="en-US" sz="2200" kern="1200" dirty="0">
            <a:ea typeface="+mn-ea"/>
            <a:cs typeface="+mn-cs"/>
          </a:endParaRPr>
        </a:p>
      </dsp:txBody>
      <dsp:txXfrm>
        <a:off x="42663" y="1400011"/>
        <a:ext cx="8144274" cy="788627"/>
      </dsp:txXfrm>
    </dsp:sp>
    <dsp:sp modelId="{96844522-5B7D-4C15-BDE3-A3A7C7C8A98E}">
      <dsp:nvSpPr>
        <dsp:cNvPr id="0" name=""/>
        <dsp:cNvSpPr/>
      </dsp:nvSpPr>
      <dsp:spPr>
        <a:xfrm>
          <a:off x="0" y="2294661"/>
          <a:ext cx="8229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ea typeface="+mn-ea"/>
              <a:cs typeface="+mn-cs"/>
            </a:rPr>
            <a:t>Interpretatie: Hoe hoger, hoe beter het management middelen gebruikt.</a:t>
          </a:r>
          <a:endParaRPr lang="en-US" sz="2200" kern="1200" dirty="0">
            <a:ea typeface="+mn-ea"/>
            <a:cs typeface="+mn-cs"/>
          </a:endParaRPr>
        </a:p>
      </dsp:txBody>
      <dsp:txXfrm>
        <a:off x="42663" y="2337324"/>
        <a:ext cx="8144274" cy="788627"/>
      </dsp:txXfrm>
    </dsp:sp>
    <dsp:sp modelId="{DCE92A76-663C-40DF-AC7B-0CF10BB791A3}">
      <dsp:nvSpPr>
        <dsp:cNvPr id="0" name=""/>
        <dsp:cNvSpPr/>
      </dsp:nvSpPr>
      <dsp:spPr>
        <a:xfrm>
          <a:off x="0" y="3231974"/>
          <a:ext cx="8229600" cy="8739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ea typeface="+mn-ea"/>
              <a:cs typeface="+mn-cs"/>
            </a:rPr>
            <a:t>Voorbeeld: 8% ROA betekent dat elke €100 aan activa €8 winst oplevert.</a:t>
          </a:r>
          <a:endParaRPr lang="en-US" sz="2200" kern="1200" dirty="0">
            <a:ea typeface="+mn-ea"/>
            <a:cs typeface="+mn-cs"/>
          </a:endParaRPr>
        </a:p>
      </dsp:txBody>
      <dsp:txXfrm>
        <a:off x="42663" y="3274637"/>
        <a:ext cx="8144274" cy="788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24575,'6'-1'0,"2"2"0,1 7 0,18 12 0,5 4 0,16 18 0,-6 0 0,-1 6 0,-15-12 0,6 1 0,-17-18 0,2 0 0,-6-7 0,-5-3 0,3-1 0,-6-4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5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24575,'-6'9'0,"1"-1"0,-1 1 0,3-3 0,-3 9 0,3-5 0,-4 7 0,1-6 0,1 0 0,-1 1 0,0-4 0,1 1 0,-1-1 0,1-1 0,-1 3 0,0-1 0,0 0 0,0-1 0,3-2 0,-2 3 0,4-3 0,-1 0 0,2-4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24575,'6'-1'0,"-3"4"0,4 19 0,-3-3 0,6 20 0,-5-15 0,4 23 0,-7-21 0,3 21 0,0-6 0,-3-11 0,8 16 0,-7-31 0,3 6 0,-4-12 0,-2-6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24575,'-5'17'0,"-2"12"0,2-10 0,0 7 0,1-5 0,9 4 0,-2-5 0,8 5 0,-4-14 0,1-2 0,0-1 0,-2-5 0,2 0 0,1-3 0,0 0 0,2-3 0,1 0 0,-3-3 0,-4-2 0,3-14 0,-8 10 0,5-16 0,-8 13 0,-2-7 0,2 7 0,-3 0 0,0 6 0,0 0 0,-3 1 0,3 2 0,3 3 0,1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 24575,'-6'0'0,"0"0"0,1 0 0,-4 2 0,3-1 0,-5 4 0,4-2 0,-1 3 0,3 0 0,-1 0 0,0 0 0,1 2 0,-1-2 0,0 2 0,0-2 0,0 2 0,3-2 0,-2 6 0,4-6 0,-1 5 0,2-2 0,0 2 0,0 0 0,0 1 0,0 0 0,0 3 0,0-2 0,5 16 0,-2-14 0,3 7 0,-1-7 0,-1 0 0,3 2 0,-1-1 0,0-4 0,2-1 0,-2 1 0,3 0 0,-3-4 0,2 1 0,1-1 0,0 0 0,1 1 0,-1 0 0,3-3 0,4 0 0,1 0 0,-2-1 0,14 2 0,-17-5 0,17 2 0,-12-4 0,5 0 0,0 0 0,-5 0 0,4 0 0,-4-3 0,5-1 0,-5-3 0,4 0 0,-9 1 0,5 0 0,-6 0 0,-2 0 0,-1-2 0,1-6 0,-3 1 0,3-8 0,-6 8 0,0-7 0,-3 7 0,0-8 0,0 9 0,0-9 0,0 9 0,0-5 0,0 6 0,-3-6 0,3 8 0,-6-7 0,3 8 0,0-1 0,-3-3 0,0 6 0,0-2 0,-2 0 0,0 1 0,-1-1 0,-2 3 0,-1-4 0,-4-1 0,-1-1 0,-5-2 0,-1 5 0,2 0 0,-9 1 0,6 6 0,-15-8 0,19 7 0,-17-7 0,25 8 0,-12-4 0,10 2 0,-3 0 0,3-2 0,1 2 0,7 3 0,0 0 0,-2 0 0,2 0 0,-3 2 0,6 2 0,0 1 0,3 1 0,0 0 0,0 3 0,0-3 0,0 2 0,0-2 0,3 2 0,-3-4 0,3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3 174 24575,'-3'-8'0,"4"-5"0,0 0 0,2-7 0,-3 2 0,0 1 0,3-4 0,-2 11 0,2-5 0,-3 6 0,2-3 0,2 3 0,-1 3 0,-1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24575,'5'-25'0,"-5"11"0,9-23 0,-5 22 0,1-7 0,1 6 0,-5 9 0,6-14 0,-6 14 0,4-6 0,-4 10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24575,'0'-9'0,"3"-4"0,1 0 0,2-3 0,0 4 0,-3 3 0,3-6 0,-3 5 0,4-4 0,-4 9 0,-1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24575,'4'3'0,"-2"-1"0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24575,'5'9'0,"8"0"0,-5-5 0,5-1 0,0 0 0,-3-2 0,6 2 0,-7-3 0,-1 0 0,-2 0 0,0 0 0,0 0 0,-1 0 0,1 0 0,0 0 0,2-3 0,-2-2 0,2-2 0,-5-1 0,0 3 0,-3-1 0,0 0 0,0-3 0,0 3 0,0-2 0,0 5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24575,'3'9'0,"0"2"0,-3-2 0,0 3 0,0-1 0,0 0 0,0 1 0,0-1 0,0 5 0,0-3 0,0 0 0,0-1 0,0-6 0,0 2 0,0-2 0,0-3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24575,'-6'6'0,"0"7"0,0-3 0,-1 4 0,2-6 0,-3 0 0,1 1 0,-3 3 0,1-1 0,-3 0 0,0-2 0,1 2 0,2-5 0,1 3 0,7-11 0,5 3 0,0-6 0,0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24575,'5'8'0,"1"1"0,4 8 0,1 0 0,3 5 0,1 0 0,-5-5 0,0-4 0,-2-4 0,-1-3 0,-2-3 0,-2-1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24575,'6'0'0,"2"3"0,-2-3 0,6 3 0,9-3 0,-1 0 0,18 0 0,-5 0 0,8 0 0,-9 0 0,-1 0 0,-10-3 0,-6-1 0,-5 0 0,-7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1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24575,'-1'-6'0,"2"0"0,7 3 0,6-3 0,11 1 0,-1 0 0,15-4 0,-15 5 0,6-4 0,-15 4 0,5-3 0,-10 4 0,7-4 0,-8 1 0,-1 1 0,-5 1 0,-1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24575,'-3'6'0,"-3"7"0,5-6 0,-5 14 0,3-12 0,-5 12 0,3-8 0,0 3 0,3-5 0,2-2 0,0-1 0,0-4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24575,'22'-7'0,"-5"3"0,12-4 0,-14 7 0,22-8 0,-24 8 0,8-4 0,-15 5 0,-3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24575,'-1'5'0,"2"1"0,7 0 0,6 4 0,-2-3 0,9 3 0,-8-4 0,3 0 0,-5 0 0,-2-3 0,-1 0 0,-4-3 0,-2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24575,'-3'6'0,"0"-3"0,-2 0 0,-1-3 0,-3 0 0,3 0 0,-5 0 0,2 0 0,0 0 0,1 0 0,0 0 0,-1 0 0,0 0 0,0 0 0,4 0 0,-1 0 0,0 0 0,1 0 0,-3 0 0,1 0 0,-4 0 0,2 0 0,0 0 0,3 0 0,4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24575,'-9'8'0,"0"6"0,6-1 0,-6 15 0,9-8 0,-5 10 0,5-8 0,0 8 0,0-6 0,5 15 0,-5-19 0,9 17 0,-7-25 0,2 9 0,-4-15 0,3 2 0,-3-2 0,3 3 0,0-1 0,0-1 0,3 1 0,-3-2 0,-1-1 0,-2-1 0,0-2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24575,'5'-3'0,"1"0"0,7 3 0,-2 0 0,9 0 0,5 0 0,-1 0 0,15 0 0,-15 0 0,6 0 0,-7 0 0,-1-3 0,-5 2 0,3-5 0,-9 3 0,1-2 0,1 0 0,-5 4 0,12-6 0,-13 7 0,14-7 0,-12 6 0,12-5 0,-8 2 0,3 1 0,0-3 0,-6 5 0,6-2 0,-7 3 0,15-5 0,-9 4 0,14-4 0,-3 5 0,6 0 0,10 0 0,-14 0 0,-2 0 0,-14 0 0,-1 0 0,-2 0 0,-1 0 0,1-2 0,-3 1 0,5-1 0,-2 2 0,0 0 0,1 0 0,-1 0 0,3 0 0,-1 0 0,1 0 0,-1 0 0,-2 0 0,-1 0 0,-2 0 0,0 0 0,0 0 0,-1 0 0,4 0 0,-1 0 0,9 0 0,0 0 0,10 0 0,-8 0 0,2 0 0,-10 0 0,-2 0 0,-1 0 0,-2 0 0,-1 0 0,1 0 0,0 0 0,3 0 0,-3 0 0,5-3 0,-5 0 0,3 10 0,-6-5 0,5 27 0,-3-13 0,0 10 0,-2-5 0,-3-4 0,0 5 0,0-5 0,0 4 0,0-8 0,0 8 0,0-4 0,0 0 0,0-1 0,0 0 0,0-4 0,0 5 0,0-6 0,0-2 0,0-1 0,0 1 0,0-3 0,0 3 0,0-4 0,0 3 0,0-1 0,0 1 0,0-3 0,0 4 0,0-3 0,0 3 0,0-3 0,0-1 0,0 1 0,0 0 0,-2 2 0,-1-4 0,-11 4 0,0-7 0,-25 7 0,4-6 0,-31 3 0,5-5-632,-10 0 632,33 0 0,1 0 0,-26 0 0,4 0 0,10 0 0,16 0 0,-6 0 0,15 0 0,-6 0 632,0 0-632,6 0 0,-2 0 0,10 0 0,7 0 0,1 0 0,2 0 0,1 0 0,-1 0 0,-2 0 0,-1 0 0,-3 0 0,1 0 0,-1 0 0,1 0 0,2 0 0,-2 0 0,2 0 0,-2 0 0,-1 0 0,1 0 0,0 0 0,-6 3 0,7 1 0,-5 2 0,9-3 0,-6 0 0,4-3 0,-1 0 0,1 0 0,2 3 0,-2-3 0,1 3 0,-1-3 0,-1 0 0,3 0 0,-2 0 0,2 0 0,3 0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8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 24575,'-5'-1'0,"-1"-1"0,1 5 0,-9 0 0,4 1 0,-6 2 0,5 0 0,-1 0 0,-4 0 0,6-2 0,-6 1 0,10-1 0,0 1 0,4 3 0,2-1 0,0 1 0,0 0 0,0 1 0,0 0 0,0 0 0,2-4 0,1 1 0,3-3 0,3-1 0,-3-2 0,9 4 0,-4-1 0,2 1 0,-2-1 0,-4-3 0,8 3 0,-8-3 0,7 4 0,-9-4 0,1 0 0,2 0 0,-2 0 0,2 0 0,1 0 0,0 0 0,3 0 0,-1 0 0,-2 0 0,-1 0 0,-3 0 0,-1 0 0,-2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24575,'9'0'0,"-1"0"0,-2 0 0,0 0 0,0 0 0,0 0 0,-1 0 0,3-2 0,-1 1 0,9-2 0,6-1 0,-2 0 0,4-1 0,-12 0 0,-3 4 0,-3-1 0,-4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24575,'0'8'0,"3"6"0,-2-4 0,3 5 0,0 7 0,-3-9 0,3 10 0,-4-14 0,3 3 0,-3-3 0,3-4 0,-3-2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24575,'-6'6'0,"-1"7"0,1-6 0,0 6 0,3-5 0,0-1 0,3 1 0,0-2 0,0 0 0,3 2 0,0 1 0,3-2 0,-1-3 0,1-4 0,7 4 0,-5-3 0,4 2 0,-6-3 0,3 0 0,-3 0 0,3 0 0,-1-3 0,0 0 0,1-3 0,2 0 0,-5 1 0,0-1 0,-3 0 0,-3 1 0,0-1 0,0 0 0,-3-2 0,0 2 0,-5-3 0,1 6 0,-1 0 0,2 3 0,1 0 0,-3-2 0,4 1 0,-1-2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24575,'-16'3'0,"6"-2"0,-10 6 0,12-4 0,-7 3 0,8-3 0,-1 3 0,5-3 0,0 3 0,6 2 0,0 1 0,3-1 0,0 8 0,0-9 0,3 6 0,-2-9 0,1-2 0,-3-2 0,4 2 0,-3-1 0,5 2 0,-4-3 0,3 0 0,-1 0 0,0 0 0,2 0 0,-5 0 0,3 0 0,-1-3 0,1 0 0,0-3 0,-1 1 0,-3-1 0,1-2 0,-3-1 0,0 0 0,-3 0 0,0 4 0,0-1 0,0 0 0,-3-2 0,0 2 0,-3-2 0,1 4 0,-8-1 0,5 4 0,-7-3 0,6 4 0,0 0 0,-7 0 0,7 0 0,-8 0 0,9 0 0,-3 0 0,7 0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24575,'6'-15'0,"1"0"0,-1 6 0,-1-3 0,2-3 0,-1 2 0,0-3 0,-2 7 0,-2-2 0,1-3 0,1 2 0,2-4 0,-3 7 0,0-2 0,0-2 0,-3 2 0,6-4 0,-5 9 0,1-3 0,-2 3 0,0 1 0,3-1 0,-2 0 0,1 1 0,-2-1 0,3-2 0,1-6 0,-1 4 0,0-10 0,1 5 0,-1-2 0,4 1 0,-1 0 0,0 3 0,1-7 0,-1 7 0,4-8 0,-3 8 0,2-3 0,0 5 0,0-1 0,0 1 0,1 0 0,1-6 0,1 5 0,0-4 0,-3 4 0,0 3 0,-1 1 0,-1 2 0,3 1 0,-4-1 0,2-2 0,-2 4 0,3-4 0,0 5 0,2-3 0,-2 0 0,2 0 0,-5 1 0,2-1 0,-2 1 0,0-1 0,2 0 0,6 0 0,-2 0 0,5-1 0,-6 2 0,5-5 0,2-1 0,12-1 0,2-1 0,0 1 0,-6 4 0,-10-2 0,-5 4 0,-2 3 0,0 0 0,-3 3 0,0 0 0,2 0 0,5-3 0,-1 2 0,5-2 0,8 3 0,2 0 0,14 0 0,-1 0 0,-7 0 0,-3 0 0,-12 0 0,-3 0 0,-3 0 0,0 0 0,-3 0 0,6-3 0,-5 0 0,6-1 0,9-4 0,-6 8 0,28-5 0,-4 5 0,16 0 0,-8 0 0,-1 0 0,-10 0 0,10 0 0,1 0 0,1 0 0,5 0 0,3-6 0,1-1 0,-1-5 0,-1-2 0,-32 8 0,12-2 0,-30 8 0,12 0 0,-8 0 0,3 0 0,-4 0 0,-1 0 0,-2 0 0,2 0 0,-5 0 0,3 0 0,-1 3 0,1 0 0,0 0 0,14 9 0,3-5 0,22 14 0,4-4 0,7 7 0,-7-6 0,-11 0 0,-11-8 0,-13-1 0,-1-3 0,-4 0 0,-3 0 0,-1 0 0,0 0 0,-1-3 0,8 3 0,-5-3 0,6 3 0,-5 0 0,1 0 0,-3 0 0,2 2 0,-2-2 0,0 2 0,-1-2 0,-3-3 0,4 2 0,0-2 0,0 3 0,-1 0 0,0 0 0,-1 0 0,1 0 0,-3 2 0,1-2 0,0 4 0,0-3 0,0 1 0,0 1 0,-1-3 0,1 5 0,0-2 0,-3 2 0,-1-2 0,2 7 0,-3-9 0,2 6 0,-3-5 0,0-2 0,0 3 0,0-3 0,0 0 0,0-1 0,0 1 0,0 0 0,0-1 0,0 1 0,0 2 0,0-2 0,-3 6 0,0-6 0,-3 2 0,-2-2 0,-1 0 0,-3-3 0,-12 4 0,9-6 0,-14 7 0,19-8 0,-6 4 0,3-4 0,0 0 0,-15 5 0,8-1 0,-11 4 0,10-4 0,-9 0 0,6-4 0,-7 0 0,1 0 0,6 0 0,-6 0 0,7 0 0,2 0 0,3 0 0,-11 4 0,17-3 0,-25 8 0,28-7 0,-28 7 0,25-6 0,-11 5 0,15-5 0,0 2 0,0-2 0,-4 1 0,-12 3 0,4-3 0,-11 4 0,14-3 0,-21 2 0,-9 0 0,-8 4 0,-11 1 0,15 0 0,-9 0 0,9-2 0,10 0 0,11-1 0,12-2 0,-2-1 0,10-2 0,-11 2 0,12-2 0,-8 2 0,6-3 0,-14 0 0,-3-3 0,-20 0 0,5 0 0,-15 5 0,28-3 0,-16 7 0,31-8 0,-13 7 0,15-7 0,-8 5 0,11-2 0,-5 2 0,6-2 0,-7-2 0,-1-2 0,-14 0 0,7 0 0,-14 4 0,18-2 0,-5 2 0,10-1 0,4-2 0,-4 2 0,8-3 0,-3 0 0,1 0 0,-2 0 0,-1 0 0,0 0 0,1 0 0,0 0 0,-1 0 0,-4 0 0,3 0 0,-8 0 0,-4 0 0,1 0 0,-6 0 0,13 0 0,0 0 0,8 0 0,1 0 0,3 0 0,-1 0 0,-3 0 0,0 0 0,-2 0 0,-5 0 0,-2 0 0,-12 0 0,11 0 0,-5 0 0,15 0 0,1 0 0,2 0 0,0 0 0,0 0 0,-2 0 0,-1 0 0,0 0 0,1 0 0,2 0 0,1 0 0,-1 0 0,0 0 0,-3 0 0,3 0 0,-2 0 0,2 0 0,0 0 0,-2 0 0,2 0 0,-2 0 0,-1 0 0,0 0 0,-6 0 0,4 0 0,-2 0 0,7 0 0,1 0 0,-1 0 0,0 0 0,1 0 0,4 0 0,2 3 0,4 0 0,-1 0 0,-2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 24575,'0'6'0,"0"0"0,-2 3 0,1-3 0,-4 5 0,2-5 0,-3 2 0,0 0 0,0 1 0,0 0 0,0 0 0,3-3 0,1-6 0,2-3 0,2-6 0,-1 0 0,1 0 0,1 1 0,-2 2 0,1-2 0,-2 2 0,3-2 0,0 2 0,0-3 0,3 1 0,-3-1 0,0 2 0,0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24575,'12'12'0,"-3"4"0,2-3 0,1 8 0,10 7 0,-6-8 0,15 16 0,-18-22 0,4 3 0,-8-9 0,-6-4 0,0-2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24575,'-11'17'0,"-2"4"0,5-4 0,-2 0 0,4 0 0,0-6 0,3-2 0,-2 1 0,2-3 0,0-2 0,0-2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24575,'6'5'0,"0"7"0,-2 0 0,4 26 0,-6-17 0,9 43 0,-4-19 0,5 23 0,-1-17 0,0-2 0,-6-24 0,4 4 0,-6-22 0,0 7 0,0-9 0,-3-2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24575,'5'8'0,"-2"1"0,0 3 0,2 12 0,-1-4 0,5 10 0,-3-13 0,-2-3 0,1-4 0,-4-5 0,1-1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24575,'30'30'0,"1"1"0,2 7 0,1 2 0,1 13-939,2 10 939,-1-1 0,-17-28 0,0 0 0,10 17 230,-6-15-230,-10-14 0,-2-19 0,-8-1 0,3-4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24575,'-13'13'0,"0"2"0,-11 19 0,7-10 0,-16 21 0,13-12 0,-14 14 0,14-14 0,0 1 0,10-20 0,6-1 0,-1-4 0,-1-3 0,2 0 0,-1-4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24575,'0'8'0,"0"-1"0,0 4 0,3 2 0,-2 0 0,2 8 0,1 4 0,-2-1 0,8 24 0,-9-23 0,9 22 0,-9-27 0,3 5 0,-4-14 0,3 0 0,0-2 0,0-3 0,0-4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24575,'9'-4'0,"2"2"0,3 2 0,20 5 0,-8 0 0,13 8 0,-17-2 0,-5-1 0,-4 0 0,-4-4 0,-6-1 0,-4 9 0,-2-7 0,-11 10 0,-1-7 0,-2 2 0,-4 1 0,4-5 0,0 1 0,3-5 0,13 4 0,19-2 0,18 5 0,15 0 0,-14-5 0,2 1-474,34 12 474,-34-13 0,0 2 0,29 10 0,-30-11 0,-5-2 0,-24-5 0,-3 0 0,-3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24575,'13'-10'0,"2"1"0,15-4 0,10-3 0,12-7 0,7-1 0,1 1 0,-17 6 0,-5-1 0,-15 7 0,-1-4 0,-5 2 0,-1 0 0,-3-3 0,-2 3 0,1-8 0,-1 9 0,-4-4 0,1 5 0,-2 2 0,-1 0 0,1 1 0,0-1 0,-1 0 0,4 22 0,-2 7 0,-1 7 0,4 20 0,-3-9 0,4 13 0,-5-11 0,3-1 0,-8-19 0,8 17 0,-7-22 0,5 14 0,-4-16 0,2 0 0,-3-5 0,-2-2 0,0-3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24575,'5'31'0,"-4"-12"0,9 27 0,-9-29 0,5 20 0,-6-24 0,0 7 0,3-3 0,-3 1 0,7 3 0,-4-11 0,2 3 0,-3-8 0,-2-1 0,0-2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24575,'13'-6'0,"10"0"0,9 6 0,17 0 0,3 0 0,-1-4 0,-11-1 0,-16-3 0,-12 4 0,-6 2 0,0-1 0,-3 3 0,0-3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24575,'6'8'0,"-1"1"0,1 3 0,-3-1 0,5 14 0,-7-10 0,3 13 0,1 7 0,-3-14 0,8 25 0,-6-27 0,4 12 0,-1-14 0,0-1 0,-4-7 0,2 2 0,-2-5 0,0 2 0,2 0 0,-4-4 0,1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24575,'8'-6'0,"-2"3"0,10-3 0,-6 3 0,4-1 0,-3 2 0,2-2 0,-3 3 0,3-2 0,-4 3 0,-3 0 0,2 0 0,-2 0 0,0 0 0,2 0 0,6 3 0,3 2 0,-3-2 0,6 4 0,-9-4 0,2 4 0,-4 1 0,-3 6 0,0-2 0,1 9 0,-4-11 0,0 5 0,-3-6 0,0 3 0,0-1 0,0-2 0,0 0 0,0-4 0,-2 1 0,-1 0 0,-3-1 0,-2-1 0,-1-2 0,-3-2 0,1 0 0,-1 0 0,1 0 0,0 0 0,-1 0 0,3 0 0,1 0 0,0 0 0,1 0 0,-1 0 0,2 0 0,1 0 0,-1 0 0,0 0 0,0 0 0,0 0 0,1 0 0,-1 2 0,3 2 0,3 4 0,5-2 0,4 3 0,3-3 0,4 3 0,-3 0 0,7 3 0,-7-2 0,0-2 0,-4 0 0,-3-5 0,2 2 0,1-2 0,2 3 0,-2-1 0,2 1 0,-2 0 0,3 0 0,3 0 0,-2 0 0,3 0 0,-4 0 0,-3 0 0,1-3 0,-3 0 0,1-3 0,-2 0 0,-3 0 0,0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20 469 24575,'0'-5'0,"-4"-9"0,1 5 0,-1-5 0,-1 4 0,4 3 0,-1-4 0,2-2 0,0 0 0,0-8 0,0 8 0,0-7 0,3 3 0,-2 2 0,2-1 0,1 3 0,-4 0 0,6-7 0,-4 7 0,3-4 0,-1 9 0,1 0 0,-2 2 0,2-2 0,-2-1 0,3-3 0,0 3 0,0 1 0,0 0 0,0-1 0,-1-2 0,1-1 0,0 3 0,2 0 0,0 4 0,4-1 0,0 0 0,-1 1 0,-2-1 0,-1 3 0,0-2 0,-1 4 0,4-4 0,-5 5 0,3-3 0,-4 0 0,1 0 0,0 0 0,2-2 0,1 4 0,2-2 0,1 1 0,-3 1 0,-1-1 0,-2 2 0,-3 0 0,-1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61 24575,'6'-3'0,"6"4"0,-2 2 0,7 4 0,-8-4 0,1 2 0,-1-2 0,0 3 0,2 0 0,-5-1 0,3 1 0,-4-1 0,3 1 0,-1 3 0,1-3 0,-2 3 0,-1-6 0,1-3 0,0-3 0,-3-3 0,0-3 0,-3 3 0,0-5 0,0 2 0,0-2 0,3 0 0,-3 2 0,6-7 0,-3 6 0,3-3 0,0 4 0,-3 3 0,-3 0 0,-3 3 0,-9 1 0,-3 2 0,-15 0 0,6 0 0,-15 0 0,15 0 0,-2 0 0,10 0 0,7 0 0,-2 0 0,2 2 0,3 1 0,3 6 0,7-3 0,1 3 0,-2-6 0,0-1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138 814 24575,'-9'-21'0,"-3"-4"0,-10-24 0,0-2 0,0-1 0,0 3 0,7 17 0,5 6 0,7 6 0,3 7 0,0-8 0,5-5 0,1 7 0,6-10 0,3 3 0,1 2 0,10-17 0,1 4 0,9-10 0,-10 10 0,1-4 0,-12 17 0,2-7 0,-3 9 0,-2 5 0,-3 4 0,-6 4 0,3 3 0,-3 3 0,0 1 0,-1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0 645 24575,'9'-9'0,"0"-4"0,-2-4 0,3-6 0,-1 1 0,1 1 0,-3-1 0,0-1 0,-2 6 0,-2 1 0,-3 1 0,0-3 0,0-4 0,0-8 0,0-2 0,0-1 0,0-6 0,0 7 0,0 0 0,-5-7 0,2 19 0,-3-4 0,1 12 0,4 3 0,-1-1 0,0 1 0,-2-2 0,1 2 0,1-2 0,-2-3 0,1 2 0,-1-2 0,1 6 0,3 4 0,0 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24575,'2'-6'0,"2"3"0,7 1 0,14 2 0,11 0 0,15 0 0,17 0 0,-6 0 0,-2 0 0,-11 0 0,-22 0 0,-4 0 0,-15 0 0,-3 0 0,-1 0 0,-2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24575,'23'0'0,"-2"0"0,1 0 0,0 0 0,0 0 0,8 0 0,3 0 0,-1 0 0,-7 0 0,-8 0 0,-8 0 0,-1 0 0,-3 0 0,-1 0 0,-2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24575,'8'4'0,"1"-2"0,24-12 0,-3-2 0,27-12 0,-5 2 0,7-7-728,1-1 728,0-6 0,-6 0 0,-6-6 180,-17 12-180,-4-12 0,-9 9 0,-2-7 0,0 8 0,-6 1 548,0 14-548,-4 3 0,0 11 0,-3 6 0,5 28 0,-3-1 0,2 19 0,4 8 0,-5-12 0,6 21 0,-2-23 0,1 6 0,-2-17 0,-3-6 0,-3-10 0,-3-5 0,0-2 0,2 3 0,-1-9 0,2 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24575,'3'6'0,"-3"2"0,-3 1 0,-3 7 0,-4 1 0,-4 13 0,-4 3 0,3 8 0,-2-9 0,4-1 0,3-14 0,0-1 0,4-7 0,3-1 0,0-2 0,3-1 0,0 1 0,0 0 0,0 0 0,-2 2 0,1-1 0,1 1 0,1-5 0,1-1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24575,'9'0'0,"2"-2"0,-2-1 0,0-3 0,-1 3 0,5-3 0,-6 0 0,9-1 0,-3-6 0,5 3 0,0-8 0,7-5 0,1-11 0,1-3 0,-3 2 0,-6 4 0,-4 9 0,-2 0 0,-2 1 0,-3-1 0,4-1 0,-4 6 0,3 1 0,-4 5 0,0 2 0,3 13 0,-2 6 0,1 7 0,0 20 0,-2-7 0,1 19 0,3 1 0,-4-8 0,4 8 0,1-10 0,-6-7 0,0-8 0,-5-8 0,0-6 0,0 0 0,0-2 0,0-1 0,0 1 0,0-3 0,0 3 0,0-6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24575,'-9'5'0,"0"2"0,-3 4 0,-3 2 0,0 4 0,-1-3 0,2 6 0,5-7 0,-2 8 0,4-4 0,-5 13 0,0-6 0,-3 15 0,0-15 0,6 6 0,1-13 0,5 4 0,3-3 0,0-1 0,3 4 0,1-9 0,5 1 0,4-4 0,0-3 0,7 2 0,-7-5 0,8 1 0,5-4 0,-2 0 0,6 0 0,-8-4 0,0-3 0,-5 0 0,4-8 0,-9 6 0,2-3 0,-3 0 0,-4-4 0,2-1 0,-2-5 0,-2 5 0,-2-13 0,-3 3 0,0-6 0,-5-6 0,4 23 0,-7-13 0,5 20 0,-4-8 0,1 8 0,1 1 0,-1 3 0,1-1 0,-1 3 0,-2 0 0,-6 3 0,1 0 0,0 0 0,2 0 0,2 0 0,0 0 0,1 0 0,4 0 0,2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24575,'8'28'0,"-2"-3"0,2 7 0,-1 6 0,-1 14 0,-1 5 0,-5-5 0,0 15-620,0 4 620,0-2 0,0-9 0,0-19 0,0-18 0,0-10 0,3-7 0,0-5 0,3-2 155,-3-5 0,-1 3 0,-2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24575,'10'16'0,"5"9"0,-5 8 0,5 16 0,-3 2 0,0 9 0,-6-9 0,-1 7 0,-5-15 0,0-7 0,0-12 0,0-15 0,0 0 0,0-4 0,0 1 0,0 0 0,0-3 0,0-1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78 24575,'-14'7'0,"-2"2"0,9 4 0,-4 0 0,-3 16 0,-2-2 0,0 15 0,6-15 0,5 11 0,5-10 0,5 20 0,0-13 0,5 4 0,-1-22 0,0-3 0,3-6 0,4-1 0,-4-4 0,9 0 0,5-8 0,6-5 0,5-10 0,0-14 0,-4-6 0,-4-4 0,-5-9 0,-9 2 0,-8 8 0,-7-12 0,-1 33 0,-9-24 0,6 31 0,-6-9 0,4 15 0,-3 1 0,3 4 0,1 2 0,1 2 0,2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24575,'6'-1'0,"1"9"0,-1 7 0,-2 6 0,-1 18 0,-3 4 0,0 16 0,0 10 0,0-8 0,6 7 0,-5-29 0,7-2 0,-4-27 0,2-2 0,-2-6 0,-2-5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24575,'12'-6'0,"-4"0"0,1 3 0,-1-2 0,-1 4 0,3-1 0,-3 2 0,8 0 0,0 3 0,15 2 0,-6 4 0,7 2 0,-14-1 0,-1 0 0,-7 1 0,-1-5 0,-2 6 0,-3-6 0,0 5 0,-3-3 0,0 4 0,0 4 0,0 1 0,0 5 0,-4 0 0,3-4 0,-2-3 0,0-3 0,0-3 0,-2-1 0,-1-2 0,-2 0 0,-1-1 0,-2 1 0,-6 0 0,4 0 0,-7 2 0,3-2 0,0-2 0,0-1 0,8-3 0,1 3 0,7 0 0,2 3 0,12 0 0,-3 0 0,6-2 0,17 4 0,-11-6 0,16 3 0,-21-5 0,0 0 0,-8 0 0,-1 0 0,-2 0 0,-3 0 0,-1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24575,'5'38'0,"1"-3"0,6 14 0,-7-8 0,-1-9 0,-4-1 0,0-14 0,5 12 0,-4-17 0,4 9 0,-3-12 0,-1-3 0,2 3 0,-3-4 0,0-2 0,0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0 461 24575,'12'-9'0,"4"-1"0,9-6 0,4-6 0,2 3 0,-5-3 0,-9 9 0,0-5 0,0 4 0,1-15 0,10-3 0,1-18 0,6 1 0,1-5 0,-10 18 0,-2 3 0,-13 16 0,-1 1 0,-10 14 0,-1 8 0,-7 20 0,-1 7 0,3 7 0,-9 10 0,8 1 0,-5-9 0,7 6 0,5-24 0,0 1 0,0-8 0,2-6 0,-1-2 0,4-6 0,-2-4 0,3-5 0,-1-2 0,1 0 0,-1-1 0,-1 3 0,-2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9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21 24575,'-3'13'0,"-1"-3"0,-3 11 0,1-9 0,0 4 0,-3-4 0,3-1 0,0-2 0,4 2 0,5 2 0,0 0 0,6 1 0,0-6 0,8 2 0,0-3 0,0 1 0,3-5 0,7-3 0,5 0 0,0 0 0,6-5 0,-20 4 0,6-6 0,-18 1 0,5 0 0,-5-5 0,3-3 0,-2-3 0,-4 0 0,1-4 0,-4 4 0,0 0 0,0 0 0,-4 2 0,1 4 0,-3-2 0,0 7 0,-2 1 0,1 2 0,-3 0 0,1 3 0,-8 0 0,-8 0 0,1 0 0,-6 0 0,13 0 0,0 0 0,6 0 0,2 0 0,1 0 0,-1 3 0,6 0 0,-3 5 0,6-4 0,0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0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24575,'1'5'0,"-2"1"0,-5 7 0,-3-2 0,2 9 0,-1-7 0,1 3 0,-1-5 0,1 5 0,1-5 0,2 4 0,4-6 0,0 3 0,0-4 0,4 8 0,-1-7 0,6 6 0,0-5 0,7-3 0,-4 2 0,9-2 0,-8-4 0,3 0 0,-4-3 0,12-4 0,-9 2 0,14-5 0,-16 4 0,3-6 0,-5 2 0,1-3 0,-1 1 0,-2-3 0,-1 3 0,-2-2 0,0 2 0,-3 0 0,-4-9 0,0 8 0,-5-14 0,2 12 0,-5-4 0,0 4 0,-2 1 0,-5 1 0,4 2 0,-2 4 0,3 2 0,2 2 0,0 0 0,1 0 0,2 0 0,3 0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24575,'2'8'0,"1"-2"0,3 6 0,3-6 0,1 9 0,2-5 0,9 15 0,1-3 0,9 8 0,7 3 0,-1-6 0,2 5 0,1-11 0,-1 11 0,3-10 0,10 7 0,-9-9 0,6-2 0,-8-3 0,0 0 0,-1-4 0,1 4 0,0-5 0,0 0 0,-9-5 0,15 0 0,4 1 0,11 1 0,6 5 0,-8-6-625,8 0 625,2-6 0,0 0 0,-2 0-31,-28-3 1,-2 0 30,5 3 0,20-10 0,-48 8 0,23-7 0,-19 5 623,11-4-623,-8 0 63,9 0-63,-7-3 0,6-2 0,-8 2 0,-1-3 0,2 6 0,-1-3 0,-5 5 0,-1-3 0,0 2 0,1-3 0,5 3 0,-5 1 0,0-1 0,-9 2 0,0-1 0,-4 3 0,-2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24575,'-8'0'0,"2"0"0,-10 3 0,9 1 0,-6 0 0,5 1 0,1-2 0,-3 2 0,4 1 0,-6 0 0,3-1 0,-6 2 0,2-1 0,-1 0 0,3 0 0,5-3 0,-4 2 0,8-4 0,7-4 0,6-1 0,10-5 0,-4 3 0,0 0 0,0-1 0,-8 2 0,-1 1 0,-3 2 0,4-1 0,-3 5 0,3-1 0,-6 7 0,2 1 0,-2 2 0,0-2 0,0-1 0,-3-2 0,0 0 0,0 2 0,2 1 0,-1 0 0,-1-1 0,-11-8 0,2-1 0,-12-5 0,3-1 0,-3-1 0,6 2 0,2 2 0,10 2 0,0 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24575,'-1'5'0,"4"1"0,4 3 0,3 0 0,-1 2 0,3 1 0,8 7 0,-2-4 0,3 3 0,-8-8 0,-7-7 0,-3-1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24575,'6'4'0,"0"-2"0,-1-2 0,8-3 0,-5 3 0,21-9 0,-13 2 0,10-4 0,-10-2 0,-4 2 0,-3 2 0,-1 0 0,0 1 0,-2 1 0,0 1 0,-4 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24575,'6'0'0,"2"0"0,1 0 0,3-2 0,-3 1 0,6-5 0,0 3 0,2-4 0,-4 0 0,-4 2 0,-1-1 0,1-2 0,2-1 0,6-4 0,-5 1 0,4 2 0,-7 1 0,-1 1 0,-5 2 0,3-5 0,-3 2 0,3 0 0,-3 1 0,2 2 0,-2 8 0,0 2 0,0 7 0,-3 5 0,0-3 0,0 0 0,0-1 0,0-6 0,0 2 0,0-2 0,0 0 0,0-1 0,0 1 0,0 0 0,0-3 0,0-1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24575,'4'6'0,"-2"0"0,-2-1 0,-3 9 0,-1-4 0,0 3 0,2-2 0,-1-2 0,2-3 0,-1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24575,'6'0'0,"-1"0"0,4-3 0,-3 0 0,3-3 0,-1 1 0,-1-1 0,1 0 0,-3 1 0,3-1 0,-1 0 0,1 0 0,-2 0 0,0 1 0,0-1 0,-1 3 0,1 3 0,-3 3 0,0 5 0,-3 1 0,0 3 0,0 4 0,0-4 0,0 9 0,0-8 0,0 0 0,0-4 0,0-1 0,0-1 0,0 1 0,0-3 0,0 3 0,2 1 0,-1 0 0,1-3 0,-2-3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24575,'2'9'0,"1"-3"0,6 5 0,1 3 0,10 7 0,8 1 0,12 10 0,9-4 0,6 8-582,-18-16 1,3-1 581,-1-3 0,3 1 0,1 3 0,2-1 0,4-4 0,-2-1 0,-6 5 0,-2 0 0,6-5 0,-3 1-25,-5 0 1,-3 0 24,17 6 0,-17-6 0,-13-5 0,-9-4 0,2-2 1161,10 3-1161,1 3 0,32 3 0,5 3-611,-19-6 1,1 0 610,0 0 0,1 1 0,8 1 0,1-2 0,-9-2 0,0-2 0,8-2 0,-1-1 0,-11-3 0,-1 0-89,-1 0 0,0 0 89,21 0 0,-11-5 0,-21 1 0,-4-3 0,-8-3 1259,2 3-1259,3-7 191,12-7-191,-3-3 0,3-1 0,-6 3 0,-6 7 0,-3 2 0,-3 0 0,-6 1 0,0 1 0,-3 0 0,0 2 0,-3-2 0,3-3 0,-3 1 0,0 0 0,3-2 0,-5 4 0,2-4 0,-3 6 0,4-7 0,-3 8 0,2-4 0,-3 6 0,0 3 0,0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8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24575,'-12'11'0,"3"1"0,1 0 0,3-3 0,1 1 0,2-1 0,2 0 0,-3 7 0,2-9 0,-3 6 0,4-7 0,3-1 0,2-6 0,4-3 0,3-8 0,0 1 0,3-2 0,-2 1 0,8-2 0,-8 2 0,0 2 0,-4 2 0,-4 2 0,1 0 0,0 3 0,2 6 0,-2 1 0,2 6 0,-5-3 0,0 8 0,2 8 0,-4-3 0,3 4 0,-4-12 0,0-1 0,0-2 0,0-1 0,-2-2 0,-1-3 0,-5-1 0,-6-5 0,4 3 0,-5-4 0,8 4 0,-8-3 0,4 0 0,-2-4 0,5-1 0,2 2 0,3 0 0,0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2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24575,'6'0'0,"0"0"0,-1 0 0,9 3 0,-7 0 0,6 1 0,-5-1 0,14-7 0,-2-5 0,10 0 0,-9-1 0,2 2 0,-6-1 0,-1 3 0,-5-3 0,-2 3 0,-1 0 0,-2 1 0,0-3 0,0 1 0,2-3 0,-1 1 0,1 0 0,-5 0 0,2 1 0,-4 9 0,-2 5 0,0 7 0,-2 8 0,3-4 0,0 13 0,0-6 0,0 7 0,0-10 0,0-3 0,0-3 0,0-3 0,0-3 0,0 0 0,0-6 0,0-1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24575,'-6'8'0,"1"4"0,-1-6 0,0 5 0,-2-2 0,-1 0 0,0 1 0,0-4 0,6 0 0,1-3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24575,'6'0'0,"-1"0"0,4-3 0,0-3 0,3-3 0,-1-2 0,-2 0 0,1 2 0,-3-2 0,1 5 0,-5-3 0,0 3 0,0 0 0,-3 1 0,3 7 0,-8 15 0,4 2 0,-8 20 0,8-15 0,-8 15 0,7-20 0,-2 3 0,4-14 0,0-2 0,0-1 0,0 1 0,-2 0 0,-1-6 0,-1 3 0,2-6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24575,'6'8'0,"2"1"0,3 7 0,5-2 0,-2 3 0,7-3 0,-8-3 0,0 2 0,-2-4 0,-2 2 0,0-2 0,-1 3 0,0-3 0,-1 1 0,1-3 0,-5-2 0,-1-2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24575,'-1'-6'0,"4"0"0,4 1 0,3-3 0,-1 1 0,3-1 0,0 2 0,-1 0 0,5 0 0,-4 0 0,5 0 0,-6 0 0,0-3 0,1 3 0,-3-2 0,-3 4 0,-3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24575,'8'-1'0,"6"3"0,3 7 0,14 6 0,9 9 0,11 5 0,9 7-806,-25-14 0,1 1 806,0 0 0,1 0 0,3 1 0,1 1-177,-5-2 0,0-1 177,0 1 0,-1-2 0,20 17-66,0 5 66,-22-13 0,-3-2 0,-17-11 1170,0-1-1170,3-3 789,1-3-789,13 2 0,12 3 0,17 9-732,-21-7 1,3 0 731,7 3 0,1 1 0,4 4 0,2 0-935,4-2 0,-1 0 935,1 2 0,-1 0 0,-4-3 0,0-1 0,0-3 0,-1 0-209,-12-1 0,-2-1 209,29 8 0,-18-3 0,-10-5 1350,-8-2-1350,21-3 1972,-26-7-1972,42 7 0,-24-4 0,23 5-413,0 1 413,-29-7 0,0 1 0,6 3 0,0-1 0,-1-1 0,1-1 0,7 7 0,0-1-623,-7-1 0,1-2 623,7 1 0,0 0 0,-3 0 0,-2-2 0,-3-1 0,-1-2-207,-4 0 1,-1 1 206,28 5 0,2 1 0,-8-1 0,-23-6 0,1 1-466,0 2 1,0 1 465,9-2 0,2-1-344,4 7 0,1-1 344,2-1 0,2-1 0,-1 1 0,1-1 0,8-3 0,0-2 0,-14-1 0,-2-3 0,3-2 0,-3 0 885,18 0-885,-9 0 0,-1 0 0,9 0-246,-29 0 0,1 0 246,0 0 0,0 0 0,4 0 0,-1 0 0,-3 0 0,-1 0 218,0 0 1,0 0-219,1 0 0,-1 0 0,31 0 0,-11 0 0,-1 0 1557,-15 0-1557,15-5 0,-16 3 0,24-9 0,-12 4 0,14-5 0,-9 0 0,1 0 0,-9-4 242,-2 4-242,-8-3 1007,-9 6-1007,-2-2 557,-7-1-557,-1-2 0,-1-1 0,-3 2 0,3-1 0,-9 2 0,9-2 0,-9 2 0,9-3 0,-8 4 0,7-3 0,-2 0 0,3 0 0,2-1 0,-1 1 0,-1-1 0,-3 1 0,3 0 0,-4-2 0,1 1 0,-2-1 0,-4 5 0,0-6 0,0 4 0,1-2 0,-2 3 0,1 3 0,-3 1 0,-1 2 0,-2 1 0,0-4 0,-1 3 0,1-2 0,2-1 0,1 3 0,0-3 0,0 4 0,-4-3 0,1 1 0,0-3 0,-1 3 0,3-1 0,1 2 0,3 0 0,-3 0 0,2-2 0,-5 2 0,2-2 0,-2 2 0,0 3 0,2-2 0,1 2 0,0-3 0,-1 0 0,-2 0 0,-3 3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24575,'-13'3'0,"6"-2"0,-13 6 0,12-7 0,-12 7 0,9-4 0,-4 6 0,3-2 0,3 1 0,-2-3 0,3 1 0,-1 0 0,-2 3 0,2-3 0,-7 3 0,3-1 0,-3 2 0,4-1 0,3-1 0,1-2 0,10-6 0,10-7 0,5-4 0,8-6 0,-4 5 0,2-1 0,-6 2 0,-1 1 0,-7-1 0,1 5 0,-3-2 0,4 2 0,-2 0 0,0 3 0,-1 1 0,-2 2 0,2 4 0,-2 3 0,0 2 0,0 6 0,-5-4 0,2 4 0,-3 2 0,0-4 0,0 7 0,0-3 0,0 5 0,0 0 0,0-4 0,0-5 0,0-5 0,0 1 0,0-3 0,0 2 0,-5-7 0,-1-4 0,-6-6 0,3-3 0,-2 1 0,2 2 0,-2 1 0,0 0 0,2 1 0,0-1 0,6 2 0,0 0 0,3 0 0,0 3 0,0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24575,'13'0'0,"-3"0"0,11 0 0,4-4 0,7-2 0,10-4 0,-10 1 0,6-5 0,-14 5 0,7-8 0,-1 4 0,-6-3 0,7-1 0,-14 4 0,-3-5 0,-3 6 0,-4-2 0,1 5 0,-2 1 0,0 2 0,-3 3 0,-4 11 0,0-1 0,-5 13 0,5-10 0,-2 11 0,3-8 0,0 3 0,0-4 0,0-1 0,0 0 0,0-2 0,0-1 0,0-2 0,0-3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7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24575,'1'8'0,"-2"-2"0,-7 6 0,2-3 0,-2 2 0,2 0 0,-3 0 0,3-2 0,-2 0 0,7-3 0,-1-3 0,5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24575,'6'3'0,"2"-3"0,-2-3 0,6-2 0,-4-3 0,1-1 0,2-3 0,-5 0 0,3-3 0,-3 2 0,1-4 0,-4 8 0,3-6 0,-3 8 0,1 6 0,-1 6 0,-3 16 0,0 4 0,0-1 0,0 15 0,0-15 0,0 6 0,0-7 0,0-6 0,0-1 0,0-5 0,0-2 0,0-1 0,0-4 0,0-2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1 308 24575,'0'-9'0,"3"-4"0,-2 0 0,6-15 0,-5 13 0,7-23 0,-5 19 0,4-7 0,2 5 0,-3 8 0,5-2 0,-5 3 0,1 3 0,0-2 0,1 2 0,0 1 0,0 0 0,-4 2 0,4 0 0,-1 0 0,4 0 0,-3 0 0,-1 1 0,-2 1 0,-3 2 0,0 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3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1 423 24575,'6'4'0,"2"-4"0,-2-4 0,6-1 0,-4-3 0,12-10 0,-5 0 0,4-8 0,-9 5 0,1-2 0,-3 1 0,3 1 0,-8 3 0,0-3 0,-3 4 0,6-21 0,-5 16 0,4-15 0,-5 19 0,0-3 0,0 3 0,-2 2 0,1 7 0,-1 1 0,-1 2 0,0 0 0,0 3 0,0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4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24575,'6'3'0,"2"2"0,1-2 0,0 6 0,-1 0 0,-2 0 0,-3-1 0,2 0 0,-4-1 0,1 1 0,-2-3 0,0 1 0,4 7 0,-4-5 0,3 4 0,-3-6 0,0 0 0,0 0 0,0 0 0,-2 2 0,-1 1 0,-3 2 0,0-2 0,1-1 0,-1-5 0,-2 3 0,2-3 0,-3 3 0,3-3 0,0 0 0,1-3 0,-1-3 0,3 0 0,3-3 0,3 0 0,3 0 0,-1 1 0,1 1 0,0 2 0,0 2 0,0 0 0,2 2 0,-2-1 0,5 4 0,-2-2 0,-1 0 0,4 3 0,-6-3 0,2 3 0,-2 0 0,0-3 0,2 2 0,1-2 0,0 3 0,-1-3 0,-2-1 0,0-2 0,-1 0 0,1-2 0,-3 1 0,0-1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4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24575,'0'-5'0,"0"-1"0,0 0 0,0 1 0,0-1 0,0 0 0,2 0 0,2 0 0,1 1 0,1-1 0,0 3 0,0 0 0,0 3 0,2 3 0,-2 0 0,5 3 0,-5-1 0,2 1 0,1 0 0,-3-3 0,5 2 0,-7-4 0,1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24575,'-9'6'0,"1"-1"0,4 4 0,0 0 0,3 0 0,-2 2 0,3-5 0,3 5 0,0-3 0,3 4 0,-1 0 0,1-1 0,0-2 0,0-1 0,0-2 0,-1 2 0,4-2 0,-3 3 0,2-6 0,-2 0 0,2-3 0,1 0 0,3 0 0,3 0 0,-2 0 0,1 0 0,-3-3 0,-5 3 0,2-6 0,-2 3 0,-1-3 0,1-2 0,-3-1 0,0-2 0,-3 2 0,0 1 0,0 2 0,0 0 0,0 0 0,-3-2 0,0-1 0,-3 0 0,1 1 0,-3 3 0,1-1 0,-1 0 0,3 0 0,-4 3 0,3 0 0,-5 3 0,2 0 0,0 0 0,1 0 0,2 0 0,1 0 0,-4 3 0,5-3 0,-1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24575,'0'8'0,"-3"1"0,0 3 0,-3-3 0,0-1 0,3-2 0,0-1 0,1 3 0,-1 1 0,-3 0 0,3 0 0,0-6 0,3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24575,'0'6'0,"0"2"0,0 1 0,0 3 0,3 4 0,-2-4 0,3 5 0,-1-2 0,-3-4 0,3 4 0,-3-6 0,0 0 0,0-1 0,0-2 0,0-3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24575,'6'0'0,"7"-3"0,-3 0 0,4-1 0,1-1 0,-5 1 0,4-2 0,-6 0 0,-2 0 0,-1-2 0,1-1 0,0 0 0,0-2 0,0 2 0,-1 0 0,1-1 0,0 3 0,-1-4 0,-1 5 0,-2-2 0,0 0 0,-1 1 0,2 4 0,-3 6 0,0 6 0,0 7 0,0-3 0,0 8 0,0-9 0,3 9 0,-2-11 0,2 5 0,-3-8 0,0 3 0,0-3 0,0-2 0,0-2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24575,'3'6'0,"0"0"0,-3-1 0,0 1 0,0 0 0,0 0 0,-3 2 0,0 1 0,-3 0 0,1 1 0,-3-3 0,1 4 0,-1-2 0,2 3 0,-2-4 0,2 0 0,-3-2 0,3 0 0,3-1 0,-2 1 0,4 0 0,-1 0 0,2-3 0,0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24575,'2'8'0,"-1"-4"0,1 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24575,'8'0'0,"1"0"0,3 0 0,3 0 0,-2 0 0,1 0 0,-6 0 0,-2 0 0,-3 0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24575,'12'3'0,"4"-1"0,-3-2 0,2 0 0,-3 0 0,0 0 0,-3 0 0,1 0 0,-3 0 0,1 0 0,-3 0 0,4 0 0,-3 0 0,3 0 0,-3 0 0,-1 0 0,-1 0 0,-2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5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24575,'-4'6'0,"0"-1"0,3 1 0,-2 0 0,3 2 0,0 1 0,0 0 0,0-1 0,0 0 0,0 1 0,0 0 0,0 0 0,0-1 0,4 5 0,-3-2 0,2 2 0,-1-5 0,2 1 0,1 0 0,1-4 0,0-2 0,-1-3 0,1 0 0,-1 0 0,1 0 0,3-3 0,-3 0 0,0-3 0,0-7 0,-6 6 0,6-8 0,-3 6 0,0 0 0,3-2 0,-6 5 0,0-10 0,-1 8 0,-2-7 0,3 9 0,-3-5 0,2 4 0,-1-1 0,0 2 0,-2 1 0,-1 2 0,-1 0 0,0 3 0,0 0 0,0 0 0,3 0 0,0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5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0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24575,'5'-7'0,"8"-1"0,-2 5 0,2-1 0,-2-1 0,-5 2 0,3-3 0,-3 0 0,-1 0 0,1 3 0,-1 0 0,1 1 0,0-2 0,-1-1 0,4-1 0,-3 3 0,3 3 0,-3 3 0,-3 3 0,-1-1 0,-2 1 0,3 3 0,0-3 0,0 3 0,-1-4 0,1 3 0,-2-1 0,3 3 0,-3-6 0,2 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0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33 24575,'-6'0'0,"1"0"0,-1 0 0,0 0 0,-2 0 0,-1 0 0,0 0 0,-2 2 0,2 2 0,0 1 0,4 1 0,2 0 0,3 3 0,0-3 0,0 2 0,0-2 0,3-1 0,0 1 0,3 0 0,2-1 0,-2 1 0,3-3 0,3 3 0,-1-5 0,5 2 0,-7-3 0,2 0 0,-5 0 0,4-2 0,-1-1 0,0-3 0,3 0 0,-9 1 0,5-4 0,-7 0 0,1-3 0,-2 4 0,0-3 0,0 5 0,0-2 0,0 2 0,-2-3 0,-4 3 0,-3-3 0,0 6 0,0 1 0,1 2 0,-1-3 0,1 3 0,-1-3 0,4 3 0,-1 0 0,0 0 0,0 3 0,3-3 0,0 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24575,'8'3'0,"1"0"0,8 7 0,-5-1 0,4 4 0,-4-1 0,4 0 0,-4 0 0,9 2 0,-7 2 0,11 7 0,-8 0 0,3-2 0,-6 0 0,-5-8 0,1 0 0,-4-2 0,-1-2 0,1 0 0,0-1 0,-1-2 0,1-1 0,0 1 0,-3-3 0,0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24575,'7'-17'0,"-1"0"0,2 6 0,-1-1 0,8 3 0,-5 0 0,4 3 0,-4-2 0,-1-1 0,8-1 0,-5-1 0,9 0 0,-8 1 0,2-2 0,-3 6 0,-3-2 0,0 4 0,-4 0 0,-1 3 0,-2-2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24575,'5'-1'0,"4"4"0,0 6 0,13 19 0,-6-8 0,22 25 0,-5-14 0,15 10 0,-1 0 0,-10-14 0,-4 3 0,-16-17 0,0 0 0,-6-4 0,-2-1 0,-1 0 0,-2-1 0,0 1 0,0-2 0,-3-3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24575,'11'-11'0,"14"-5"0,3-1 0,15-10 0,8-2 0,-6 1 0,-4 3 0,-15 9 0,-6 5 0,-9 3 0,2 1 0,-7 2 0,-1-1 0,1-3 0,-1 3 0,1-2 0,0 2 0,-3 3 0,-1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 24575,'-6'0'0,"0"0"0,1 0 0,-4 2 0,3-1 0,-5 4 0,4-2 0,-1 3 0,3 0 0,-1 0 0,0 0 0,1 2 0,-1-2 0,0 2 0,0-2 0,0 2 0,3-2 0,-2 6 0,4-6 0,-1 5 0,2-2 0,0 2 0,0 0 0,0 1 0,0 0 0,0 3 0,0-2 0,5 16 0,-2-14 0,3 7 0,-1-7 0,-1 0 0,3 2 0,-1-1 0,0-4 0,2-1 0,-2 1 0,3 0 0,-3-4 0,2 1 0,1-1 0,0 0 0,1 1 0,-1 0 0,3-3 0,4 0 0,1 0 0,-2-1 0,14 2 0,-17-5 0,17 2 0,-12-4 0,5 0 0,0 0 0,-5 0 0,4 0 0,-4-3 0,5-1 0,-5-3 0,4 0 0,-9 1 0,5 0 0,-6 0 0,-2 0 0,-1-2 0,1-6 0,-3 1 0,3-8 0,-6 8 0,0-7 0,-3 7 0,0-8 0,0 9 0,0-9 0,0 9 0,0-5 0,0 6 0,-3-6 0,3 8 0,-6-7 0,3 8 0,0-1 0,-3-3 0,0 6 0,0-2 0,-2 0 0,0 1 0,-1-1 0,-2 3 0,-1-4 0,-4-1 0,-1-1 0,-5-2 0,-1 5 0,2 0 0,-9 1 0,6 6 0,-15-8 0,19 7 0,-17-7 0,25 8 0,-12-4 0,10 2 0,-3 0 0,3-2 0,1 2 0,7 3 0,0 0 0,-2 0 0,2 0 0,-3 2 0,6 2 0,0 1 0,3 1 0,0 0 0,0 3 0,0-3 0,0 2 0,0-2 0,3 2 0,-3-4 0,3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3 174 24575,'-3'-8'0,"4"-5"0,0 0 0,2-7 0,-3 2 0,0 1 0,3-4 0,-2 11 0,2-5 0,-3 6 0,2-3 0,2 3 0,-1 3 0,-1 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24575,'5'-25'0,"-5"11"0,9-23 0,-5 22 0,1-7 0,1 6 0,-5 9 0,6-14 0,-6 14 0,4-6 0,-4 10 0,2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24575,'0'-9'0,"3"-4"0,1 0 0,2-3 0,0 4 0,-3 3 0,3-6 0,-3 5 0,4-4 0,-4 9 0,-1 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24575,'4'3'0,"-2"-1"0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24575,'5'9'0,"8"0"0,-5-5 0,5-1 0,0 0 0,-3-2 0,6 2 0,-7-3 0,-1 0 0,-2 0 0,0 0 0,0 0 0,-1 0 0,1 0 0,0 0 0,2-3 0,-2-2 0,2-2 0,-5-1 0,0 3 0,-3-1 0,0 0 0,0-3 0,0 3 0,0-2 0,0 5 0,0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24575,'3'9'0,"0"2"0,-3-2 0,0 3 0,0-1 0,0 0 0,0 1 0,0-1 0,0 5 0,0-3 0,0 0 0,0-1 0,0-6 0,0 2 0,0-2 0,0-3 0,0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24575,'-6'6'0,"0"7"0,0-3 0,-1 4 0,2-6 0,-3 0 0,1 1 0,-3 3 0,1-1 0,-3 0 0,0-2 0,1 2 0,2-5 0,1 3 0,7-11 0,5 3 0,0-6 0,0 5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24575,'5'8'0,"1"1"0,4 8 0,1 0 0,3 5 0,1 0 0,-5-5 0,0-4 0,-2-4 0,-1-3 0,-2-3 0,-2-1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24575,'6'0'0,"2"3"0,-2-3 0,6 3 0,9-3 0,-1 0 0,18 0 0,-5 0 0,8 0 0,-9 0 0,-1 0 0,-10-3 0,-6-1 0,-5 0 0,-7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1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24575,'-1'-6'0,"2"0"0,7 3 0,6-3 0,11 1 0,-1 0 0,15-4 0,-15 5 0,6-4 0,-15 4 0,5-3 0,-10 4 0,7-4 0,-8 1 0,-1 1 0,-5 1 0,-1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24575,'-3'6'0,"-3"7"0,5-6 0,-5 14 0,3-12 0,-5 12 0,3-8 0,0 3 0,3-5 0,2-2 0,0-1 0,0-4 0,0-2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24575,'22'-7'0,"-5"3"0,12-4 0,-14 7 0,22-8 0,-24 8 0,8-4 0,-15 5 0,-3 0 0,-1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24575,'-1'5'0,"2"1"0,7 0 0,6 4 0,-2-3 0,9 3 0,-8-4 0,3 0 0,-5 0 0,-2-3 0,-1 0 0,-4-3 0,-2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24575,'-3'6'0,"0"-3"0,-2 0 0,-1-3 0,-3 0 0,3 0 0,-5 0 0,2 0 0,0 0 0,1 0 0,0 0 0,-1 0 0,0 0 0,0 0 0,4 0 0,-1 0 0,0 0 0,1 0 0,-3 0 0,1 0 0,-4 0 0,2 0 0,0 0 0,3 0 0,4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24575,'6'-15'0,"1"0"0,-1 6 0,-1-3 0,2-3 0,-1 2 0,0-3 0,-2 7 0,-2-2 0,1-3 0,1 2 0,2-4 0,-3 7 0,0-2 0,0-2 0,-3 2 0,6-4 0,-5 9 0,1-3 0,-2 3 0,0 1 0,3-1 0,-2 0 0,1 1 0,-2-1 0,3-2 0,1-6 0,-1 4 0,0-10 0,1 5 0,-1-2 0,4 1 0,-1 0 0,0 3 0,1-7 0,-1 7 0,4-8 0,-3 8 0,2-3 0,0 5 0,0-1 0,0 1 0,1 0 0,1-6 0,1 5 0,0-4 0,-3 4 0,0 3 0,-1 1 0,-1 2 0,3 1 0,-4-1 0,2-2 0,-2 4 0,3-4 0,0 5 0,2-3 0,-2 0 0,2 0 0,-5 1 0,2-1 0,-2 1 0,0-1 0,2 0 0,6 0 0,-2 0 0,5-1 0,-6 2 0,5-5 0,2-1 0,12-1 0,2-1 0,0 1 0,-6 4 0,-10-2 0,-5 4 0,-2 3 0,0 0 0,-3 3 0,0 0 0,2 0 0,5-3 0,-1 2 0,5-2 0,8 3 0,2 0 0,14 0 0,-1 0 0,-7 0 0,-3 0 0,-12 0 0,-3 0 0,-3 0 0,0 0 0,-3 0 0,6-3 0,-5 0 0,6-1 0,9-4 0,-6 8 0,28-5 0,-4 5 0,16 0 0,-8 0 0,-1 0 0,-10 0 0,10 0 0,1 0 0,1 0 0,5 0 0,3-6 0,1-1 0,-1-5 0,-1-2 0,-32 8 0,12-2 0,-30 8 0,12 0 0,-8 0 0,3 0 0,-4 0 0,-1 0 0,-2 0 0,2 0 0,-5 0 0,3 0 0,-1 3 0,1 0 0,0 0 0,14 9 0,3-5 0,22 14 0,4-4 0,7 7 0,-7-6 0,-11 0 0,-11-8 0,-13-1 0,-1-3 0,-4 0 0,-3 0 0,-1 0 0,0 0 0,-1-3 0,8 3 0,-5-3 0,6 3 0,-5 0 0,1 0 0,-3 0 0,2 2 0,-2-2 0,0 2 0,-1-2 0,-3-3 0,4 2 0,0-2 0,0 3 0,-1 0 0,0 0 0,-1 0 0,1 0 0,-3 2 0,1-2 0,0 4 0,0-3 0,0 1 0,0 1 0,-1-3 0,1 5 0,0-2 0,-3 2 0,-1-2 0,2 7 0,-3-9 0,2 6 0,-3-5 0,0-2 0,0 3 0,0-3 0,0 0 0,0-1 0,0 1 0,0 0 0,0-1 0,0 1 0,0 2 0,0-2 0,-3 6 0,0-6 0,-3 2 0,-2-2 0,-1 0 0,-3-3 0,-12 4 0,9-6 0,-14 7 0,19-8 0,-6 4 0,3-4 0,0 0 0,-15 5 0,8-1 0,-11 4 0,10-4 0,-9 0 0,6-4 0,-7 0 0,1 0 0,6 0 0,-6 0 0,7 0 0,2 0 0,3 0 0,-11 4 0,17-3 0,-25 8 0,28-7 0,-28 7 0,25-6 0,-11 5 0,15-5 0,0 2 0,0-2 0,-4 1 0,-12 3 0,4-3 0,-11 4 0,14-3 0,-21 2 0,-9 0 0,-8 4 0,-11 1 0,15 0 0,-9 0 0,9-2 0,10 0 0,11-1 0,12-2 0,-2-1 0,10-2 0,-11 2 0,12-2 0,-8 2 0,6-3 0,-14 0 0,-3-3 0,-20 0 0,5 0 0,-15 5 0,28-3 0,-16 7 0,31-8 0,-13 7 0,15-7 0,-8 5 0,11-2 0,-5 2 0,6-2 0,-7-2 0,-1-2 0,-14 0 0,7 0 0,-14 4 0,18-2 0,-5 2 0,10-1 0,4-2 0,-4 2 0,8-3 0,-3 0 0,1 0 0,-2 0 0,-1 0 0,0 0 0,1 0 0,0 0 0,-1 0 0,-4 0 0,3 0 0,-8 0 0,-4 0 0,1 0 0,-6 0 0,13 0 0,0 0 0,8 0 0,1 0 0,3 0 0,-1 0 0,-3 0 0,0 0 0,-2 0 0,-5 0 0,-2 0 0,-12 0 0,11 0 0,-5 0 0,15 0 0,1 0 0,2 0 0,0 0 0,0 0 0,-2 0 0,-1 0 0,0 0 0,1 0 0,2 0 0,1 0 0,-1 0 0,0 0 0,-3 0 0,3 0 0,-2 0 0,2 0 0,0 0 0,-2 0 0,2 0 0,-2 0 0,-1 0 0,0 0 0,-6 0 0,4 0 0,-2 0 0,7 0 0,1 0 0,-1 0 0,0 0 0,1 0 0,4 0 0,2 3 0,4 0 0,-1 0 0,-2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 24575,'0'6'0,"0"0"0,-2 3 0,1-3 0,-4 5 0,2-5 0,-3 2 0,0 0 0,0 1 0,0 0 0,0 0 0,3-3 0,1-6 0,2-3 0,2-6 0,-1 0 0,1 0 0,1 1 0,-2 2 0,1-2 0,-2 2 0,3-2 0,0 2 0,0-3 0,3 1 0,-3-1 0,0 2 0,0 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24575,'30'30'0,"1"1"0,2 7 0,1 2 0,1 13-939,2 10 939,-1-1 0,-17-28 0,0 0 0,10 17 230,-6-15-230,-10-14 0,-2-19 0,-8-1 0,3-4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24575,'-13'13'0,"0"2"0,-11 19 0,7-10 0,-16 21 0,13-12 0,-14 14 0,14-14 0,0 1 0,10-20 0,6-1 0,-1-4 0,-1-3 0,2 0 0,-1-4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24575,'0'8'0,"0"-1"0,0 4 0,3 2 0,-2 0 0,2 8 0,1 4 0,-2-1 0,8 24 0,-9-23 0,9 22 0,-9-27 0,3 5 0,-4-14 0,3 0 0,0-2 0,0-3 0,0-4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24575,'9'-4'0,"2"2"0,3 2 0,20 5 0,-8 0 0,13 8 0,-17-2 0,-5-1 0,-4 0 0,-4-4 0,-6-1 0,-4 9 0,-2-7 0,-11 10 0,-1-7 0,-2 2 0,-4 1 0,4-5 0,0 1 0,3-5 0,13 4 0,19-2 0,18 5 0,15 0 0,-14-5 0,2 1-474,34 12 474,-34-13 0,0 2 0,29 10 0,-30-11 0,-5-2 0,-24-5 0,-3 0 0,-3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24575,'13'-10'0,"2"1"0,15-4 0,10-3 0,12-7 0,7-1 0,1 1 0,-17 6 0,-5-1 0,-15 7 0,-1-4 0,-5 2 0,-1 0 0,-3-3 0,-2 3 0,1-8 0,-1 9 0,-4-4 0,1 5 0,-2 2 0,-1 0 0,1 1 0,0-1 0,-1 0 0,4 22 0,-2 7 0,-1 7 0,4 20 0,-3-9 0,4 13 0,-5-11 0,3-1 0,-8-19 0,8 17 0,-7-22 0,5 14 0,-4-16 0,2 0 0,-3-5 0,-2-2 0,0-3 0,0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24575,'5'31'0,"-4"-12"0,9 27 0,-9-29 0,5 20 0,-6-24 0,0 7 0,3-3 0,-3 1 0,7 3 0,-4-11 0,2 3 0,-3-8 0,-2-1 0,0-2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24575,'13'-6'0,"10"0"0,9 6 0,17 0 0,3 0 0,-1-4 0,-11-1 0,-16-3 0,-12 4 0,-6 2 0,0-1 0,-3 3 0,0-3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24575,'6'8'0,"-1"1"0,1 3 0,-3-1 0,5 14 0,-7-10 0,3 13 0,1 7 0,-3-14 0,8 25 0,-6-27 0,4 12 0,-1-14 0,0-1 0,-4-7 0,2 2 0,-2-5 0,0 2 0,2 0 0,-4-4 0,1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24575,'8'-6'0,"-2"3"0,10-3 0,-6 3 0,4-1 0,-3 2 0,2-2 0,-3 3 0,3-2 0,-4 3 0,-3 0 0,2 0 0,-2 0 0,0 0 0,2 0 0,6 3 0,3 2 0,-3-2 0,6 4 0,-9-4 0,2 4 0,-4 1 0,-3 6 0,0-2 0,1 9 0,-4-11 0,0 5 0,-3-6 0,0 3 0,0-1 0,0-2 0,0 0 0,0-4 0,-2 1 0,-1 0 0,-3-1 0,-2-1 0,-1-2 0,-3-2 0,1 0 0,-1 0 0,1 0 0,0 0 0,-1 0 0,3 0 0,1 0 0,0 0 0,1 0 0,-1 0 0,2 0 0,1 0 0,-1 0 0,0 0 0,0 0 0,0 0 0,1 0 0,-1 2 0,3 2 0,3 4 0,5-2 0,4 3 0,3-3 0,4 3 0,-3 0 0,7 3 0,-7-2 0,0-2 0,-4 0 0,-3-5 0,2 2 0,1-2 0,2 3 0,-2-1 0,2 1 0,-2 0 0,3 0 0,3 0 0,-2 0 0,3 0 0,-4 0 0,-3 0 0,1-3 0,-3 0 0,1-3 0,-2 0 0,-3 0 0,0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0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20 469 24575,'0'-5'0,"-4"-9"0,1 5 0,-1-5 0,-1 4 0,4 3 0,-1-4 0,2-2 0,0 0 0,0-8 0,0 8 0,0-7 0,3 3 0,-2 2 0,2-1 0,1 3 0,-4 0 0,6-7 0,-4 7 0,3-4 0,-1 9 0,1 0 0,-2 2 0,2-2 0,-2-1 0,3-3 0,0 3 0,0 1 0,0 0 0,0-1 0,-1-2 0,1-1 0,0 3 0,2 0 0,0 4 0,4-1 0,0 0 0,-1 1 0,-2-1 0,-1 3 0,0-2 0,-1 4 0,4-4 0,-5 5 0,3-3 0,-4 0 0,1 0 0,0 0 0,2-2 0,1 4 0,2-2 0,1 1 0,-3 1 0,-1-1 0,-2 2 0,-3 0 0,-1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61 24575,'6'-3'0,"6"4"0,-2 2 0,7 4 0,-8-4 0,1 2 0,-1-2 0,0 3 0,2 0 0,-5-1 0,3 1 0,-4-1 0,3 1 0,-1 3 0,1-3 0,-2 3 0,-1-6 0,1-3 0,0-3 0,-3-3 0,0-3 0,-3 3 0,0-5 0,0 2 0,0-2 0,3 0 0,-3 2 0,6-7 0,-3 6 0,3-3 0,0 4 0,-3 3 0,-3 0 0,-3 3 0,-9 1 0,-3 2 0,-15 0 0,6 0 0,-15 0 0,15 0 0,-2 0 0,10 0 0,7 0 0,-2 0 0,2 2 0,3 1 0,3 6 0,7-3 0,1 3 0,-2-6 0,0-1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138 814 24575,'-9'-21'0,"-3"-4"0,-10-24 0,0-2 0,0-1 0,0 3 0,7 17 0,5 6 0,7 6 0,3 7 0,0-8 0,5-5 0,1 7 0,6-10 0,3 3 0,1 2 0,10-17 0,1 4 0,9-10 0,-10 10 0,1-4 0,-12 17 0,2-7 0,-3 9 0,-2 5 0,-3 4 0,-6 4 0,3 3 0,-3 3 0,0 1 0,-1 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0 645 24575,'9'-9'0,"0"-4"0,-2-4 0,3-6 0,-1 1 0,1 1 0,-3-1 0,0-1 0,-2 6 0,-2 1 0,-3 1 0,0-3 0,0-4 0,0-8 0,0-2 0,0-1 0,0-6 0,0 7 0,0 0 0,-5-7 0,2 19 0,-3-4 0,1 12 0,4 3 0,-1-1 0,0 1 0,-2-2 0,1 2 0,1-2 0,-2-3 0,1 2 0,-1-2 0,1 6 0,3 4 0,0 2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24575,'2'-6'0,"2"3"0,7 1 0,14 2 0,11 0 0,15 0 0,17 0 0,-6 0 0,-2 0 0,-11 0 0,-22 0 0,-4 0 0,-15 0 0,-3 0 0,-1 0 0,-2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24575,'23'0'0,"-2"0"0,1 0 0,0 0 0,0 0 0,8 0 0,3 0 0,-1 0 0,-7 0 0,-8 0 0,-8 0 0,-1 0 0,-3 0 0,-1 0 0,-2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0 477 24575,'8'4'0,"1"-2"0,24-12 0,-3-2 0,27-12 0,-5 2 0,7-7-728,1-1 728,0-6 0,-6 0 0,-6-6 180,-17 12-180,-4-12 0,-9 9 0,-2-7 0,0 8 0,-6 1 548,0 14-548,-4 3 0,0 11 0,-3 6 0,5 28 0,-3-1 0,2 19 0,4 8 0,-5-12 0,6 21 0,-2-23 0,1 6 0,-2-17 0,-3-6 0,-3-10 0,-3-5 0,0-2 0,2 3 0,-1-9 0,2 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24575,'3'6'0,"-3"2"0,-3 1 0,-3 7 0,-4 1 0,-4 13 0,-4 3 0,3 8 0,-2-9 0,4-1 0,3-14 0,0-1 0,4-7 0,3-1 0,0-2 0,3-1 0,0 1 0,0 0 0,0 0 0,-2 2 0,1-1 0,1 1 0,1-5 0,1-1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24575,'9'0'0,"2"-2"0,-2-1 0,0-3 0,-1 3 0,5-3 0,-6 0 0,9-1 0,-3-6 0,5 3 0,0-8 0,7-5 0,1-11 0,1-3 0,-3 2 0,-6 4 0,-4 9 0,-2 0 0,-2 1 0,-3-1 0,4-1 0,-4 6 0,3 1 0,-4 5 0,0 2 0,3 13 0,-2 6 0,1 7 0,0 20 0,-2-7 0,1 19 0,3 1 0,-4-8 0,4 8 0,1-10 0,-6-7 0,0-8 0,-5-8 0,0-6 0,0 0 0,0-2 0,0-1 0,0 1 0,0-3 0,0 3 0,0-6 0,0-1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24575,'-9'5'0,"0"2"0,-3 4 0,-3 2 0,0 4 0,-1-3 0,2 6 0,5-7 0,-2 8 0,4-4 0,-5 13 0,0-6 0,-3 15 0,0-15 0,6 6 0,1-13 0,5 4 0,3-3 0,0-1 0,3 4 0,1-9 0,5 1 0,4-4 0,0-3 0,7 2 0,-7-5 0,8 1 0,5-4 0,-2 0 0,6 0 0,-8-4 0,0-3 0,-5 0 0,4-8 0,-9 6 0,2-3 0,-3 0 0,-4-4 0,2-1 0,-2-5 0,-2 5 0,-2-13 0,-3 3 0,0-6 0,-5-6 0,4 23 0,-7-13 0,5 20 0,-4-8 0,1 8 0,1 1 0,-1 3 0,1-1 0,-1 3 0,-2 0 0,-6 3 0,1 0 0,0 0 0,2 0 0,2 0 0,0 0 0,1 0 0,4 0 0,2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24575,'6'-1'0,"1"9"0,-1 7 0,-2 6 0,-1 18 0,-3 4 0,0 16 0,0 10 0,0-8 0,6 7 0,-5-29 0,7-2 0,-4-27 0,2-2 0,-2-6 0,-2-5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24575,'12'-6'0,"-4"0"0,1 3 0,-1-2 0,-1 4 0,3-1 0,-3 2 0,8 0 0,0 3 0,15 2 0,-6 4 0,7 2 0,-14-1 0,-1 0 0,-7 1 0,-1-5 0,-2 6 0,-3-6 0,0 5 0,-3-3 0,0 4 0,0 4 0,0 1 0,0 5 0,-4 0 0,3-4 0,-2-3 0,0-3 0,0-3 0,-2-1 0,-1-2 0,-2 0 0,-1-1 0,-2 1 0,-6 0 0,4 0 0,-7 2 0,3-2 0,0-2 0,0-1 0,8-3 0,1 3 0,7 0 0,2 3 0,12 0 0,-3 0 0,6-2 0,17 4 0,-11-6 0,16 3 0,-21-5 0,0 0 0,-8 0 0,-1 0 0,-2 0 0,-3 0 0,-1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3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24575,'5'38'0,"1"-3"0,6 14 0,-7-8 0,-1-9 0,-4-1 0,0-14 0,5 12 0,-4-17 0,4 9 0,-3-12 0,-1-3 0,2 3 0,-3-4 0,0-2 0,0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7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24575,'-9'6'0,"1"-1"0,4 4 0,0 0 0,3 0 0,-2 2 0,3-5 0,3 5 0,0-3 0,3 4 0,-1 0 0,1-1 0,0-2 0,0-1 0,0-2 0,-1 2 0,4-2 0,-3 3 0,2-6 0,-2 0 0,2-3 0,1 0 0,3 0 0,3 0 0,-2 0 0,1 0 0,-3-3 0,-5 3 0,2-6 0,-2 3 0,-1-3 0,1-2 0,-3-1 0,0-2 0,-3 2 0,0 1 0,0 2 0,0 0 0,0 0 0,-3-2 0,0-1 0,-3 0 0,1 1 0,-3 3 0,1-1 0,-1 0 0,3 0 0,-4 3 0,3 0 0,-5 3 0,2 0 0,0 0 0,1 0 0,2 0 0,1 0 0,-4 3 0,5-3 0,-1 3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24575,'0'8'0,"-3"1"0,0 3 0,-3-3 0,0-1 0,3-2 0,0-1 0,1 3 0,-1 1 0,-3 0 0,3 0 0,0-6 0,3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24575,'0'6'0,"0"2"0,0 1 0,0 3 0,3 4 0,-2-4 0,3 5 0,-1-2 0,-3-4 0,3 4 0,-3-6 0,0 0 0,0-1 0,0-2 0,0-3 0,0-1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24575,'6'0'0,"7"-3"0,-3 0 0,4-1 0,1-1 0,-5 1 0,4-2 0,-6 0 0,-2 0 0,-1-2 0,1-1 0,0 0 0,0-2 0,0 2 0,-1 0 0,1-1 0,0 3 0,-1-4 0,-1 5 0,-2-2 0,0 0 0,-1 1 0,2 4 0,-3 6 0,0 6 0,0 7 0,0-3 0,0 8 0,0-9 0,3 9 0,-2-11 0,2 5 0,-3-8 0,0 3 0,0-3 0,0-2 0,0-2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24575,'3'6'0,"0"0"0,-3-1 0,0 1 0,0 0 0,0 0 0,-3 2 0,0 1 0,-3 0 0,1 1 0,-3-3 0,1 4 0,-1-2 0,2 3 0,-2-4 0,2 0 0,-3-2 0,3 0 0,3-1 0,-2 1 0,4 0 0,-1 0 0,2-3 0,0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24575,'2'8'0,"-1"-4"0,1 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24575,'8'0'0,"1"0"0,3 0 0,3 0 0,-2 0 0,1 0 0,-6 0 0,-2 0 0,-3 0 0,0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24575,'12'3'0,"4"-1"0,-3-2 0,2 0 0,-3 0 0,0 0 0,-3 0 0,1 0 0,-3 0 0,1 0 0,-3 0 0,4 0 0,-3 0 0,3 0 0,-3 0 0,-1 0 0,-1 0 0,-2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5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24575,'-4'6'0,"0"-1"0,3 1 0,-2 0 0,3 2 0,0 1 0,0 0 0,0-1 0,0 0 0,0 1 0,0 0 0,0 0 0,0-1 0,4 5 0,-3-2 0,2 2 0,-1-5 0,2 1 0,1 0 0,1-4 0,0-2 0,-1-3 0,1 0 0,-1 0 0,1 0 0,3-3 0,-3 0 0,0-3 0,0-7 0,-6 6 0,6-8 0,-3 6 0,0 0 0,3-2 0,-6 5 0,0-10 0,-1 8 0,-2-7 0,3 9 0,-3-5 0,2 4 0,-1-1 0,0 2 0,-2 1 0,-1 2 0,-1 0 0,0 3 0,0 0 0,0 0 0,3 0 0,0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5:5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0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24575,'5'-7'0,"8"-1"0,-2 5 0,2-1 0,-2-1 0,-5 2 0,3-3 0,-3 0 0,-1 0 0,1 3 0,-1 0 0,1 1 0,0-2 0,-1-1 0,4-1 0,-3 3 0,3 3 0,-3 3 0,-3 3 0,-1-1 0,-2 1 0,3 3 0,0-3 0,0 3 0,-1-4 0,1 3 0,-2-1 0,3 3 0,-3-6 0,2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0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33 24575,'-6'0'0,"1"0"0,-1 0 0,0 0 0,-2 0 0,-1 0 0,0 0 0,-2 2 0,2 2 0,0 1 0,4 1 0,2 0 0,3 3 0,0-3 0,0 2 0,0-2 0,3-1 0,0 1 0,3 0 0,2-1 0,-2 1 0,3-3 0,3 3 0,-1-5 0,5 2 0,-7-3 0,2 0 0,-5 0 0,4-2 0,-1-1 0,0-3 0,3 0 0,-9 1 0,5-4 0,-7 0 0,1-3 0,-2 4 0,0-3 0,0 5 0,0-2 0,0 2 0,-2-3 0,-4 3 0,-3-3 0,0 6 0,0 1 0,1 2 0,-1-3 0,1 3 0,-1-3 0,4 3 0,-1 0 0,0 0 0,0 3 0,3-3 0,0 3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2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24575,'8'3'0,"1"0"0,8 7 0,-5-1 0,4 4 0,-4-1 0,4 0 0,-4 0 0,9 2 0,-7 2 0,11 7 0,-8 0 0,3-2 0,-6 0 0,-5-8 0,1 0 0,-4-2 0,-1-2 0,1 0 0,0-1 0,-1-2 0,1-1 0,0 1 0,-3-3 0,0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3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24575,'7'-17'0,"-1"0"0,2 6 0,-1-1 0,8 3 0,-5 0 0,4 3 0,-4-2 0,-1-1 0,8-1 0,-5-1 0,9 0 0,-8 1 0,2-2 0,-3 6 0,-3-2 0,0 4 0,-4 0 0,-1 3 0,-2-2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24575,'5'-1'0,"4"4"0,0 6 0,13 19 0,-6-8 0,22 25 0,-5-14 0,15 10 0,-1 0 0,-10-14 0,-4 3 0,-16-17 0,0 0 0,-6-4 0,-2-1 0,-1 0 0,-2-1 0,0 1 0,0-2 0,-3-3 0,0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24575,'11'-11'0,"14"-5"0,3-1 0,15-10 0,8-2 0,-6 1 0,-4 3 0,-15 9 0,-6 5 0,-9 3 0,2 1 0,-7 2 0,-1-1 0,1-3 0,-1 3 0,1-2 0,0 2 0,-3 3 0,-1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4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7536 289 24575,'-2'8'0,"-2"-2"0,-1 6 0,-3-3 0,0 6 0,-4 3 0,1 3 0,-4 2 0,1-1 0,2-1 0,-2 1 0,1 9 0,-3-7 0,-4 14 0,2-6 0,-2 10 0,0-2 0,0 1 0,-8 3 0,6-3 0,-12 6 0,0-8 0,-9 3 0,-1-13 0,-3 5 0,2-5 0,-8 6 0,-1-4 0,-1 3 0,-3-8 0,4 2 0,-6-4-439,1 0 439,-1 0 0,0 0 0,0 0 0,1-6 0,-1 0 0,-7-6 0,22-5 0,1-1 0,-30 1 0,30-4 0,2 0 0,-27 3 0,24-5 0,6 5 0,-3 0 0,-12 1 0,15-2 0,-1-2-442,-3 0-1,0 0 443,4-3 0,-2 0 0,-7 0 0,-1 0 0,0 0 0,-1 0-656,-2 0 1,-1 0 655,2 0 0,2 0 0,0 0 0,0 0 0,1 0 0,0 0 0,4 0 0,0 0-188,-1 0 0,1 0 188,-1 0 0,3 0 0,2 0 0,1 0 0,-4 0 0,-1 0 0,0 0 0,-1 0 0,-3 0 0,-2 0-589,1 0 0,1 0 589,-6 0 0,1 0 0,4 0 0,-2 0 0,-23 0 0,-1 0 0,25 0 0,0 0 0,-16 0 0,2 0 0,-7 0 222,4 0-222,-1 0 0,-3 0 0,28-3 0,-1 0 0,4 0 0,0-2 0,-4-1 0,1-1 0,-1 0 0,1 0 0,-1 0 0,-1 1 0,0 0 0,0-2-53,-6-2 0,-1 0 53,2-1 0,0-1 0,-8 2 0,-1-2 0,1-2 0,-1 0 0,5 3 0,0 0 0,-4 0 0,1 0 0,7-3 0,1 2 0,-5 3 0,2 2 0,3-6 0,0-1 0,-17 0 0,0 1 0,16-1 0,1-1 0,-12-1 0,1-1 0,19 5 0,3-2-38,-1-1 1,-1-2 37,0-3 0,0-1 0,-1-3 0,0 0 0,1 0 0,-1 0 0,-1-3 0,1 0 0,1 2 0,-2 1 0,-3-1 0,0 0 0,4 1 0,0 2 0,0 2 0,3 1 0,-21-12 1150,9 4-1150,10 7 561,7 2-561,-1-6 1452,11 7-1452,-6-12 948,5 13-948,-5-13 37,2 6-37,-11-10 0,-8-12 0,5 9 0,0-1 0,20 16 0,5 8 0,3-2 0,0-3 0,-2-3 0,5 3 0,0 5 0,4 2 0,3 5 0,-2-6 0,2 3 0,-3-2 0,1 0 0,-1-1 0,-3 4 0,0-4 0,0 6 0,4 0 0,2 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24575,'5'6'0,"1"-1"0,0 1 0,0 0 0,2 0 0,-1 0 0,1-1 0,0 1 0,1 0 0,2-1 0,1 1 0,-3 0 0,2-1 0,-5-2 0,2 0 0,0 0 0,-1-3 0,1 3 0,-2-3 0,0 0 0,0 0 0,-3 0 0,-1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5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24575,'-9'6'0,"1"0"0,2-1 0,0 4 0,0-3 0,0 9 0,0-7 0,0 8 0,3-10 0,0 3 0,0-1 0,0 1 0,0-1 0,-2 3 0,2-5 0,0 0 0,0-3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6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24575,'-3'6'0,"0"-1"0,3 4 0,0-3 0,0 5 0,0-2 0,0 2 0,0 1 0,0-1 0,0 1 0,0 0 0,0-1 0,0-2 0,0 1 0,3-1 0,0 0 0,0 2 0,3 2 0,-5 0 0,2 1 0,0-3 0,-2-5 0,1 2 0,0 0 0,-1-1 0,4 4 0,-2-5 0,0 3 0,2-1 0,-2 1 0,1 0 0,-2-1 0,1 0 0,-3-2 0,6 6 0,-3-6 0,0 2 0,0-2 0,-3-1 0,2 3 0,-1-1 0,2 1 0,-3-2 0,0 0 0,0 0 0,0-1 0,0 1 0,0-3 0,0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2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1 440 24575,'8'1'0,"-1"1"0,8-8 0,0 2 0,2-3 0,4-3 0,5-3 0,-2-3 0,6 0 0,-11-2 0,5-5 0,-9 4 0,10-2 0,-14 5 0,6-3 0,-6-3 0,4 1 0,-4-1 0,3-1 0,-6 2 0,3-1 0,-4 0 0,1 0 0,-2 4 0,0 3 0,0 3 0,-3 3 0,0 1 0,-3 2 0,0 1 0,0-1 0,0 5 0,0 12 0,0-1 0,0 13 0,0-5 0,0 3 0,0 2 0,0 7 0,0-6 0,0 6 0,0-8 0,0 0 0,0 0 0,0-5 0,0 0 0,0-6 0,0-2 0,0-1 0,0-3 0,0 1 0,0 0 0,0 0 0,0 0 0,0 0 0,0-3 0,0-1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2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24575,'0'12'0,"0"-1"0,0 1 0,0 0 0,0-4 0,3 8 0,1-6 0,0 4 0,-2-4 0,-2-4 0,0 3 0,0-4 0,0 1 0,0 0 0,0 0 0,0 0 0,3-1 0,2-1 0,2-2 0,1-2 0,-2 0 0,7 3 0,-6-2 0,6 2 0,-5 0 0,-1-3 0,1 3 0,1 0 0,0 0 0,-1 3 0,0-1 0,-2 1 0,2 0 0,-1-1 0,-2 1 0,-2-1 0,-3 1 0,0 0 0,0 0 0,0 0 0,0 2 0,0-1 0,-3 3 0,0-1 0,-3-3 0,-6 2 0,2-4 0,-7 3 0,6-4 0,-5 3 0,4-5 0,-2 2 0,6-3 0,2 0 0,-7 0 0,-2-3 0,0 2 0,2-3 0,8 2 0,1-1 0,2-1 0,2 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2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24575,'12'0'0,"-4"0"0,4 0 0,-3 0 0,0 0 0,1 0 0,-3 0 0,3 0 0,-1 0 0,3 0 0,4 0 0,-4 0 0,9 0 0,-8 0 0,0 0 0,-4 0 0,-3-2 0,-1-1 0,1-1 0,2 2 0,1 2 0,2 0 0,-4 0 0,-2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2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24575,'-6'11'0,"0"-2"0,0 3 0,0-6 0,3 2 0,0 0 0,3-1 0,-2 3 0,1-3 0,-1 1 0,2-2 0,0 2 0,0 1 0,0 0 0,0 2 0,0-5 0,2 5 0,2 2 0,2-2 0,1 1 0,6-5 0,-4-1 0,5-2 0,-3-2 0,3 1 0,-2 1 0,2 0 0,-4-1 0,-1-3 0,0 0 0,2 0 0,-4 0 0,3 0 0,-1-3 0,0 0 0,2-3 0,-5-3 0,3 3 0,-6-2 0,3-5 0,-6 3 0,4-6 0,-4 4 0,3-4 0,-2 6 0,2-5 0,-5 6 0,1 0 0,-4-2 0,2 5 0,-3-5 0,0 2 0,-2 0 0,1 1 0,-3 5 0,1 0 0,-2 3 0,2 0 0,0 0 0,3 0 0,0 0 0,3 0 0,1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24575,'17'14'0,"1"3"0,5 11 0,3 9 0,7 3 0,-7-6 0,-2 0 0,-9-10 0,0 7 0,-6-14 0,-2-1 0,-2-4 0,1-4 0,0 0 0,-3-4 0,0-2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3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24575,'0'8'0,"-3"1"0,0 0 0,0 0 0,-3 3 0,5-4 0,-5 12 0,3-10 0,-5 11 0,2-4 0,-4 5 0,-2 0 0,-3 0 0,-6 4 0,6-8 0,-6 6 0,5 2 0,-7 2 0,5 3 0,-4-5 0,7-4 0,1-5 0,5-1 0,3-7 0,0 2 0,6-5 0,-3 5 0,1-2 0,-2 3 0,1-4 0,1 0 0,2 1 0,0 0 0,-3 3 0,3-3 0,-3-1 0,3-5 0,0-1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89 24575,'0'8'0,"0"1"0,-3 2 0,2-2 0,-1 3 0,4-4 0,2 4 0,1-1 0,1-2 0,0-1 0,0-2 0,0 0 0,2-3 0,-2 0 0,5-3 0,-2 0 0,-1 0 0,1 0 0,0 0 0,-3 0 0,2 0 0,0-3 0,-1 0 0,1-3 0,-3 0 0,1 0 0,-3 1 0,0-1 0,0-2 0,-3 2 0,3-5 0,-3 2 0,0-3 0,0 3 0,-3-6 0,2 7 0,-3-5 0,2 5 0,-1-1 0,0 0 0,-2 1 0,2 3 0,-3-1 0,0 3 0,-7-3 0,5 3 0,-4-4 0,-1 0 0,5 4 0,-5 0 0,8 5 0,-1 1 0,-3 3 0,3 0 0,0-3 0,3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5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24575,'-6'17'0,"1"-1"0,3 9 0,-3 11 0,3-6 0,-3 16 0,5-27 0,0 11 0,0-8 0,0-5 0,0 4 0,0-8 0,0 0 0,0-4 0,0-3 0,0-6 0,0 2 0,0-4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5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24575,'3'13'0,"3"-3"0,5 11 0,1-9 0,1 5 0,7 2 0,-7-4 0,7 2 0,-8-9 0,-1 0 0,-2-2 0,-1 3 0,1-3 0,-3-3 0,2 0 0,-2-3 0,0 0 0,-1 2 0,-5 8 0,-1 0 0,-5 11 0,-5-4 0,-9 16 0,-12-1 0,-16 9 0,-9 2-427,26-21 1,-1 1 426,1-1 0,-1 1 0,2-1 0,-1-1-254,-29 15 254,6 0 0,4-8 0,19-7 0,6-9 0,29-12 0,-2-1 842,15-8-842,-6 0 265,8-10-265,-4 0 0,1 3 0,-10 7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6:5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24575,'6'6'0,"0"2"0,-3-1 0,0 4 0,-3-2 0,4 15 0,1-5 0,0 7 0,-2-5 0,-8 4 0,-1 8 0,-3 8 0,-2-1 0,2-7 0,1-3 0,0-8 0,5-7 0,0 0 0,-1-2 0,1 0 0,-1 1 0,1-3 0,3-5 0,0 2 0,0-2 0,0 0 0,0-1 0,0-2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3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80 24575,'0'6'0,"0"2"0,-3 6 0,-1-2 0,-2 4 0,-1 1 0,1-5 0,-1 9 0,1-9 0,-1 9 0,1-3 0,-2 3 0,2-3 0,-2 3 0,3-9 0,-3 9 0,2-9 0,0 9 0,0-8 0,-1 3 0,2-5 0,-4-2 0,3-1 0,-3 1 0,3-3 0,1 3 0,2-9 0,0-3 0,3-6 0,5-15 0,1-4 0,3-13 0,0 8 0,1-5 0,-2 14 0,1-7 0,-2 10 0,0 3 0,0-3 0,-4 12 0,3-12 0,-2 12 0,2-8 0,0 8 0,-3 1 0,3-5 0,-3 3 0,4-3 0,-4 5 0,0 2 0,-1 0 0,-1 0 0,4-2 0,-2 4 0,2-1 0,1 5 0,0 0 0,3 2 0,-3 1 0,5 6 0,-2 0 0,2 3 0,0-3 0,1-1 0,-3-3 0,-1 3 0,-2-1 0,0 1 0,2-2 0,-2 0 0,2 0 0,1-1 0,-3 3 0,3 1 0,-1 0 0,1 2 0,2-2 0,0 0 0,-2-1 0,0-4 0,3 1 0,-1-1 0,5-1 0,0 3 0,-6-3 0,6 4 0,-7-2 0,0-1 0,1 1 0,-4-2 0,0 3 0,-6 2 0,-6 1 0,-2 3 0,-12 7 0,2-4 0,-9 7 0,6-7 0,-1-1 0,0 1 0,5-2 0,-4-2 0,8 0 0,-3-1 0,4-1 0,4 2 0,-1-5 0,1 2 0,2-2 0,-5-1 0,2 1 0,0 3 0,1-3 0,2 5 0,-2-5 0,2 2 0,-5-2 0,5 2 0,-3 1 0,1 0 0,1 0 0,-3-3 0,3-1 0,-1 1 0,0-1 0,2-1 0,-6 1 0,6-2 0,-5 2 0,5 1 0,-5 0 0,5-5 0,0-2 0,4-12 0,2-1 0,0-4 0,0-3 0,5-12 0,-1 6 0,5-12 0,-2 22 0,1-3 0,-2 7 0,0-3 0,0 4 0,-3 3 0,2-1 0,-4 3 0,1-3 0,1-4 0,1 1 0,2-8 0,1 4 0,1-5 0,-2 5 0,0 4 0,0 2 0,-3 4 0,3-3 0,-6 3 0,3-1 0,-3 3 0,0-1 0,0-3 0,3 0 0,-3 0 0,3 1 0,-3 2 0,0 1 0,0 2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59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24575,'17'-7'0,"0"-2"0,-8 0 0,1 0 0,-1 1 0,0-1 0,0 0 0,-3 0 0,-1-1 0,1 1 0,0-7 0,3 3 0,1-8 0,0 9 0,2-4 0,-5 4 0,1 1 0,-3-1 0,1 1 0,0 2 0,0-2 0,0 2 0,-1 1 0,1-1 0,-3 3 0,0 0 0,-1 1 0,1-1 0,4 13 0,-4-5 0,6 35 0,-8-23 0,5 24 0,-6-21 0,0 14 0,0-7 0,0 6 0,0-13 0,0 4 0,0-9 0,0 4 0,3 0 0,-3-5 0,3 1 0,-3-6 0,0 0 0,0 0 0,0-3 0,0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0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 24575,'9'-3'0,"-1"0"0,-2 3 0,0 0 0,-1 0 0,1 0 0,3 3 0,0 0 0,2 3 0,0-1 0,1 1 0,-3 3 0,-1-3 0,-5 3 0,3-1 0,-3 0 0,0 1 0,0 2 0,-3-2 0,0 3 0,0-1 0,0 1 0,0-1 0,0 0 0,-4 6 0,3-5 0,-6 9 0,7-11 0,-6 10 0,2-13 0,-2 9 0,0-7 0,-2 2 0,2-2 0,-3 2 0,3-4 0,0 1 0,1-5 0,-1 0 0,0-3 0,-2 0 0,2 0 0,-2 0 0,2 0 0,0 0 0,0 0 0,-2-3 0,4 0 0,-3-5 0,6 1 0,-2-1 0,3 2 0,0 0 0,3-2 0,-2 2 0,3-2 0,0 4 0,1 2 0,1 2 0,0 2 0,0 2 0,2 1 0,-1 1 0,1-1 0,-3 4 0,2 5 0,-4-4 0,1 2 0,-4-3 0,2 0 0,1 0 0,3-1 0,0 0 0,-1-1 0,1-7 0,-3 1 0,0-6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24575,'6'-4'0,"2"0"0,-1 3 0,8-5 0,-4 3 0,4-4 0,2 0 0,0 1 0,0-3 0,-1 0 0,-3-8 0,-1 4 0,-2-2 0,-1 3 0,-4 0 0,1 1 0,2 0 0,0-6 0,0 5 0,2-9 0,-3 9 0,2-2 0,-5 11 0,3 19 0,-6-6 0,8 26 0,-8-24 0,3 18 0,-4-13 0,0 14 0,0-7 0,0 6 0,0-13 0,4 4 0,-1-8 0,1 0 0,1-5 0,-4-2 0,1 2 0,-2-1 0,0 1 0,0-5 0,0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24575,'5'9'0,"4"-1"0,-3-2 0,5 3 0,-2 0 0,2 0 0,-2-1 0,2 0 0,-2-2 0,3 2 0,-1-2 0,-2 0 0,-1-3 0,0 3 0,-2-3 0,0 0 0,-3-1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24575,'16'-3'0,"-6"2"0,10-6 0,-5 4 0,2-4 0,4-1 0,-8 0 0,7-3 0,-3-2 0,5 2 0,-5-2 0,0 3 0,-8 1 0,-1 4 0,-5 2 0,-1 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4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24575,'6'3'0,"2"-3"0,6-4 0,-1-2 0,7-1 0,-3-3 0,6 2 0,7-3 0,-6-1 0,1 4 0,-8-2 0,-6 4 0,0-2 0,-2 2 0,-1-3 0,-2 1 0,0 0 0,3-1 0,-3 0 0,2 1 0,-2 1 0,-1-1 0,1 2 0,-3 8 0,0 2 0,-3 13 0,0 0 0,0 5 0,0-1 0,0 1 0,0-5 0,0 0 0,0-6 0,0-2 0,2 2 0,-1-8 0,1 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24575,'17'4'0,"4"-1"0,5-3 0,6 0 0,17 0 0,-6 0 0,6 0 0,-17 0 0,-2 0 0,-12 0 0,-2 0 0,0 0 0,-3 0 0,3 0 0,0 0 0,1 0 0,5 0 0,9 0 0,9 0 0,3 0 0,-2 0 0,-11 0 0,-8 0 0,0-3 0,-4 2 0,-3-2 0,10-1 0,-13 2 0,17-2 0,-15 1 0,1 2 0,1-3 0,5 0 0,-9 3 0,10-4 0,-17 5 0,1 0 0,0 0 0,0 0 0,0 0 0,2 0 0,1 0 0,2 0 0,0 0 0,6-3 0,0-1 0,0-3 0,-3 3 0,-4 2 0,-3 2 0,1 0 0,-2 0 0,0 0 0,2-3 0,-1 2 0,3-1 0,-3 2 0,3-2 0,-6 1 0,1-2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24575,'5'3'0,"4"0"0,4-7 0,-2 4 0,9-3 0,-6 0 0,1-1 0,-2-3 0,-7 2 0,-1-1 0,1 1 0,2-1 0,-1 0 0,1 0 0,1 0 0,-3 0 0,5 1 0,-5-1 0,2 0 0,-2 6 0,0 8 0,-2-1 0,-1 6 0,-3-5 0,2 1 0,2 0 0,-1-1 0,-1-2 0,-2 0 0,3 2 0,0-1 0,0-1 0,0-4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24575,'1'5'0,"1"1"0,-5 0 0,1 0 0,-1 2 0,-1-1 0,4 1 0,4-7 0,-1 0 0,-1-3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0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24575,'6'-3'0,"-1"-2"0,1-2 0,0-3 0,0 3 0,0-1 0,0 2 0,-3 0 0,2-2 0,-2 1 0,3-1 0,-1 3 0,1-1 0,-3 0 0,2-2 0,-2-1 0,3 0 0,-3 1 0,0 2 0,0 0 0,-3 8 0,6 7 0,-6 1 0,4 10 0,-1-5 0,1 6 0,0-6 0,2 0 0,-6-6 0,3 0 0,0 3 0,0-12 0,0 5 0,0-7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24575,'6'0'0,"0"0"0,-1 0 0,3 2 0,-4 1 0,4 6 0,-3-3 0,2 3 0,-2-4 0,-2 1 0,-3 0 0,0-1 0,0 1 0,0 0 0,0-1 0,0 1 0,-3 0 0,0 0 0,0 0 0,-2-1 0,2 1 0,-5 0 0,1-3 0,-1 2 0,3-2 0,-1 0 0,0 0 0,0-3 0,0 0 0,0-3 0,3 0 0,1-3 0,2 1 0,2-1 0,1 0 0,3 3 0,0 1 0,0 2 0,2 2 0,1 1 0,3 3 0,-4-3 0,3 2 0,-5-4 0,3 1 0,-1 1 0,-1 2 0,1 2 0,-2 1 0,2-2 0,-2 0 0,2 0 0,-2-3 0,0-1 0,2-4 0,-1-1 0,-1 0 0,-4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47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7060 0 24575,'0'11'0,"0"6"0,0 0 0,-5 13 0,1-6 0,-1 7 0,-4 7 0,3-3 0,-5 14 0,1 0 0,-1-6 0,-1 14 0,7-22 0,-6 20 0,5-20 0,-5 14 0,-4-8 0,2-9 0,-2 7 0,-2-7 0,1 9 0,-2-9 0,-8 10 0,7-9 0,-16 14 0,13-5 0,-9-3 0,9 1 0,-7-8 0,-5 5 0,-6-4 0,-13-2 0,-2-2-509,-4 0 509,-1-4 0,1 4 0,-1-5 0,1 0 0,-1 0 0,9-2 0,-7-4 0,7 3 0,-9-2 0,1 0 0,-1 3 0,0-3 0,-8 0 0,7 3 0,22-14 0,1-2 0,-32 12 0,31-11 0,0 0 0,0 2 0,-1 1 0,-3-3 0,-1 1-553,0 1 1,-1 1 552,-3-3 0,-2 0 0,1 2 0,1 2 0,3-4 0,0 1 0,1 2 0,1-1-269,-26 4 269,0 0 0,9-1 0,1 0 0,-1-1 0,-7 2 0,-4-6-750,25-4 0,-3 0 750,-1-3 0,0 0 0,-8 0 0,-1 0 0,6 0 0,-2 0 0,-12 0 0,1 0 0,22 0 0,1 0 171,-6 0 0,4 0-171,-5 0 1021,10 0-1021,-1 0 0,-8 0 0,-11 0-688,-10 0 688,24 0 0,-4 0 30,-3-4 1,-2 1-31,1 2 0,-2 0-983,-14-5 0,0-2 983,9 4 0,1 0 0,-4-1 0,0 2-690,2-1 0,1 1 690,7 0 0,0-1 0,3-2 0,2-1-90,1 3 0,1-1 90,0-4 0,-2 0 0,-17 1 0,-3 1 0,15 0 0,0-1 0,-13-1 0,4-2 0,-8-1 358,33 6 1,0-1-359,-24-11 0,-6 0 0,9-1 0,7-2 1811,-5 3-1811,11-10 0,-7-3 0,5-4 0,-7-8 910,-3-2-910,27 22 0,0 1 0,-1 0 0,1 1 0,-23-20 0,0 4 0,7-4 1035,7 7-1035,-6-1 0,11-4 0,-6-3 0,6-6 606,8 12-606,4 7 164,13 8-164,-8-1 764,9-2-764,-6 3 166,4 0-166,4 3 0,-4-3 0,4-2 0,-1 1 0,2 1 0,-2-1 0,1 0 0,-4 0 0,1 4 0,0 5 0,5 5 0,-1-1 0,6 3 0,-6-9 0,5 7 0,-9-12 0,6 10 0,-5-6 0,3 7 0,-1-6 0,2 7 0,0-5 0,0 0 0,1 5 0,-2-7 0,0 6 0,0 0 0,1-1 0,1 3 0,2-1 0,0 0 0,-2 1 0,-1-4 0,-1 5 0,0-2 0,0 2 0,0 0 0,1 1 0,-1-1 0,0 0 0,1 1 0,-1-1 0,0 0 0,1 0 0,-1 0 0,0 1 0,-3-4 0,3 3 0,-2-2 0,0 2 0,-1 1 0,-2-1 0,2 0 0,0 0 0,3 0 0,-2 0 0,4 3 0,-1 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4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59 24575,'4'13'0,"0"1"0,4 17 0,0-7 0,0 6 0,0-8 0,-1 0 0,-3-4 0,3 2 0,-6-7 0,2 3 0,-3-5 0,0 1 0,0-1 0,0-2 0,0-1 0,0-2 0,0 0 0,0-8 0,0-6 0,0-18 0,0-7 0,0-7 0,0 7 0,5-14 0,-4 26 0,5-16 0,-6 19 0,0 1 0,0 1 0,0 4 0,0 0 0,0 4 0,0 0 0,2 2 0,2 5 0,4 2 0,5 6 0,-1-2 0,9 2 0,-8-1 0,1-2 0,-4-2 0,-3-2 0,3 3 0,-3-2 0,1 1 0,-2-2 0,0 0 0,0 0 0,-1 3 0,-1 0 0,-2 3 0,-2 6 0,0-1 0,0 10 0,-3-4 0,-5 5 0,-6 8 0,-3 2 0,-9 5 0,8-6 0,-11-1 0,13-8 0,-13 8 0,14-12 0,-5 2 0,9-11 0,2 2 0,0-4 0,3 1 0,1 0 0,-4-2 0,3 2 0,3-5 0,4 0 0,4-3 0,3 0 0,-1 0 0,1 0 0,-5 0 0,0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24575,'13'0'0,"-3"-1"0,11-6 0,-4 1 0,0-3 0,4-3 0,-4 3 0,5-2 0,-5 4 0,0-2 0,-6 3 0,0-3 0,1 1 0,0 0 0,-3-9 0,3 0 0,-1 0 0,-1 1 0,-2 4 0,0 1 0,-1 2 0,1 1 0,-5 2 0,0 0 0,-3 0 0,0 1 0,0 11 0,-4 12 0,2 2 0,-8 25 0,4-15 0,-5 20 0,1-10 0,4-12 0,-3 10 0,9-23 0,-5 9 0,5-15 0,0-1 0,0-2 0,0-3 0,0-1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24575,'-9'5'0,"3"1"0,0 3 0,3 2 0,3-2 0,0 2 0,-2 1 0,1-4 0,-1 1 0,7-3 0,-1-3 0,19 4 0,-5-2 0,7 2 0,-11-3 0,-3-1 0,-3-1 0,1 1 0,-1 3 0,-1 7 0,-1-3 0,0 6 0,-2-7 0,-2 2 0,-2-5 0,0 3 0,0-1 0,-2 1 0,-2 0 0,-1-1 0,-1-3 0,0-1 0,-2-2 0,2-2 0,-10 0 0,6 0 0,-6 0 0,4 0 0,-3-3 0,2 0 0,-4-3 0,8 0 0,4 0 0,2 3 0,3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6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24575,'11'-3'0,"6"0"0,0 3 0,5 0 0,0-3 0,-7 2 0,0-3 0,-6 2 0,0 1 0,-1-1 0,-2 2 0,-1 0 0,1 0 0,-3 0 0,0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8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24575,'0'6'0,"-3"2"0,2-2 0,-4 10 0,4-6 0,-5 11 0,5-11 0,-3 2 0,4-6 0,3 3 0,-2-3 0,3 5 0,0-4 0,1 1 0,4-3 0,-3 1 0,5 0 0,-4-3 0,1-1 0,5 1 0,-6-1 0,6 1 0,-5-3 0,1 0 0,0 0 0,2 0 0,-5 0 0,3 0 0,-3 0 0,-1-3 0,1 0 0,-3-2 0,3-9 0,-3 7 0,4-8 0,-4 8 0,0-1 0,-1-1 0,-1 3 0,1-2 0,-2 2 0,0 0 0,0 1 0,-2-1 0,-1-2 0,-3-1 0,0-3 0,-3 3 0,3 1 0,-2 5 0,2 0 0,1 3 0,-1 0 0,-2 0 0,-1 0 0,-3 0 0,0 0 0,1 0 0,2 0 0,1 0 0,5 0 0,1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24575,'6'0'0,"-1"0"0,4 8 0,0 1 0,2 3 0,1 0 0,4 0 0,-4 0 0,2 1 0,-6-4 0,-2-1 0,-1-2 0,1 0 0,0 0 0,0-1 0,-3-1 0,0-2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1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24575,'17'-6'0,"0"2"0,-6 1 0,5 0 0,-3-1 0,3-2 0,-5 0 0,-2 1 0,2-1 0,-2 0 0,2 1 0,1-1 0,-1 0 0,1 0 0,0 0 0,-4 3 0,3-2 0,-5 2 0,2 0 0,-4 0 0,-2 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24575,'9'3'0,"7"-3"0,-6-3 0,11-4 0,-4 0 0,5-3 0,-1-2 0,2 0 0,-1-1 0,-5 3 0,3-4 0,-6-3 0,4-1 0,-4 0 0,-4 2 0,-2 5 0,-2 2 0,0 0 0,-1 1 0,1 2 0,0 10 0,-2-2 0,-1 18 0,-3-5 0,0 7 0,0 0 0,0 0 0,0 0 0,0-5 0,0-3 0,0-6 0,3 0 0,-2-2 0,1 3 0,0-1 0,2-1 0,-1-2 0,-1-2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2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24575,'21'0'0,"5"0"0,22 0 0,3 0 0,9 0 0,9 0 0,-8 0 0,-2 0 0,-9 0 0,-1-6 0,-6 0 0,6-4 0,-21 4 0,9 1 0,-9 5 0,21-5 0,-19 4 0,16-5 0,-18 6 0,21-5 0,2-2 0,-8-2 0,-5 0 0,-23 4 0,-2 2 0,-7 3 0,2 0 0,-2 0 0,3 0 0,-3 0 0,2-2 0,1 1 0,0-2 0,-4 3 0,-2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24575,'5'0'0,"4"-3"0,0 3 0,7-6 0,-4 3 0,5-3 0,-6-3 0,0 3 0,1-3 0,-3 3 0,2 1 0,-2-1 0,2 1 0,-2-1 0,2 0 0,-5 3 0,5-2 0,-2 2 0,0-3 0,2 0 0,-5 3 0,5-2 0,-5 10 0,0-5 0,-4 12 0,-2 1 0,0 4 0,-3 5 0,3-7 0,-4 0 0,4-8 0,0 1 0,0-3 0,0 1 0,0 0 0,3 3 0,-2-6 0,1 3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24575,'1'6'0,"-2"-1"0,-5 4 0,1 0 0,-1 2 0,0-2 0,1-1 0,2-2 0,-3 2 0,6-1 0,-6 1 0,3 1 0,-3-3 0,1 5 0,-1-5 0,3 0 0,0-4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6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24575,'6'-6'0,"-1"3"0,4-2 0,-3 1 0,5-1 0,-4-1 0,3 0 0,-3 1 0,1-3 0,-3 1 0,1-1 0,0 2 0,0 0 0,0 0 0,-1 1 0,-1-1 0,0 0 0,0 6 0,1 0 0,-1 8 0,-2 1 0,-2 8 0,0-4 0,0 2 0,0-3 0,0 4 0,0-3 0,0 3 0,0-5 0,0-2 0,0-1 0,0 0 0,0 1 0,0 0 0,2 0 0,-1-6 0,2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2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41 24575,'6'-6'0,"-1"0"0,1 0 0,0 0 0,-1 3 0,3-2 0,-1 2 0,1 0 0,-2 0 0,0 3 0,0 0 0,2 3 0,1 0 0,-3 3 0,1 2 0,-6-2 0,2 3 0,-3-3 0,0-1 0,0 1 0,0 2 0,0 1 0,0 0 0,0-1 0,0-2 0,0 0 0,0 0 0,0-1 0,-3 4 0,0-1 0,0 1 0,-2 2 0,2-5 0,-3 3 0,0-3 0,1-3 0,-4 0 0,0-1 0,0-1 0,-1 4 0,3-5 0,-1 5 0,2-2 0,1 1 0,-1-2 0,0-2 0,0 0 0,0-2 0,-2-2 0,4-1 0,-1-1 0,5 1 0,0-1 0,0 0 0,0 0 0,0 0 0,3 0 0,0 1 0,3 1 0,-1 2 0,1 2 0,0 0 0,0 0 0,0 0 0,2 2 0,1 2 0,0 1 0,1 1 0,-4-3 0,3 3 0,-3-3 0,0 3 0,2 0 0,-2-3 0,2 2 0,0-2 0,-1 2 0,1 1 0,1 0 0,0-1 0,2 1 0,-2 0 0,-1 0 0,-2-3 0,-1 0 0,1-3 0,0 0 0,7 3 0,-3-3 0,6 4 0,-7-4 0,0 0 0,-6 0 0,-1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8:3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24575,'6'11'0,"-3"-2"0,0 7 0,-3-6 0,0 11 0,3-4 0,0 0 0,2-3 0,-1-3 0,-3-5 0,5 10 0,-3-6 0,2 3 0,-3-2 0,0-2 0,-1 0 0,2 2 0,-3-5 0,0 5 0,0-2 0,0 2 0,0 1 0,0-3 0,0 2 0,0-3 0,0 1 0,0-1 0,0-2 0,0 3 0,0-3 0,0 3 0,0-4 0,0 3 0,0-1 0,0 1 0,0-3 0,2 4 0,1-6 0,5 3 0,1-6 0,3 0 0,0 0 0,-1 0 0,0 0 0,1-3 0,-4 0 0,4-3 0,-6 0 0,5-2 0,-2 2 0,0-5 0,-1 3 0,0-4 0,-2 3 0,3-2 0,-3 4 0,-1-1 0,1 0 0,0 2 0,-1-2 0,1 2 0,0 0 0,-1-2 0,1 1 0,0-1 0,0 2 0,0 1 0,2-1 0,-2 0 0,2 1 0,-2-1 0,0 0 0,2 0 0,-2 0 0,3 1 0,-3 1 0,2 0 0,-2 0 0,0-1 0,-6-3 0,-3 1 0,-5-1 0,1 2 0,-1 0 0,-1 0 0,-4 0 0,0 3 0,-3 0 0,-8-2 0,12 4 0,-17-4 0,19 5 0,-6-2 0,7-1 0,1-1 0,-5-1 0,5 4 0,-7-3 0,-7 0 0,10 3 0,-17-3 0,14 0 0,0 3 0,0-2 0,2 0 0,2 2 0,-4-2 0,9 3 0,-3 0 0,6 0 0,1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0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6 507 24575,'-3'-9'0,"1"0"0,5-6 0,2-3 0,1-4 0,5 0 0,-3 0 0,4-8 0,-2 11 0,0-6 0,3 9 0,-1 4 0,2-9 0,0 3 0,0-3 0,8-5 0,-7 7 0,6-5 0,-8 6 0,2-3 0,-4 3 0,2-2 0,-6 7 0,3 0 0,-5 2 0,-1 5 0,-2-3 0,0 1 0,-1 1 0,2-1 0,-1 2 0,1 6 0,1 0 0,-2 8 0,-2 7 0,0 2 0,0 5 0,0-1 0,0 1 0,0 0 0,0 0 0,0 0 0,0-5 0,0 4 0,0-9 0,0 9 0,0-8 0,0 1 0,0-6 0,0-2 0,0-1 0,3 3 0,-3-1 0,3 1 0,-3-2 0,0 0 0,0 0 0,0-3 0,0-1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0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30 24575,'5'-3'0,"1"0"0,3 0 0,0 0 0,0 0 0,-1 0 0,0 3 0,-2 0 0,2 0 0,-2-2 0,0-1 0,0-1 0,2 2 0,-1 2 0,3 0 0,-1 0 0,0 0 0,-1 0 0,1 2 0,0 2 0,0 1 0,-1 1 0,-2 3 0,-1 0 0,1 2 0,-1-2 0,-1-1 0,-2-2 0,-2 2 0,0 1 0,0 3 0,0-1 0,0 0 0,0 6 0,0-5 0,0 9 0,0-9 0,-3 9 0,3-11 0,-4 6 0,1-3 0,0 0 0,-2 3 0,-4 0 0,6-4 0,-7 5 0,4-6 0,-2 1 0,-1-1 0,-3-2 0,1 0 0,-1-4 0,1 1 0,2 0 0,-2-1 0,5-1 0,-5-2 0,2-2 0,-2 0 0,-6 0 0,5 0 0,-4-2 0,7-2 0,1-1 0,2-1 0,0 0 0,0 1 0,1-4 0,1 3 0,2-3 0,2 4 0,3-8 0,1 3 0,0-4 0,1 6 0,0 5 0,4 0 0,2 3 0,-2 0 0,0 0 0,-3 0 0,0 0 0,-1 0 0,1 0 0,0 0 0,-1 0 0,3 3 0,1 0 0,0 2 0,0 1 0,-3 0 0,-1 0 0,1 0 0,0 0 0,-1-1 0,1 1 0,2 0 0,-2-1 0,3 1 0,-1-1 0,-1 1 0,1 0 0,-2 0 0,-1 0 0,1 0 0,0-1 0,-1 3 0,1-1 0,0 3 0,3-3 0,-3 1 0,2-2 0,-2 0 0,-3-3 0,-1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0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24575,'8'-3'0,"6"1"0,3 2 0,5 0 0,9 0 0,-7 0 0,6 0 0,-13 0 0,12-5 0,-14 2 0,7-3 0,-12 4 0,-1 2 0,8 3 0,-4 0 0,7 8 0,-10-5 0,3 4 0,-7-2 0,-1-1 0,-2 1 0,0 1 0,-3 0 0,0-1 0,0 3 0,0-5 0,-3 5 0,-2-2 0,-4 3 0,-7 0 0,-2 2 0,-3 0 0,3-3 0,3 1 0,6-6 0,-3 3 0,3-3 0,-2-3 0,2 0 0,6-6 0,4 2 0,7-1 0,14 6 0,-3 1 0,7 0 0,3 2 0,-14-3 0,14 4 0,-19-2 0,6 1 0,-10-2 0,3 9 0,-3-4 0,0 3 0,-2-5 0,-2-2 0,-2 0 0,0 0 0,0 0 0,-2 2 0,-2 1 0,-4 0 0,2-1 0,-10-2 0,2 4 0,-8-2 0,-1 0 0,-7-5 0,6-3 0,-6 0 0,8 0 0,5 0 0,3 0 0,6 0 0,10 0 0,2 0 0,2 0 0,-1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0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24575,'-6'9'0,"1"-1"0,-1 1 0,0-3 0,0 9 0,-4 0 0,-1 7 0,-4 0 0,1 0 0,-1-1 0,2 10 0,-3 1 0,4 9 0,0-13 0,6-7 0,4-12 0,2-3 0,2 0 0,1-9 0,11-2 0,-10-2 0,6 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0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24 24575,'-6'-6'0,"-2"0"0,2 1 0,-5 1 0,5 2 0,-10 2 0,6 0 0,-11 0 0,-4 5 0,5-5 0,-17 10 0,22-7 0,-14 9 0,17-5 0,-2 5 0,6-5 0,4 1 0,2 0 0,-1 6 0,2-2 0,-3 4 0,4-7 0,0 2 0,4 3 0,-1-2 0,4 4 0,-2-7 0,3 0 0,1-4 0,3-1 0,-3-2 0,2-2 0,-2 0 0,0 0 0,1 0 0,4-3 0,-4-1 0,5-2 0,-6 0 0,0 3 0,2-2 0,-2 2 0,0-5 0,-1-1 0,-2-3 0,-3 0 0,3-3 0,-5 4 0,5-4 0,-3 11 0,2 4 0,2 11 0,-4-1 0,1 11 0,-1-7 0,-3 3 0,3 0 0,3 7 0,-3-9 0,2 6 0,-2-9 0,-3-3 0,0 2 0,0 0 0,0 0 0,0 1 0,0 0 0,0-1 0,0 0 0,0 1 0,0-1 0,-4 6 0,0 0 0,-2 0 0,0-3 0,0-4 0,0-3 0,-3 1 0,0-2 0,-2 0 0,0 0 0,2-1 0,-7 2 0,2-4 0,-3 0 0,-4-3 0,8 0 0,-3 0 0,4 0 0,4 0 0,0 0 0,2 0 0,0 0 0,0 0 0,-2-3 0,1 3 0,-8-6 0,7 5 0,-5-4 0,8-1 0,1 0 0,2-3 0,0 3 0,1 3 0,-2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0 317 24575,'6'0'0,"7"-3"0,-3 0 0,11-4 0,-4-3 0,14-4 0,4-11 0,10-9 0,2-8 0,1 0 0,-8 3 0,-6 12 0,-13 10 0,-4 7 0,-9 2 0,1 1 0,-4-3 0,1 3 0,0-3 0,0 8 0,0 7 0,2 19 0,1 8 0,2 17 0,0 2 0,1 9 0,-1-9 0,5-1 0,-5-10 0,2-7 0,-4-3 0,-2-8 0,0-5 0,0-3 0,-2-11 0,1-4 0,-3-2 0,-1 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24575,'-7'22'0,"3"0"0,-4 17 0,6-18 0,-3 25 0,5-26 0,5 18 0,-1-14 0,4 1 0,-2-11 0,0-6 0,2 0 0,-1-1 0,3 1 0,-3-5 0,8 0 0,0-3 0,7 0 0,8-4 0,-6-1 0,6-7 0,-12 3 0,-1-9 0,-7 0 0,1-3 0,-4-1 0,-3 5 0,-1-4 0,-6 3 0,-1-3 0,-5 3 0,2 3 0,-4 3 0,2 0 0,0 1 0,1 2 0,2 1 0,0 2 0,-2 5 0,2 2 0,-2 5 0,-1-1 0,3 1 0,0 0 0,3-1 0,7 9 0,-3-10 0,2 6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7:1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98 24575,'-9'5'0,"3"3"0,-2 1 0,2 0 0,3-1 0,0 1 0,3 0 0,0 7 0,0-4 0,0 5 0,4-2 0,-3-4 0,5 9 0,-3-10 0,3 6 0,0-4 0,0-1 0,3 0 0,0-2 0,2-1 0,0-2 0,-2-3 0,7 0 0,-6-3 0,6 0 0,-5 0 0,1 0 0,-3 0 0,1 0 0,-1-3 0,0 0 0,2-3 0,-2-2 0,0-1 0,-1-2 0,2-5 0,-3-1 0,1 2 0,-1-14 0,-5 20 0,2-20 0,-7 15 0,2-1 0,-5-5 0,2 10 0,0-4 0,-2-1 0,3 7 0,-4-8 0,-1 7 0,0 1 0,-9-5 0,5 7 0,-9-4 0,4 3 0,-5 0 0,7 3 0,0 0 0,6 4 0,0 0 0,0 0 0,4 0 0,-1 3 0,3-3 0,0 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9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24575,'6'0'0,"0"0"0,-1 0 0,4 2 0,-3-1 0,3 2 0,-4-3 0,1 0 0,0 0 0,-1 0 0,1 0 0,2 2 0,-2 1 0,3 0 0,-3 0 0,0-3 0,-1 0 0,1 0 0,0 0 0,-1 0 0,1 3 0,0-3 0,-3 3 0,-1-3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 24575,'-6'0'0,"0"0"0,1 0 0,-4 2 0,3-1 0,-5 4 0,4-2 0,-1 3 0,3 0 0,-1 0 0,0 0 0,1 2 0,-1-2 0,0 2 0,0-2 0,0 2 0,3-2 0,-2 6 0,4-6 0,-1 5 0,2-2 0,0 2 0,0 0 0,0 1 0,0 0 0,0 3 0,0-2 0,5 16 0,-2-14 0,3 7 0,-1-7 0,-1 0 0,3 2 0,-1-1 0,0-4 0,2-1 0,-2 1 0,3 0 0,-3-4 0,2 1 0,1-1 0,0 0 0,1 1 0,-1 0 0,3-3 0,4 0 0,1 0 0,-2-1 0,14 2 0,-17-5 0,17 2 0,-12-4 0,5 0 0,0 0 0,-5 0 0,4 0 0,-4-3 0,5-1 0,-5-3 0,4 0 0,-9 1 0,5 0 0,-6 0 0,-2 0 0,-1-2 0,1-6 0,-3 1 0,3-8 0,-6 8 0,0-7 0,-3 7 0,0-8 0,0 9 0,0-9 0,0 9 0,0-5 0,0 6 0,-3-6 0,3 8 0,-6-7 0,3 8 0,0-1 0,-3-3 0,0 6 0,0-2 0,-2 0 0,0 1 0,-1-1 0,-2 3 0,-1-4 0,-4-1 0,-1-1 0,-5-2 0,-1 5 0,2 0 0,-9 1 0,6 6 0,-15-8 0,19 7 0,-17-7 0,25 8 0,-12-4 0,10 2 0,-3 0 0,3-2 0,1 2 0,7 3 0,0 0 0,-2 0 0,2 0 0,-3 2 0,6 2 0,0 1 0,3 1 0,0 0 0,0 3 0,0-3 0,0 2 0,0-2 0,3 2 0,-3-4 0,3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3 174 24575,'-3'-8'0,"4"-5"0,0 0 0,2-7 0,-3 2 0,0 1 0,3-4 0,-2 11 0,2-5 0,-3 6 0,2-3 0,2 3 0,-1 3 0,-1 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24575,'5'-25'0,"-5"11"0,9-23 0,-5 22 0,1-7 0,1 6 0,-5 9 0,6-14 0,-6 14 0,4-6 0,-4 10 0,2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24575,'0'-9'0,"3"-4"0,1 0 0,2-3 0,0 4 0,-3 3 0,3-6 0,-3 5 0,4-4 0,-4 9 0,-1 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24575,'4'3'0,"-2"-1"0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24575,'5'9'0,"8"0"0,-5-5 0,5-1 0,0 0 0,-3-2 0,6 2 0,-7-3 0,-1 0 0,-2 0 0,0 0 0,0 0 0,-1 0 0,1 0 0,0 0 0,2-3 0,-2-2 0,2-2 0,-5-1 0,0 3 0,-3-1 0,0 0 0,0-3 0,0 3 0,0-2 0,0 5 0,0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24575,'3'9'0,"0"2"0,-3-2 0,0 3 0,0-1 0,0 0 0,0 1 0,0-1 0,0 5 0,0-3 0,0 0 0,0-1 0,0-6 0,0 2 0,0-2 0,0-3 0,0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24575,'-6'6'0,"0"7"0,0-3 0,-1 4 0,2-6 0,-3 0 0,1 1 0,-3 3 0,1-1 0,-3 0 0,0-2 0,1 2 0,2-5 0,1 3 0,7-11 0,5 3 0,0-6 0,0 5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24575,'5'8'0,"1"1"0,4 8 0,1 0 0,3 5 0,1 0 0,-5-5 0,0-4 0,-2-4 0,-1-3 0,-2-3 0,-2-1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24575,'6'0'0,"2"3"0,-2-3 0,6 3 0,9-3 0,-1 0 0,18 0 0,-5 0 0,8 0 0,-9 0 0,-1 0 0,-10-3 0,-6-1 0,-5 0 0,-7 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24575,'-3'6'0,"0"-3"0,-2 0 0,-1-3 0,-3 0 0,3 0 0,-5 0 0,2 0 0,0 0 0,1 0 0,0 0 0,-1 0 0,0 0 0,0 0 0,4 0 0,-1 0 0,0 0 0,1 0 0,-3 0 0,1 0 0,-4 0 0,2 0 0,0 0 0,3 0 0,4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24575,'6'-15'0,"1"0"0,-1 6 0,-1-3 0,2-3 0,-1 2 0,0-3 0,-2 7 0,-2-2 0,1-3 0,1 2 0,2-4 0,-3 7 0,0-2 0,0-2 0,-3 2 0,6-4 0,-5 9 0,1-3 0,-2 3 0,0 1 0,3-1 0,-2 0 0,1 1 0,-2-1 0,3-2 0,1-6 0,-1 4 0,0-10 0,1 5 0,-1-2 0,4 1 0,-1 0 0,0 3 0,1-7 0,-1 7 0,4-8 0,-3 8 0,2-3 0,0 5 0,0-1 0,0 1 0,1 0 0,1-6 0,1 5 0,0-4 0,-3 4 0,0 3 0,-1 1 0,-1 2 0,3 1 0,-4-1 0,2-2 0,-2 4 0,3-4 0,0 5 0,2-3 0,-2 0 0,2 0 0,-5 1 0,2-1 0,-2 1 0,0-1 0,2 0 0,6 0 0,-2 0 0,5-1 0,-6 2 0,5-5 0,2-1 0,12-1 0,2-1 0,0 1 0,-6 4 0,-10-2 0,-5 4 0,-2 3 0,0 0 0,-3 3 0,0 0 0,2 0 0,5-3 0,-1 2 0,5-2 0,8 3 0,2 0 0,14 0 0,-1 0 0,-7 0 0,-3 0 0,-12 0 0,-3 0 0,-3 0 0,0 0 0,-3 0 0,6-3 0,-5 0 0,6-1 0,9-4 0,-6 8 0,28-5 0,-4 5 0,16 0 0,-8 0 0,-1 0 0,-10 0 0,10 0 0,1 0 0,1 0 0,5 0 0,3-6 0,1-1 0,-1-5 0,-1-2 0,-32 8 0,12-2 0,-30 8 0,12 0 0,-8 0 0,3 0 0,-4 0 0,-1 0 0,-2 0 0,2 0 0,-5 0 0,3 0 0,-1 3 0,1 0 0,0 0 0,14 9 0,3-5 0,22 14 0,4-4 0,7 7 0,-7-6 0,-11 0 0,-11-8 0,-13-1 0,-1-3 0,-4 0 0,-3 0 0,-1 0 0,0 0 0,-1-3 0,8 3 0,-5-3 0,6 3 0,-5 0 0,1 0 0,-3 0 0,2 2 0,-2-2 0,0 2 0,-1-2 0,-3-3 0,4 2 0,0-2 0,0 3 0,-1 0 0,0 0 0,-1 0 0,1 0 0,-3 2 0,1-2 0,0 4 0,0-3 0,0 1 0,0 1 0,-1-3 0,1 5 0,0-2 0,-3 2 0,-1-2 0,2 7 0,-3-9 0,2 6 0,-3-5 0,0-2 0,0 3 0,0-3 0,0 0 0,0-1 0,0 1 0,0 0 0,0-1 0,0 1 0,0 2 0,0-2 0,-3 6 0,0-6 0,-3 2 0,-2-2 0,-1 0 0,-3-3 0,-12 4 0,9-6 0,-14 7 0,19-8 0,-6 4 0,3-4 0,0 0 0,-15 5 0,8-1 0,-11 4 0,10-4 0,-9 0 0,6-4 0,-7 0 0,1 0 0,6 0 0,-6 0 0,7 0 0,2 0 0,3 0 0,-11 4 0,17-3 0,-25 8 0,28-7 0,-28 7 0,25-6 0,-11 5 0,15-5 0,0 2 0,0-2 0,-4 1 0,-12 3 0,4-3 0,-11 4 0,14-3 0,-21 2 0,-9 0 0,-8 4 0,-11 1 0,15 0 0,-9 0 0,9-2 0,10 0 0,11-1 0,12-2 0,-2-1 0,10-2 0,-11 2 0,12-2 0,-8 2 0,6-3 0,-14 0 0,-3-3 0,-20 0 0,5 0 0,-15 5 0,28-3 0,-16 7 0,31-8 0,-13 7 0,15-7 0,-8 5 0,11-2 0,-5 2 0,6-2 0,-7-2 0,-1-2 0,-14 0 0,7 0 0,-14 4 0,18-2 0,-5 2 0,10-1 0,4-2 0,-4 2 0,8-3 0,-3 0 0,1 0 0,-2 0 0,-1 0 0,0 0 0,1 0 0,0 0 0,-1 0 0,-4 0 0,3 0 0,-8 0 0,-4 0 0,1 0 0,-6 0 0,13 0 0,0 0 0,8 0 0,1 0 0,3 0 0,-1 0 0,-3 0 0,0 0 0,-2 0 0,-5 0 0,-2 0 0,-12 0 0,11 0 0,-5 0 0,15 0 0,1 0 0,2 0 0,0 0 0,0 0 0,-2 0 0,-1 0 0,0 0 0,1 0 0,2 0 0,1 0 0,-1 0 0,0 0 0,-3 0 0,3 0 0,-2 0 0,2 0 0,0 0 0,-2 0 0,2 0 0,-2 0 0,-1 0 0,0 0 0,-6 0 0,4 0 0,-2 0 0,7 0 0,1 0 0,-1 0 0,0 0 0,1 0 0,4 0 0,2 3 0,4 0 0,-1 0 0,-2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 24575,'0'6'0,"0"0"0,-2 3 0,1-3 0,-4 5 0,2-5 0,-3 2 0,0 0 0,0 1 0,0 0 0,0 0 0,3-3 0,1-6 0,2-3 0,2-6 0,-1 0 0,1 0 0,1 1 0,-2 2 0,1-2 0,-2 2 0,3-2 0,0 2 0,0-3 0,3 1 0,-3-1 0,0 2 0,0 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10 24575,'-6'0'0,"0"0"0,1 0 0,-4 2 0,3-1 0,-5 4 0,4-2 0,-1 3 0,3 0 0,-1 0 0,0 0 0,1 2 0,-1-2 0,0 2 0,0-2 0,0 2 0,3-2 0,-2 6 0,4-6 0,-1 5 0,2-2 0,0 2 0,0 0 0,0 1 0,0 0 0,0 3 0,0-2 0,5 16 0,-2-14 0,3 7 0,-1-7 0,-1 0 0,3 2 0,-1-1 0,0-4 0,2-1 0,-2 1 0,3 0 0,-3-4 0,2 1 0,1-1 0,0 0 0,1 1 0,-1 0 0,3-3 0,4 0 0,1 0 0,-2-1 0,14 2 0,-17-5 0,17 2 0,-12-4 0,5 0 0,0 0 0,-5 0 0,4 0 0,-4-3 0,5-1 0,-5-3 0,4 0 0,-9 1 0,5 0 0,-6 0 0,-2 0 0,-1-2 0,1-6 0,-3 1 0,3-8 0,-6 8 0,0-7 0,-3 7 0,0-8 0,0 9 0,0-9 0,0 9 0,0-5 0,0 6 0,-3-6 0,3 8 0,-6-7 0,3 8 0,0-1 0,-3-3 0,0 6 0,0-2 0,-2 0 0,0 1 0,-1-1 0,-2 3 0,-1-4 0,-4-1 0,-1-1 0,-5-2 0,-1 5 0,2 0 0,-9 1 0,6 6 0,-15-8 0,19 7 0,-17-7 0,25 8 0,-12-4 0,10 2 0,-3 0 0,3-2 0,1 2 0,7 3 0,0 0 0,-2 0 0,2 0 0,-3 2 0,6 2 0,0 1 0,3 1 0,0 0 0,0 3 0,0-3 0,0 2 0,0-2 0,3 2 0,-3-4 0,3 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3 174 24575,'-3'-8'0,"4"-5"0,0 0 0,2-7 0,-3 2 0,0 1 0,3-4 0,-2 11 0,2-5 0,-3 6 0,2-3 0,2 3 0,-1 3 0,-1 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24575,'5'-25'0,"-5"11"0,9-23 0,-5 22 0,1-7 0,1 6 0,-5 9 0,6-14 0,-6 14 0,4-6 0,-4 10 0,2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24575,'0'-9'0,"3"-4"0,1 0 0,2-3 0,0 4 0,-3 3 0,3-6 0,-3 5 0,4-4 0,-4 9 0,-1 2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24575,'4'3'0,"-2"-1"0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24575,'5'9'0,"8"0"0,-5-5 0,5-1 0,0 0 0,-3-2 0,6 2 0,-7-3 0,-1 0 0,-2 0 0,0 0 0,0 0 0,-1 0 0,1 0 0,0 0 0,2-3 0,-2-2 0,2-2 0,-5-1 0,0 3 0,-3-1 0,0 0 0,0-3 0,0 3 0,0-2 0,0 5 0,0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24575,'3'9'0,"0"2"0,-3-2 0,0 3 0,0-1 0,0 0 0,0 1 0,0-1 0,0 5 0,0-3 0,0 0 0,0-1 0,0-6 0,0 2 0,0-2 0,0-3 0,0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24575,'-6'6'0,"0"7"0,0-3 0,-1 4 0,2-6 0,-3 0 0,1 1 0,-3 3 0,1-1 0,-3 0 0,0-2 0,1 2 0,2-5 0,1 3 0,7-11 0,5 3 0,0-6 0,0 5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24575,'5'8'0,"1"1"0,4 8 0,1 0 0,3 5 0,1 0 0,-5-5 0,0-4 0,-2-4 0,-1-3 0,-2-3 0,-2-1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4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24575,'6'0'0,"2"3"0,-2-3 0,6 3 0,9-3 0,-1 0 0,18 0 0,-5 0 0,8 0 0,-9 0 0,-1 0 0,-10-3 0,-6-1 0,-5 0 0,-7 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2:5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24575,'-3'6'0,"0"-3"0,-2 0 0,-1-3 0,-3 0 0,3 0 0,-5 0 0,2 0 0,0 0 0,1 0 0,0 0 0,-1 0 0,0 0 0,0 0 0,4 0 0,-1 0 0,0 0 0,1 0 0,-3 0 0,1 0 0,-4 0 0,2 0 0,0 0 0,3 0 0,4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24575,'6'-15'0,"1"0"0,-1 6 0,-1-3 0,2-3 0,-1 2 0,0-3 0,-2 7 0,-2-2 0,1-3 0,1 2 0,2-4 0,-3 7 0,0-2 0,0-2 0,-3 2 0,6-4 0,-5 9 0,1-3 0,-2 3 0,0 1 0,3-1 0,-2 0 0,1 1 0,-2-1 0,3-2 0,1-6 0,-1 4 0,0-10 0,1 5 0,-1-2 0,4 1 0,-1 0 0,0 3 0,1-7 0,-1 7 0,4-8 0,-3 8 0,2-3 0,0 5 0,0-1 0,0 1 0,1 0 0,1-6 0,1 5 0,0-4 0,-3 4 0,0 3 0,-1 1 0,-1 2 0,3 1 0,-4-1 0,2-2 0,-2 4 0,3-4 0,0 5 0,2-3 0,-2 0 0,2 0 0,-5 1 0,2-1 0,-2 1 0,0-1 0,2 0 0,6 0 0,-2 0 0,5-1 0,-6 2 0,5-5 0,2-1 0,12-1 0,2-1 0,0 1 0,-6 4 0,-10-2 0,-5 4 0,-2 3 0,0 0 0,-3 3 0,0 0 0,2 0 0,5-3 0,-1 2 0,5-2 0,8 3 0,2 0 0,14 0 0,-1 0 0,-7 0 0,-3 0 0,-12 0 0,-3 0 0,-3 0 0,0 0 0,-3 0 0,6-3 0,-5 0 0,6-1 0,9-4 0,-6 8 0,28-5 0,-4 5 0,16 0 0,-8 0 0,-1 0 0,-10 0 0,10 0 0,1 0 0,1 0 0,5 0 0,3-6 0,1-1 0,-1-5 0,-1-2 0,-32 8 0,12-2 0,-30 8 0,12 0 0,-8 0 0,3 0 0,-4 0 0,-1 0 0,-2 0 0,2 0 0,-5 0 0,3 0 0,-1 3 0,1 0 0,0 0 0,14 9 0,3-5 0,22 14 0,4-4 0,7 7 0,-7-6 0,-11 0 0,-11-8 0,-13-1 0,-1-3 0,-4 0 0,-3 0 0,-1 0 0,0 0 0,-1-3 0,8 3 0,-5-3 0,6 3 0,-5 0 0,1 0 0,-3 0 0,2 2 0,-2-2 0,0 2 0,-1-2 0,-3-3 0,4 2 0,0-2 0,0 3 0,-1 0 0,0 0 0,-1 0 0,1 0 0,-3 2 0,1-2 0,0 4 0,0-3 0,0 1 0,0 1 0,-1-3 0,1 5 0,0-2 0,-3 2 0,-1-2 0,2 7 0,-3-9 0,2 6 0,-3-5 0,0-2 0,0 3 0,0-3 0,0 0 0,0-1 0,0 1 0,0 0 0,0-1 0,0 1 0,0 2 0,0-2 0,-3 6 0,0-6 0,-3 2 0,-2-2 0,-1 0 0,-3-3 0,-12 4 0,9-6 0,-14 7 0,19-8 0,-6 4 0,3-4 0,0 0 0,-15 5 0,8-1 0,-11 4 0,10-4 0,-9 0 0,6-4 0,-7 0 0,1 0 0,6 0 0,-6 0 0,7 0 0,2 0 0,3 0 0,-11 4 0,17-3 0,-25 8 0,28-7 0,-28 7 0,25-6 0,-11 5 0,15-5 0,0 2 0,0-2 0,-4 1 0,-12 3 0,4-3 0,-11 4 0,14-3 0,-21 2 0,-9 0 0,-8 4 0,-11 1 0,15 0 0,-9 0 0,9-2 0,10 0 0,11-1 0,12-2 0,-2-1 0,10-2 0,-11 2 0,12-2 0,-8 2 0,6-3 0,-14 0 0,-3-3 0,-20 0 0,5 0 0,-15 5 0,28-3 0,-16 7 0,31-8 0,-13 7 0,15-7 0,-8 5 0,11-2 0,-5 2 0,6-2 0,-7-2 0,-1-2 0,-14 0 0,7 0 0,-14 4 0,18-2 0,-5 2 0,10-1 0,4-2 0,-4 2 0,8-3 0,-3 0 0,1 0 0,-2 0 0,-1 0 0,0 0 0,1 0 0,0 0 0,-1 0 0,-4 0 0,3 0 0,-8 0 0,-4 0 0,1 0 0,-6 0 0,13 0 0,0 0 0,8 0 0,1 0 0,3 0 0,-1 0 0,-3 0 0,0 0 0,-2 0 0,-5 0 0,-2 0 0,-12 0 0,11 0 0,-5 0 0,15 0 0,1 0 0,2 0 0,0 0 0,0 0 0,-2 0 0,-1 0 0,0 0 0,1 0 0,2 0 0,1 0 0,-1 0 0,0 0 0,-3 0 0,3 0 0,-2 0 0,2 0 0,0 0 0,-2 0 0,2 0 0,-2 0 0,-1 0 0,0 0 0,-6 0 0,4 0 0,-2 0 0,7 0 0,1 0 0,-1 0 0,0 0 0,1 0 0,4 0 0,2 3 0,4 0 0,-1 0 0,-2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3:2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17 24575,'0'6'0,"0"0"0,-2 3 0,1-3 0,-4 5 0,2-5 0,-3 2 0,0 0 0,0 1 0,0 0 0,0 0 0,3-3 0,1-6 0,2-3 0,2-6 0,-1 0 0,1 0 0,1 1 0,-2 2 0,1-2 0,-2 2 0,3-2 0,0 2 0,0-3 0,3 1 0,-3-1 0,0 2 0,0 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4:04:4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5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2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5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4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5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9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44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0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3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64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597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7234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7635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5045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15359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457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39113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23836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6549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0479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53105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258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8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30/10/2025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8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2" y="5710406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4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investopedia.com/terms/n/net_margin.as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financeinstitute.com/resources/valuation/free-cash-flow-conversion-rate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rporatefinanceinstitute.com/resources/accounting/capital-expenditure-capex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d/dividendyield.asp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investopedia.com/terms/t/tsr.asp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6.png"/><Relationship Id="rId42" Type="http://schemas.openxmlformats.org/officeDocument/2006/relationships/customXml" Target="../ink/ink21.xml"/><Relationship Id="rId63" Type="http://schemas.openxmlformats.org/officeDocument/2006/relationships/image" Target="../media/image37.png"/><Relationship Id="rId84" Type="http://schemas.openxmlformats.org/officeDocument/2006/relationships/customXml" Target="../ink/ink42.xml"/><Relationship Id="rId138" Type="http://schemas.openxmlformats.org/officeDocument/2006/relationships/image" Target="../media/image73.png"/><Relationship Id="rId159" Type="http://schemas.openxmlformats.org/officeDocument/2006/relationships/customXml" Target="../ink/ink80.xml"/><Relationship Id="rId170" Type="http://schemas.openxmlformats.org/officeDocument/2006/relationships/image" Target="../media/image89.png"/><Relationship Id="rId191" Type="http://schemas.openxmlformats.org/officeDocument/2006/relationships/image" Target="../media/image99.png"/><Relationship Id="rId107" Type="http://schemas.openxmlformats.org/officeDocument/2006/relationships/image" Target="../media/image59.png"/><Relationship Id="rId11" Type="http://schemas.openxmlformats.org/officeDocument/2006/relationships/image" Target="../media/image1110.png"/><Relationship Id="rId32" Type="http://schemas.openxmlformats.org/officeDocument/2006/relationships/customXml" Target="../ink/ink16.xml"/><Relationship Id="rId53" Type="http://schemas.openxmlformats.org/officeDocument/2006/relationships/image" Target="../media/image32.png"/><Relationship Id="rId74" Type="http://schemas.openxmlformats.org/officeDocument/2006/relationships/customXml" Target="../ink/ink37.xml"/><Relationship Id="rId128" Type="http://schemas.openxmlformats.org/officeDocument/2006/relationships/image" Target="../media/image68.png"/><Relationship Id="rId149" Type="http://schemas.openxmlformats.org/officeDocument/2006/relationships/customXml" Target="../ink/ink75.xml"/><Relationship Id="rId5" Type="http://schemas.openxmlformats.org/officeDocument/2006/relationships/image" Target="../media/image810.png"/><Relationship Id="rId95" Type="http://schemas.openxmlformats.org/officeDocument/2006/relationships/image" Target="../media/image53.png"/><Relationship Id="rId160" Type="http://schemas.openxmlformats.org/officeDocument/2006/relationships/image" Target="../media/image84.png"/><Relationship Id="rId181" Type="http://schemas.openxmlformats.org/officeDocument/2006/relationships/customXml" Target="../ink/ink91.xml"/><Relationship Id="rId22" Type="http://schemas.openxmlformats.org/officeDocument/2006/relationships/customXml" Target="../ink/ink11.xml"/><Relationship Id="rId43" Type="http://schemas.openxmlformats.org/officeDocument/2006/relationships/image" Target="../media/image27.png"/><Relationship Id="rId64" Type="http://schemas.openxmlformats.org/officeDocument/2006/relationships/customXml" Target="../ink/ink32.xml"/><Relationship Id="rId118" Type="http://schemas.openxmlformats.org/officeDocument/2006/relationships/image" Target="../media/image63.png"/><Relationship Id="rId139" Type="http://schemas.openxmlformats.org/officeDocument/2006/relationships/customXml" Target="../ink/ink70.xml"/><Relationship Id="rId85" Type="http://schemas.openxmlformats.org/officeDocument/2006/relationships/image" Target="../media/image48.png"/><Relationship Id="rId150" Type="http://schemas.openxmlformats.org/officeDocument/2006/relationships/image" Target="../media/image79.png"/><Relationship Id="rId171" Type="http://schemas.openxmlformats.org/officeDocument/2006/relationships/customXml" Target="../ink/ink86.xml"/><Relationship Id="rId192" Type="http://schemas.openxmlformats.org/officeDocument/2006/relationships/customXml" Target="../ink/ink97.xml"/><Relationship Id="rId12" Type="http://schemas.openxmlformats.org/officeDocument/2006/relationships/customXml" Target="../ink/ink6.xml"/><Relationship Id="rId33" Type="http://schemas.openxmlformats.org/officeDocument/2006/relationships/image" Target="../media/image22.png"/><Relationship Id="rId108" Type="http://schemas.openxmlformats.org/officeDocument/2006/relationships/customXml" Target="../ink/ink54.xml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5" Type="http://schemas.openxmlformats.org/officeDocument/2006/relationships/image" Target="../media/image43.png"/><Relationship Id="rId96" Type="http://schemas.openxmlformats.org/officeDocument/2006/relationships/customXml" Target="../ink/ink48.xml"/><Relationship Id="rId140" Type="http://schemas.openxmlformats.org/officeDocument/2006/relationships/image" Target="../media/image74.png"/><Relationship Id="rId161" Type="http://schemas.openxmlformats.org/officeDocument/2006/relationships/customXml" Target="../ink/ink81.xml"/><Relationship Id="rId182" Type="http://schemas.openxmlformats.org/officeDocument/2006/relationships/image" Target="../media/image95.png"/><Relationship Id="rId6" Type="http://schemas.openxmlformats.org/officeDocument/2006/relationships/customXml" Target="../ink/ink3.xml"/><Relationship Id="rId23" Type="http://schemas.openxmlformats.org/officeDocument/2006/relationships/image" Target="../media/image170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5" Type="http://schemas.openxmlformats.org/officeDocument/2006/relationships/image" Target="../media/image38.png"/><Relationship Id="rId86" Type="http://schemas.openxmlformats.org/officeDocument/2006/relationships/customXml" Target="../ink/ink43.xml"/><Relationship Id="rId130" Type="http://schemas.openxmlformats.org/officeDocument/2006/relationships/image" Target="../media/image69.png"/><Relationship Id="rId151" Type="http://schemas.openxmlformats.org/officeDocument/2006/relationships/customXml" Target="../ink/ink76.xml"/><Relationship Id="rId172" Type="http://schemas.openxmlformats.org/officeDocument/2006/relationships/image" Target="../media/image90.png"/><Relationship Id="rId193" Type="http://schemas.openxmlformats.org/officeDocument/2006/relationships/customXml" Target="../ink/ink98.xml"/><Relationship Id="rId13" Type="http://schemas.openxmlformats.org/officeDocument/2006/relationships/image" Target="../media/image1210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5" Type="http://schemas.openxmlformats.org/officeDocument/2006/relationships/image" Target="../media/image33.png"/><Relationship Id="rId76" Type="http://schemas.openxmlformats.org/officeDocument/2006/relationships/customXml" Target="../ink/ink38.xml"/><Relationship Id="rId97" Type="http://schemas.openxmlformats.org/officeDocument/2006/relationships/image" Target="../media/image54.png"/><Relationship Id="rId120" Type="http://schemas.openxmlformats.org/officeDocument/2006/relationships/image" Target="../media/image64.png"/><Relationship Id="rId141" Type="http://schemas.openxmlformats.org/officeDocument/2006/relationships/customXml" Target="../ink/ink71.xml"/><Relationship Id="rId7" Type="http://schemas.openxmlformats.org/officeDocument/2006/relationships/image" Target="../media/image910.png"/><Relationship Id="rId162" Type="http://schemas.openxmlformats.org/officeDocument/2006/relationships/image" Target="../media/image85.png"/><Relationship Id="rId183" Type="http://schemas.openxmlformats.org/officeDocument/2006/relationships/customXml" Target="../ink/ink92.xml"/><Relationship Id="rId2" Type="http://schemas.openxmlformats.org/officeDocument/2006/relationships/customXml" Target="../ink/ink1.xml"/><Relationship Id="rId29" Type="http://schemas.openxmlformats.org/officeDocument/2006/relationships/image" Target="../media/image20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8.png"/><Relationship Id="rId66" Type="http://schemas.openxmlformats.org/officeDocument/2006/relationships/customXml" Target="../ink/ink33.xml"/><Relationship Id="rId87" Type="http://schemas.openxmlformats.org/officeDocument/2006/relationships/image" Target="../media/image49.png"/><Relationship Id="rId110" Type="http://schemas.openxmlformats.org/officeDocument/2006/relationships/image" Target="../media/image590.png"/><Relationship Id="rId115" Type="http://schemas.openxmlformats.org/officeDocument/2006/relationships/customXml" Target="../ink/ink58.xml"/><Relationship Id="rId131" Type="http://schemas.openxmlformats.org/officeDocument/2006/relationships/customXml" Target="../ink/ink66.xml"/><Relationship Id="rId136" Type="http://schemas.openxmlformats.org/officeDocument/2006/relationships/image" Target="../media/image72.png"/><Relationship Id="rId157" Type="http://schemas.openxmlformats.org/officeDocument/2006/relationships/customXml" Target="../ink/ink79.xml"/><Relationship Id="rId178" Type="http://schemas.openxmlformats.org/officeDocument/2006/relationships/image" Target="../media/image93.png"/><Relationship Id="rId61" Type="http://schemas.openxmlformats.org/officeDocument/2006/relationships/image" Target="../media/image36.png"/><Relationship Id="rId82" Type="http://schemas.openxmlformats.org/officeDocument/2006/relationships/customXml" Target="../ink/ink41.xml"/><Relationship Id="rId152" Type="http://schemas.openxmlformats.org/officeDocument/2006/relationships/image" Target="../media/image80.png"/><Relationship Id="rId173" Type="http://schemas.openxmlformats.org/officeDocument/2006/relationships/customXml" Target="../ink/ink87.xml"/><Relationship Id="rId194" Type="http://schemas.openxmlformats.org/officeDocument/2006/relationships/image" Target="../media/image100.png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19" Type="http://schemas.openxmlformats.org/officeDocument/2006/relationships/image" Target="../media/image1510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3.png"/><Relationship Id="rId56" Type="http://schemas.openxmlformats.org/officeDocument/2006/relationships/customXml" Target="../ink/ink28.xml"/><Relationship Id="rId77" Type="http://schemas.openxmlformats.org/officeDocument/2006/relationships/image" Target="../media/image44.png"/><Relationship Id="rId100" Type="http://schemas.openxmlformats.org/officeDocument/2006/relationships/customXml" Target="../ink/ink50.xml"/><Relationship Id="rId105" Type="http://schemas.openxmlformats.org/officeDocument/2006/relationships/image" Target="../media/image58.png"/><Relationship Id="rId126" Type="http://schemas.openxmlformats.org/officeDocument/2006/relationships/image" Target="../media/image67.png"/><Relationship Id="rId147" Type="http://schemas.openxmlformats.org/officeDocument/2006/relationships/customXml" Target="../ink/ink74.xml"/><Relationship Id="rId168" Type="http://schemas.openxmlformats.org/officeDocument/2006/relationships/image" Target="../media/image88.png"/><Relationship Id="rId8" Type="http://schemas.openxmlformats.org/officeDocument/2006/relationships/customXml" Target="../ink/ink4.xml"/><Relationship Id="rId51" Type="http://schemas.openxmlformats.org/officeDocument/2006/relationships/image" Target="../media/image31.png"/><Relationship Id="rId72" Type="http://schemas.openxmlformats.org/officeDocument/2006/relationships/customXml" Target="../ink/ink36.xml"/><Relationship Id="rId93" Type="http://schemas.openxmlformats.org/officeDocument/2006/relationships/image" Target="../media/image52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5.png"/><Relationship Id="rId163" Type="http://schemas.openxmlformats.org/officeDocument/2006/relationships/customXml" Target="../ink/ink82.xml"/><Relationship Id="rId184" Type="http://schemas.openxmlformats.org/officeDocument/2006/relationships/customXml" Target="../ink/ink93.xml"/><Relationship Id="rId189" Type="http://schemas.openxmlformats.org/officeDocument/2006/relationships/image" Target="../media/image98.png"/><Relationship Id="rId3" Type="http://schemas.openxmlformats.org/officeDocument/2006/relationships/image" Target="../media/image710.png"/><Relationship Id="rId25" Type="http://schemas.openxmlformats.org/officeDocument/2006/relationships/image" Target="../media/image180.png"/><Relationship Id="rId46" Type="http://schemas.openxmlformats.org/officeDocument/2006/relationships/customXml" Target="../ink/ink23.xml"/><Relationship Id="rId67" Type="http://schemas.openxmlformats.org/officeDocument/2006/relationships/image" Target="../media/image39.png"/><Relationship Id="rId116" Type="http://schemas.openxmlformats.org/officeDocument/2006/relationships/image" Target="../media/image62.png"/><Relationship Id="rId137" Type="http://schemas.openxmlformats.org/officeDocument/2006/relationships/customXml" Target="../ink/ink69.xml"/><Relationship Id="rId158" Type="http://schemas.openxmlformats.org/officeDocument/2006/relationships/image" Target="../media/image83.png"/><Relationship Id="rId20" Type="http://schemas.openxmlformats.org/officeDocument/2006/relationships/customXml" Target="../ink/ink10.xml"/><Relationship Id="rId41" Type="http://schemas.openxmlformats.org/officeDocument/2006/relationships/image" Target="../media/image26.png"/><Relationship Id="rId62" Type="http://schemas.openxmlformats.org/officeDocument/2006/relationships/customXml" Target="../ink/ink31.xml"/><Relationship Id="rId83" Type="http://schemas.openxmlformats.org/officeDocument/2006/relationships/image" Target="../media/image47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image" Target="../media/image70.png"/><Relationship Id="rId153" Type="http://schemas.openxmlformats.org/officeDocument/2006/relationships/customXml" Target="../ink/ink77.xml"/><Relationship Id="rId174" Type="http://schemas.openxmlformats.org/officeDocument/2006/relationships/image" Target="../media/image91.png"/><Relationship Id="rId179" Type="http://schemas.openxmlformats.org/officeDocument/2006/relationships/customXml" Target="../ink/ink90.xml"/><Relationship Id="rId195" Type="http://schemas.openxmlformats.org/officeDocument/2006/relationships/customXml" Target="../ink/ink99.xml"/><Relationship Id="rId190" Type="http://schemas.openxmlformats.org/officeDocument/2006/relationships/customXml" Target="../ink/ink96.xml"/><Relationship Id="rId204" Type="http://schemas.openxmlformats.org/officeDocument/2006/relationships/image" Target="../media/image105.png"/><Relationship Id="rId15" Type="http://schemas.openxmlformats.org/officeDocument/2006/relationships/image" Target="../media/image1310.png"/><Relationship Id="rId36" Type="http://schemas.openxmlformats.org/officeDocument/2006/relationships/customXml" Target="../ink/ink18.xml"/><Relationship Id="rId57" Type="http://schemas.openxmlformats.org/officeDocument/2006/relationships/image" Target="../media/image34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21.png"/><Relationship Id="rId52" Type="http://schemas.openxmlformats.org/officeDocument/2006/relationships/customXml" Target="../ink/ink26.xml"/><Relationship Id="rId73" Type="http://schemas.openxmlformats.org/officeDocument/2006/relationships/image" Target="../media/image42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5.png"/><Relationship Id="rId101" Type="http://schemas.openxmlformats.org/officeDocument/2006/relationships/image" Target="../media/image56.png"/><Relationship Id="rId122" Type="http://schemas.openxmlformats.org/officeDocument/2006/relationships/image" Target="../media/image65.png"/><Relationship Id="rId143" Type="http://schemas.openxmlformats.org/officeDocument/2006/relationships/customXml" Target="../ink/ink72.xml"/><Relationship Id="rId148" Type="http://schemas.openxmlformats.org/officeDocument/2006/relationships/image" Target="../media/image78.png"/><Relationship Id="rId164" Type="http://schemas.openxmlformats.org/officeDocument/2006/relationships/image" Target="../media/image86.png"/><Relationship Id="rId169" Type="http://schemas.openxmlformats.org/officeDocument/2006/relationships/customXml" Target="../ink/ink85.xml"/><Relationship Id="rId185" Type="http://schemas.openxmlformats.org/officeDocument/2006/relationships/image" Target="../media/image96.png"/><Relationship Id="rId4" Type="http://schemas.openxmlformats.org/officeDocument/2006/relationships/customXml" Target="../ink/ink2.xml"/><Relationship Id="rId9" Type="http://schemas.openxmlformats.org/officeDocument/2006/relationships/image" Target="../media/image1010.png"/><Relationship Id="rId180" Type="http://schemas.openxmlformats.org/officeDocument/2006/relationships/image" Target="../media/image94.png"/><Relationship Id="rId26" Type="http://schemas.openxmlformats.org/officeDocument/2006/relationships/customXml" Target="../ink/ink13.xml"/><Relationship Id="rId47" Type="http://schemas.openxmlformats.org/officeDocument/2006/relationships/image" Target="../media/image29.png"/><Relationship Id="rId68" Type="http://schemas.openxmlformats.org/officeDocument/2006/relationships/customXml" Target="../ink/ink34.xml"/><Relationship Id="rId89" Type="http://schemas.openxmlformats.org/officeDocument/2006/relationships/image" Target="../media/image50.png"/><Relationship Id="rId112" Type="http://schemas.openxmlformats.org/officeDocument/2006/relationships/image" Target="../media/image60.png"/><Relationship Id="rId133" Type="http://schemas.openxmlformats.org/officeDocument/2006/relationships/customXml" Target="../ink/ink67.xml"/><Relationship Id="rId154" Type="http://schemas.openxmlformats.org/officeDocument/2006/relationships/image" Target="../media/image81.png"/><Relationship Id="rId175" Type="http://schemas.openxmlformats.org/officeDocument/2006/relationships/customXml" Target="../ink/ink88.xml"/><Relationship Id="rId196" Type="http://schemas.openxmlformats.org/officeDocument/2006/relationships/image" Target="../media/image101.png"/><Relationship Id="rId200" Type="http://schemas.openxmlformats.org/officeDocument/2006/relationships/image" Target="../media/image103.png"/><Relationship Id="rId16" Type="http://schemas.openxmlformats.org/officeDocument/2006/relationships/customXml" Target="../ink/ink8.xml"/><Relationship Id="rId37" Type="http://schemas.openxmlformats.org/officeDocument/2006/relationships/image" Target="../media/image24.png"/><Relationship Id="rId58" Type="http://schemas.openxmlformats.org/officeDocument/2006/relationships/customXml" Target="../ink/ink29.xml"/><Relationship Id="rId79" Type="http://schemas.openxmlformats.org/officeDocument/2006/relationships/image" Target="../media/image45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6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customXml" Target="../ink/ink94.xml"/><Relationship Id="rId27" Type="http://schemas.openxmlformats.org/officeDocument/2006/relationships/image" Target="../media/image190.png"/><Relationship Id="rId48" Type="http://schemas.openxmlformats.org/officeDocument/2006/relationships/customXml" Target="../ink/ink24.xml"/><Relationship Id="rId69" Type="http://schemas.openxmlformats.org/officeDocument/2006/relationships/image" Target="../media/image40.png"/><Relationship Id="rId113" Type="http://schemas.openxmlformats.org/officeDocument/2006/relationships/customXml" Target="../ink/ink57.xml"/><Relationship Id="rId134" Type="http://schemas.openxmlformats.org/officeDocument/2006/relationships/image" Target="../media/image71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92.png"/><Relationship Id="rId197" Type="http://schemas.openxmlformats.org/officeDocument/2006/relationships/customXml" Target="../ink/ink100.xml"/><Relationship Id="rId201" Type="http://schemas.openxmlformats.org/officeDocument/2006/relationships/customXml" Target="../ink/ink102.xml"/><Relationship Id="rId17" Type="http://schemas.openxmlformats.org/officeDocument/2006/relationships/image" Target="../media/image1410.png"/><Relationship Id="rId38" Type="http://schemas.openxmlformats.org/officeDocument/2006/relationships/customXml" Target="../ink/ink19.xml"/><Relationship Id="rId59" Type="http://schemas.openxmlformats.org/officeDocument/2006/relationships/image" Target="../media/image35.png"/><Relationship Id="rId103" Type="http://schemas.openxmlformats.org/officeDocument/2006/relationships/image" Target="../media/image57.png"/><Relationship Id="rId124" Type="http://schemas.openxmlformats.org/officeDocument/2006/relationships/image" Target="../media/image66.png"/><Relationship Id="rId70" Type="http://schemas.openxmlformats.org/officeDocument/2006/relationships/customXml" Target="../ink/ink35.xml"/><Relationship Id="rId91" Type="http://schemas.openxmlformats.org/officeDocument/2006/relationships/image" Target="../media/image51.png"/><Relationship Id="rId145" Type="http://schemas.openxmlformats.org/officeDocument/2006/relationships/customXml" Target="../ink/ink73.xml"/><Relationship Id="rId166" Type="http://schemas.openxmlformats.org/officeDocument/2006/relationships/image" Target="../media/image87.png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13.xml"/><Relationship Id="rId28" Type="http://schemas.openxmlformats.org/officeDocument/2006/relationships/customXml" Target="../ink/ink14.xml"/><Relationship Id="rId49" Type="http://schemas.openxmlformats.org/officeDocument/2006/relationships/image" Target="../media/image30.png"/><Relationship Id="rId114" Type="http://schemas.openxmlformats.org/officeDocument/2006/relationships/image" Target="../media/image61.png"/><Relationship Id="rId60" Type="http://schemas.openxmlformats.org/officeDocument/2006/relationships/customXml" Target="../ink/ink30.xml"/><Relationship Id="rId81" Type="http://schemas.openxmlformats.org/officeDocument/2006/relationships/image" Target="../media/image46.png"/><Relationship Id="rId135" Type="http://schemas.openxmlformats.org/officeDocument/2006/relationships/customXml" Target="../ink/ink68.xml"/><Relationship Id="rId156" Type="http://schemas.openxmlformats.org/officeDocument/2006/relationships/image" Target="../media/image82.png"/><Relationship Id="rId177" Type="http://schemas.openxmlformats.org/officeDocument/2006/relationships/customXml" Target="../ink/ink89.xml"/><Relationship Id="rId198" Type="http://schemas.openxmlformats.org/officeDocument/2006/relationships/image" Target="../media/image102.png"/><Relationship Id="rId202" Type="http://schemas.openxmlformats.org/officeDocument/2006/relationships/image" Target="../media/image104.png"/><Relationship Id="rId18" Type="http://schemas.openxmlformats.org/officeDocument/2006/relationships/customXml" Target="../ink/ink9.xml"/><Relationship Id="rId39" Type="http://schemas.openxmlformats.org/officeDocument/2006/relationships/image" Target="../media/image25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customXml" Target="../ink/ink63.xml"/><Relationship Id="rId146" Type="http://schemas.openxmlformats.org/officeDocument/2006/relationships/image" Target="../media/image77.png"/><Relationship Id="rId167" Type="http://schemas.openxmlformats.org/officeDocument/2006/relationships/customXml" Target="../ink/ink84.xml"/><Relationship Id="rId188" Type="http://schemas.openxmlformats.org/officeDocument/2006/relationships/customXml" Target="../ink/ink95.xml"/><Relationship Id="rId71" Type="http://schemas.openxmlformats.org/officeDocument/2006/relationships/image" Target="../media/image41.png"/><Relationship Id="rId92" Type="http://schemas.openxmlformats.org/officeDocument/2006/relationships/customXml" Target="../ink/ink46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3.xml"/><Relationship Id="rId21" Type="http://schemas.openxmlformats.org/officeDocument/2006/relationships/image" Target="../media/image20.png"/><Relationship Id="rId42" Type="http://schemas.openxmlformats.org/officeDocument/2006/relationships/customXml" Target="../ink/ink124.xml"/><Relationship Id="rId63" Type="http://schemas.openxmlformats.org/officeDocument/2006/relationships/image" Target="../media/image52.png"/><Relationship Id="rId84" Type="http://schemas.openxmlformats.org/officeDocument/2006/relationships/image" Target="../media/image64.png"/><Relationship Id="rId138" Type="http://schemas.openxmlformats.org/officeDocument/2006/relationships/image" Target="../media/image116.png"/><Relationship Id="rId159" Type="http://schemas.openxmlformats.org/officeDocument/2006/relationships/customXml" Target="../ink/ink184.xml"/><Relationship Id="rId170" Type="http://schemas.openxmlformats.org/officeDocument/2006/relationships/image" Target="../media/image132.png"/><Relationship Id="rId191" Type="http://schemas.openxmlformats.org/officeDocument/2006/relationships/customXml" Target="../ink/ink200.xml"/><Relationship Id="rId205" Type="http://schemas.openxmlformats.org/officeDocument/2006/relationships/customXml" Target="../ink/ink207.xml"/><Relationship Id="rId107" Type="http://schemas.openxmlformats.org/officeDocument/2006/relationships/customXml" Target="../ink/ink158.xml"/><Relationship Id="rId11" Type="http://schemas.openxmlformats.org/officeDocument/2006/relationships/image" Target="../media/image1510.png"/><Relationship Id="rId32" Type="http://schemas.openxmlformats.org/officeDocument/2006/relationships/customXml" Target="../ink/ink119.xml"/><Relationship Id="rId53" Type="http://schemas.openxmlformats.org/officeDocument/2006/relationships/image" Target="../media/image47.png"/><Relationship Id="rId74" Type="http://schemas.openxmlformats.org/officeDocument/2006/relationships/customXml" Target="../ink/ink140.xml"/><Relationship Id="rId128" Type="http://schemas.openxmlformats.org/officeDocument/2006/relationships/image" Target="../media/image111.png"/><Relationship Id="rId149" Type="http://schemas.openxmlformats.org/officeDocument/2006/relationships/customXml" Target="../ink/ink179.xml"/><Relationship Id="rId5" Type="http://schemas.openxmlformats.org/officeDocument/2006/relationships/image" Target="../media/image1210.png"/><Relationship Id="rId95" Type="http://schemas.openxmlformats.org/officeDocument/2006/relationships/customXml" Target="../ink/ink151.xml"/><Relationship Id="rId160" Type="http://schemas.openxmlformats.org/officeDocument/2006/relationships/image" Target="../media/image127.png"/><Relationship Id="rId181" Type="http://schemas.openxmlformats.org/officeDocument/2006/relationships/customXml" Target="../ink/ink195.xml"/><Relationship Id="rId216" Type="http://schemas.openxmlformats.org/officeDocument/2006/relationships/image" Target="../media/image155.png"/><Relationship Id="rId22" Type="http://schemas.openxmlformats.org/officeDocument/2006/relationships/customXml" Target="../ink/ink114.xml"/><Relationship Id="rId43" Type="http://schemas.openxmlformats.org/officeDocument/2006/relationships/image" Target="../media/image42.png"/><Relationship Id="rId64" Type="http://schemas.openxmlformats.org/officeDocument/2006/relationships/customXml" Target="../ink/ink135.xml"/><Relationship Id="rId118" Type="http://schemas.openxmlformats.org/officeDocument/2006/relationships/image" Target="../media/image106.png"/><Relationship Id="rId139" Type="http://schemas.openxmlformats.org/officeDocument/2006/relationships/customXml" Target="../ink/ink174.xml"/><Relationship Id="rId85" Type="http://schemas.openxmlformats.org/officeDocument/2006/relationships/customXml" Target="../ink/ink146.xml"/><Relationship Id="rId150" Type="http://schemas.openxmlformats.org/officeDocument/2006/relationships/image" Target="../media/image122.png"/><Relationship Id="rId171" Type="http://schemas.openxmlformats.org/officeDocument/2006/relationships/customXml" Target="../ink/ink190.xml"/><Relationship Id="rId192" Type="http://schemas.openxmlformats.org/officeDocument/2006/relationships/image" Target="../media/image143.png"/><Relationship Id="rId206" Type="http://schemas.openxmlformats.org/officeDocument/2006/relationships/image" Target="../media/image150.png"/><Relationship Id="rId12" Type="http://schemas.openxmlformats.org/officeDocument/2006/relationships/customXml" Target="../ink/ink109.xml"/><Relationship Id="rId33" Type="http://schemas.openxmlformats.org/officeDocument/2006/relationships/image" Target="../media/image26.png"/><Relationship Id="rId108" Type="http://schemas.openxmlformats.org/officeDocument/2006/relationships/image" Target="../media/image101.png"/><Relationship Id="rId129" Type="http://schemas.openxmlformats.org/officeDocument/2006/relationships/customXml" Target="../ink/ink169.xml"/><Relationship Id="rId54" Type="http://schemas.openxmlformats.org/officeDocument/2006/relationships/customXml" Target="../ink/ink130.xml"/><Relationship Id="rId75" Type="http://schemas.openxmlformats.org/officeDocument/2006/relationships/image" Target="../media/image58.png"/><Relationship Id="rId96" Type="http://schemas.openxmlformats.org/officeDocument/2006/relationships/customXml" Target="../ink/ink152.xml"/><Relationship Id="rId140" Type="http://schemas.openxmlformats.org/officeDocument/2006/relationships/image" Target="../media/image117.png"/><Relationship Id="rId161" Type="http://schemas.openxmlformats.org/officeDocument/2006/relationships/customXml" Target="../ink/ink185.xml"/><Relationship Id="rId182" Type="http://schemas.openxmlformats.org/officeDocument/2006/relationships/image" Target="../media/image138.png"/><Relationship Id="rId6" Type="http://schemas.openxmlformats.org/officeDocument/2006/relationships/customXml" Target="../ink/ink106.xml"/><Relationship Id="rId23" Type="http://schemas.openxmlformats.org/officeDocument/2006/relationships/image" Target="../media/image21.png"/><Relationship Id="rId119" Type="http://schemas.openxmlformats.org/officeDocument/2006/relationships/customXml" Target="../ink/ink164.xml"/><Relationship Id="rId44" Type="http://schemas.openxmlformats.org/officeDocument/2006/relationships/customXml" Target="../ink/ink125.xml"/><Relationship Id="rId65" Type="http://schemas.openxmlformats.org/officeDocument/2006/relationships/image" Target="../media/image53.png"/><Relationship Id="rId86" Type="http://schemas.openxmlformats.org/officeDocument/2006/relationships/image" Target="../media/image91.png"/><Relationship Id="rId130" Type="http://schemas.openxmlformats.org/officeDocument/2006/relationships/image" Target="../media/image112.png"/><Relationship Id="rId151" Type="http://schemas.openxmlformats.org/officeDocument/2006/relationships/customXml" Target="../ink/ink180.xml"/><Relationship Id="rId172" Type="http://schemas.openxmlformats.org/officeDocument/2006/relationships/image" Target="../media/image133.png"/><Relationship Id="rId193" Type="http://schemas.openxmlformats.org/officeDocument/2006/relationships/customXml" Target="../ink/ink201.xml"/><Relationship Id="rId207" Type="http://schemas.openxmlformats.org/officeDocument/2006/relationships/customXml" Target="../ink/ink208.xml"/><Relationship Id="rId13" Type="http://schemas.openxmlformats.org/officeDocument/2006/relationships/image" Target="../media/image16.png"/><Relationship Id="rId109" Type="http://schemas.openxmlformats.org/officeDocument/2006/relationships/customXml" Target="../ink/ink159.xml"/><Relationship Id="rId34" Type="http://schemas.openxmlformats.org/officeDocument/2006/relationships/customXml" Target="../ink/ink120.xml"/><Relationship Id="rId55" Type="http://schemas.openxmlformats.org/officeDocument/2006/relationships/image" Target="../media/image48.png"/><Relationship Id="rId76" Type="http://schemas.openxmlformats.org/officeDocument/2006/relationships/customXml" Target="../ink/ink141.xml"/><Relationship Id="rId97" Type="http://schemas.openxmlformats.org/officeDocument/2006/relationships/image" Target="../media/image96.png"/><Relationship Id="rId120" Type="http://schemas.openxmlformats.org/officeDocument/2006/relationships/image" Target="../media/image107.png"/><Relationship Id="rId141" Type="http://schemas.openxmlformats.org/officeDocument/2006/relationships/customXml" Target="../ink/ink175.xml"/><Relationship Id="rId7" Type="http://schemas.openxmlformats.org/officeDocument/2006/relationships/image" Target="../media/image1310.png"/><Relationship Id="rId162" Type="http://schemas.openxmlformats.org/officeDocument/2006/relationships/image" Target="../media/image128.png"/><Relationship Id="rId183" Type="http://schemas.openxmlformats.org/officeDocument/2006/relationships/customXml" Target="../ink/ink196.xml"/><Relationship Id="rId24" Type="http://schemas.openxmlformats.org/officeDocument/2006/relationships/customXml" Target="../ink/ink115.xml"/><Relationship Id="rId45" Type="http://schemas.openxmlformats.org/officeDocument/2006/relationships/image" Target="../media/image43.png"/><Relationship Id="rId66" Type="http://schemas.openxmlformats.org/officeDocument/2006/relationships/customXml" Target="../ink/ink136.xml"/><Relationship Id="rId87" Type="http://schemas.openxmlformats.org/officeDocument/2006/relationships/customXml" Target="../ink/ink147.xml"/><Relationship Id="rId110" Type="http://schemas.openxmlformats.org/officeDocument/2006/relationships/image" Target="../media/image102.png"/><Relationship Id="rId131" Type="http://schemas.openxmlformats.org/officeDocument/2006/relationships/customXml" Target="../ink/ink170.xml"/><Relationship Id="rId152" Type="http://schemas.openxmlformats.org/officeDocument/2006/relationships/image" Target="../media/image123.png"/><Relationship Id="rId173" Type="http://schemas.openxmlformats.org/officeDocument/2006/relationships/customXml" Target="../ink/ink191.xml"/><Relationship Id="rId194" Type="http://schemas.openxmlformats.org/officeDocument/2006/relationships/image" Target="../media/image144.png"/><Relationship Id="rId208" Type="http://schemas.openxmlformats.org/officeDocument/2006/relationships/image" Target="../media/image151.png"/><Relationship Id="rId19" Type="http://schemas.openxmlformats.org/officeDocument/2006/relationships/image" Target="../media/image190.png"/><Relationship Id="rId14" Type="http://schemas.openxmlformats.org/officeDocument/2006/relationships/customXml" Target="../ink/ink110.xml"/><Relationship Id="rId30" Type="http://schemas.openxmlformats.org/officeDocument/2006/relationships/customXml" Target="../ink/ink118.xml"/><Relationship Id="rId35" Type="http://schemas.openxmlformats.org/officeDocument/2006/relationships/image" Target="../media/image34.png"/><Relationship Id="rId56" Type="http://schemas.openxmlformats.org/officeDocument/2006/relationships/customXml" Target="../ink/ink131.xml"/><Relationship Id="rId77" Type="http://schemas.openxmlformats.org/officeDocument/2006/relationships/image" Target="../media/image59.png"/><Relationship Id="rId100" Type="http://schemas.openxmlformats.org/officeDocument/2006/relationships/customXml" Target="../ink/ink154.xml"/><Relationship Id="rId105" Type="http://schemas.openxmlformats.org/officeDocument/2006/relationships/customXml" Target="../ink/ink157.xml"/><Relationship Id="rId126" Type="http://schemas.openxmlformats.org/officeDocument/2006/relationships/image" Target="../media/image110.png"/><Relationship Id="rId147" Type="http://schemas.openxmlformats.org/officeDocument/2006/relationships/customXml" Target="../ink/ink178.xml"/><Relationship Id="rId168" Type="http://schemas.openxmlformats.org/officeDocument/2006/relationships/image" Target="../media/image131.png"/><Relationship Id="rId8" Type="http://schemas.openxmlformats.org/officeDocument/2006/relationships/customXml" Target="../ink/ink107.xml"/><Relationship Id="rId51" Type="http://schemas.openxmlformats.org/officeDocument/2006/relationships/image" Target="../media/image46.png"/><Relationship Id="rId72" Type="http://schemas.openxmlformats.org/officeDocument/2006/relationships/customXml" Target="../ink/ink139.xml"/><Relationship Id="rId93" Type="http://schemas.openxmlformats.org/officeDocument/2006/relationships/customXml" Target="../ink/ink150.xml"/><Relationship Id="rId98" Type="http://schemas.openxmlformats.org/officeDocument/2006/relationships/customXml" Target="../ink/ink153.xml"/><Relationship Id="rId121" Type="http://schemas.openxmlformats.org/officeDocument/2006/relationships/customXml" Target="../ink/ink165.xml"/><Relationship Id="rId142" Type="http://schemas.openxmlformats.org/officeDocument/2006/relationships/image" Target="../media/image118.png"/><Relationship Id="rId163" Type="http://schemas.openxmlformats.org/officeDocument/2006/relationships/customXml" Target="../ink/ink186.xml"/><Relationship Id="rId184" Type="http://schemas.openxmlformats.org/officeDocument/2006/relationships/image" Target="../media/image139.png"/><Relationship Id="rId189" Type="http://schemas.openxmlformats.org/officeDocument/2006/relationships/customXml" Target="../ink/ink199.xml"/><Relationship Id="rId3" Type="http://schemas.openxmlformats.org/officeDocument/2006/relationships/image" Target="../media/image1110.png"/><Relationship Id="rId214" Type="http://schemas.openxmlformats.org/officeDocument/2006/relationships/image" Target="../media/image154.png"/><Relationship Id="rId25" Type="http://schemas.openxmlformats.org/officeDocument/2006/relationships/image" Target="../media/image22.png"/><Relationship Id="rId46" Type="http://schemas.openxmlformats.org/officeDocument/2006/relationships/customXml" Target="../ink/ink126.xml"/><Relationship Id="rId67" Type="http://schemas.openxmlformats.org/officeDocument/2006/relationships/image" Target="../media/image54.png"/><Relationship Id="rId116" Type="http://schemas.openxmlformats.org/officeDocument/2006/relationships/image" Target="../media/image105.png"/><Relationship Id="rId137" Type="http://schemas.openxmlformats.org/officeDocument/2006/relationships/customXml" Target="../ink/ink173.xml"/><Relationship Id="rId158" Type="http://schemas.openxmlformats.org/officeDocument/2006/relationships/image" Target="../media/image126.png"/><Relationship Id="rId20" Type="http://schemas.openxmlformats.org/officeDocument/2006/relationships/customXml" Target="../ink/ink113.xml"/><Relationship Id="rId41" Type="http://schemas.openxmlformats.org/officeDocument/2006/relationships/image" Target="../media/image41.png"/><Relationship Id="rId62" Type="http://schemas.openxmlformats.org/officeDocument/2006/relationships/customXml" Target="../ink/ink134.xml"/><Relationship Id="rId83" Type="http://schemas.openxmlformats.org/officeDocument/2006/relationships/customXml" Target="../ink/ink145.xml"/><Relationship Id="rId88" Type="http://schemas.openxmlformats.org/officeDocument/2006/relationships/image" Target="../media/image92.png"/><Relationship Id="rId111" Type="http://schemas.openxmlformats.org/officeDocument/2006/relationships/customXml" Target="../ink/ink160.xml"/><Relationship Id="rId132" Type="http://schemas.openxmlformats.org/officeDocument/2006/relationships/image" Target="../media/image113.png"/><Relationship Id="rId153" Type="http://schemas.openxmlformats.org/officeDocument/2006/relationships/customXml" Target="../ink/ink181.xml"/><Relationship Id="rId174" Type="http://schemas.openxmlformats.org/officeDocument/2006/relationships/image" Target="../media/image134.png"/><Relationship Id="rId179" Type="http://schemas.openxmlformats.org/officeDocument/2006/relationships/customXml" Target="../ink/ink194.xml"/><Relationship Id="rId195" Type="http://schemas.openxmlformats.org/officeDocument/2006/relationships/customXml" Target="../ink/ink202.xml"/><Relationship Id="rId209" Type="http://schemas.openxmlformats.org/officeDocument/2006/relationships/customXml" Target="../ink/ink209.xml"/><Relationship Id="rId190" Type="http://schemas.openxmlformats.org/officeDocument/2006/relationships/image" Target="../media/image142.png"/><Relationship Id="rId204" Type="http://schemas.openxmlformats.org/officeDocument/2006/relationships/image" Target="../media/image149.png"/><Relationship Id="rId15" Type="http://schemas.openxmlformats.org/officeDocument/2006/relationships/image" Target="../media/image170.png"/><Relationship Id="rId36" Type="http://schemas.openxmlformats.org/officeDocument/2006/relationships/customXml" Target="../ink/ink121.xml"/><Relationship Id="rId57" Type="http://schemas.openxmlformats.org/officeDocument/2006/relationships/image" Target="../media/image49.png"/><Relationship Id="rId106" Type="http://schemas.openxmlformats.org/officeDocument/2006/relationships/image" Target="../media/image100.png"/><Relationship Id="rId127" Type="http://schemas.openxmlformats.org/officeDocument/2006/relationships/customXml" Target="../ink/ink168.xml"/><Relationship Id="rId10" Type="http://schemas.openxmlformats.org/officeDocument/2006/relationships/customXml" Target="../ink/ink108.xml"/><Relationship Id="rId31" Type="http://schemas.openxmlformats.org/officeDocument/2006/relationships/image" Target="../media/image25.png"/><Relationship Id="rId52" Type="http://schemas.openxmlformats.org/officeDocument/2006/relationships/customXml" Target="../ink/ink129.xml"/><Relationship Id="rId73" Type="http://schemas.openxmlformats.org/officeDocument/2006/relationships/image" Target="../media/image57.png"/><Relationship Id="rId78" Type="http://schemas.openxmlformats.org/officeDocument/2006/relationships/customXml" Target="../ink/ink142.xml"/><Relationship Id="rId94" Type="http://schemas.openxmlformats.org/officeDocument/2006/relationships/image" Target="../media/image95.png"/><Relationship Id="rId99" Type="http://schemas.openxmlformats.org/officeDocument/2006/relationships/image" Target="../media/image97.png"/><Relationship Id="rId101" Type="http://schemas.openxmlformats.org/officeDocument/2006/relationships/image" Target="../media/image98.png"/><Relationship Id="rId122" Type="http://schemas.openxmlformats.org/officeDocument/2006/relationships/image" Target="../media/image108.png"/><Relationship Id="rId143" Type="http://schemas.openxmlformats.org/officeDocument/2006/relationships/customXml" Target="../ink/ink176.xml"/><Relationship Id="rId148" Type="http://schemas.openxmlformats.org/officeDocument/2006/relationships/image" Target="../media/image121.png"/><Relationship Id="rId164" Type="http://schemas.openxmlformats.org/officeDocument/2006/relationships/image" Target="../media/image129.png"/><Relationship Id="rId169" Type="http://schemas.openxmlformats.org/officeDocument/2006/relationships/customXml" Target="../ink/ink189.xml"/><Relationship Id="rId185" Type="http://schemas.openxmlformats.org/officeDocument/2006/relationships/customXml" Target="../ink/ink197.xml"/><Relationship Id="rId4" Type="http://schemas.openxmlformats.org/officeDocument/2006/relationships/customXml" Target="../ink/ink105.xml"/><Relationship Id="rId9" Type="http://schemas.openxmlformats.org/officeDocument/2006/relationships/image" Target="../media/image1410.png"/><Relationship Id="rId180" Type="http://schemas.openxmlformats.org/officeDocument/2006/relationships/image" Target="../media/image137.png"/><Relationship Id="rId210" Type="http://schemas.openxmlformats.org/officeDocument/2006/relationships/image" Target="../media/image152.png"/><Relationship Id="rId215" Type="http://schemas.openxmlformats.org/officeDocument/2006/relationships/customXml" Target="../ink/ink212.xml"/><Relationship Id="rId26" Type="http://schemas.openxmlformats.org/officeDocument/2006/relationships/customXml" Target="../ink/ink116.xml"/><Relationship Id="rId47" Type="http://schemas.openxmlformats.org/officeDocument/2006/relationships/image" Target="../media/image44.png"/><Relationship Id="rId68" Type="http://schemas.openxmlformats.org/officeDocument/2006/relationships/customXml" Target="../ink/ink137.xml"/><Relationship Id="rId89" Type="http://schemas.openxmlformats.org/officeDocument/2006/relationships/customXml" Target="../ink/ink148.xml"/><Relationship Id="rId112" Type="http://schemas.openxmlformats.org/officeDocument/2006/relationships/image" Target="../media/image103.png"/><Relationship Id="rId133" Type="http://schemas.openxmlformats.org/officeDocument/2006/relationships/customXml" Target="../ink/ink171.xml"/><Relationship Id="rId154" Type="http://schemas.openxmlformats.org/officeDocument/2006/relationships/image" Target="../media/image124.png"/><Relationship Id="rId175" Type="http://schemas.openxmlformats.org/officeDocument/2006/relationships/customXml" Target="../ink/ink192.xml"/><Relationship Id="rId196" Type="http://schemas.openxmlformats.org/officeDocument/2006/relationships/image" Target="../media/image145.png"/><Relationship Id="rId200" Type="http://schemas.openxmlformats.org/officeDocument/2006/relationships/image" Target="../media/image147.png"/><Relationship Id="rId16" Type="http://schemas.openxmlformats.org/officeDocument/2006/relationships/customXml" Target="../ink/ink111.xml"/><Relationship Id="rId37" Type="http://schemas.openxmlformats.org/officeDocument/2006/relationships/image" Target="../media/image35.png"/><Relationship Id="rId58" Type="http://schemas.openxmlformats.org/officeDocument/2006/relationships/customXml" Target="../ink/ink132.xml"/><Relationship Id="rId79" Type="http://schemas.openxmlformats.org/officeDocument/2006/relationships/customXml" Target="../ink/ink143.xml"/><Relationship Id="rId102" Type="http://schemas.openxmlformats.org/officeDocument/2006/relationships/customXml" Target="../ink/ink155.xml"/><Relationship Id="rId123" Type="http://schemas.openxmlformats.org/officeDocument/2006/relationships/customXml" Target="../ink/ink166.xml"/><Relationship Id="rId144" Type="http://schemas.openxmlformats.org/officeDocument/2006/relationships/image" Target="../media/image119.png"/><Relationship Id="rId90" Type="http://schemas.openxmlformats.org/officeDocument/2006/relationships/image" Target="../media/image93.png"/><Relationship Id="rId165" Type="http://schemas.openxmlformats.org/officeDocument/2006/relationships/customXml" Target="../ink/ink187.xml"/><Relationship Id="rId186" Type="http://schemas.openxmlformats.org/officeDocument/2006/relationships/image" Target="../media/image140.png"/><Relationship Id="rId211" Type="http://schemas.openxmlformats.org/officeDocument/2006/relationships/customXml" Target="../ink/ink210.xml"/><Relationship Id="rId27" Type="http://schemas.openxmlformats.org/officeDocument/2006/relationships/image" Target="../media/image23.png"/><Relationship Id="rId48" Type="http://schemas.openxmlformats.org/officeDocument/2006/relationships/customXml" Target="../ink/ink127.xml"/><Relationship Id="rId69" Type="http://schemas.openxmlformats.org/officeDocument/2006/relationships/image" Target="../media/image55.png"/><Relationship Id="rId113" Type="http://schemas.openxmlformats.org/officeDocument/2006/relationships/customXml" Target="../ink/ink161.xml"/><Relationship Id="rId134" Type="http://schemas.openxmlformats.org/officeDocument/2006/relationships/image" Target="../media/image114.png"/><Relationship Id="rId80" Type="http://schemas.openxmlformats.org/officeDocument/2006/relationships/image" Target="../media/image62.png"/><Relationship Id="rId155" Type="http://schemas.openxmlformats.org/officeDocument/2006/relationships/customXml" Target="../ink/ink182.xml"/><Relationship Id="rId176" Type="http://schemas.openxmlformats.org/officeDocument/2006/relationships/image" Target="../media/image135.png"/><Relationship Id="rId197" Type="http://schemas.openxmlformats.org/officeDocument/2006/relationships/customXml" Target="../ink/ink203.xml"/><Relationship Id="rId201" Type="http://schemas.openxmlformats.org/officeDocument/2006/relationships/customXml" Target="../ink/ink205.xml"/><Relationship Id="rId17" Type="http://schemas.openxmlformats.org/officeDocument/2006/relationships/image" Target="../media/image180.png"/><Relationship Id="rId38" Type="http://schemas.openxmlformats.org/officeDocument/2006/relationships/customXml" Target="../ink/ink122.xml"/><Relationship Id="rId59" Type="http://schemas.openxmlformats.org/officeDocument/2006/relationships/image" Target="../media/image50.png"/><Relationship Id="rId103" Type="http://schemas.openxmlformats.org/officeDocument/2006/relationships/image" Target="../media/image99.png"/><Relationship Id="rId124" Type="http://schemas.openxmlformats.org/officeDocument/2006/relationships/image" Target="../media/image109.png"/><Relationship Id="rId70" Type="http://schemas.openxmlformats.org/officeDocument/2006/relationships/customXml" Target="../ink/ink138.xml"/><Relationship Id="rId91" Type="http://schemas.openxmlformats.org/officeDocument/2006/relationships/customXml" Target="../ink/ink149.xml"/><Relationship Id="rId145" Type="http://schemas.openxmlformats.org/officeDocument/2006/relationships/customXml" Target="../ink/ink177.xml"/><Relationship Id="rId166" Type="http://schemas.openxmlformats.org/officeDocument/2006/relationships/image" Target="../media/image130.png"/><Relationship Id="rId187" Type="http://schemas.openxmlformats.org/officeDocument/2006/relationships/customXml" Target="../ink/ink198.xml"/><Relationship Id="rId1" Type="http://schemas.openxmlformats.org/officeDocument/2006/relationships/slideLayout" Target="../slideLayouts/slideLayout13.xml"/><Relationship Id="rId212" Type="http://schemas.openxmlformats.org/officeDocument/2006/relationships/image" Target="../media/image153.png"/><Relationship Id="rId28" Type="http://schemas.openxmlformats.org/officeDocument/2006/relationships/customXml" Target="../ink/ink117.xml"/><Relationship Id="rId49" Type="http://schemas.openxmlformats.org/officeDocument/2006/relationships/image" Target="../media/image45.png"/><Relationship Id="rId114" Type="http://schemas.openxmlformats.org/officeDocument/2006/relationships/image" Target="../media/image104.png"/><Relationship Id="rId60" Type="http://schemas.openxmlformats.org/officeDocument/2006/relationships/customXml" Target="../ink/ink133.xml"/><Relationship Id="rId81" Type="http://schemas.openxmlformats.org/officeDocument/2006/relationships/customXml" Target="../ink/ink144.xml"/><Relationship Id="rId135" Type="http://schemas.openxmlformats.org/officeDocument/2006/relationships/customXml" Target="../ink/ink172.xml"/><Relationship Id="rId156" Type="http://schemas.openxmlformats.org/officeDocument/2006/relationships/image" Target="../media/image125.png"/><Relationship Id="rId177" Type="http://schemas.openxmlformats.org/officeDocument/2006/relationships/customXml" Target="../ink/ink193.xml"/><Relationship Id="rId198" Type="http://schemas.openxmlformats.org/officeDocument/2006/relationships/image" Target="../media/image146.png"/><Relationship Id="rId202" Type="http://schemas.openxmlformats.org/officeDocument/2006/relationships/image" Target="../media/image148.png"/><Relationship Id="rId18" Type="http://schemas.openxmlformats.org/officeDocument/2006/relationships/customXml" Target="../ink/ink112.xml"/><Relationship Id="rId39" Type="http://schemas.openxmlformats.org/officeDocument/2006/relationships/image" Target="../media/image40.png"/><Relationship Id="rId50" Type="http://schemas.openxmlformats.org/officeDocument/2006/relationships/customXml" Target="../ink/ink128.xml"/><Relationship Id="rId104" Type="http://schemas.openxmlformats.org/officeDocument/2006/relationships/customXml" Target="../ink/ink156.xml"/><Relationship Id="rId125" Type="http://schemas.openxmlformats.org/officeDocument/2006/relationships/customXml" Target="../ink/ink167.xml"/><Relationship Id="rId146" Type="http://schemas.openxmlformats.org/officeDocument/2006/relationships/image" Target="../media/image120.png"/><Relationship Id="rId167" Type="http://schemas.openxmlformats.org/officeDocument/2006/relationships/customXml" Target="../ink/ink188.xml"/><Relationship Id="rId188" Type="http://schemas.openxmlformats.org/officeDocument/2006/relationships/image" Target="../media/image141.png"/><Relationship Id="rId71" Type="http://schemas.openxmlformats.org/officeDocument/2006/relationships/image" Target="../media/image56.png"/><Relationship Id="rId92" Type="http://schemas.openxmlformats.org/officeDocument/2006/relationships/image" Target="../media/image94.png"/><Relationship Id="rId213" Type="http://schemas.openxmlformats.org/officeDocument/2006/relationships/customXml" Target="../ink/ink211.xml"/><Relationship Id="rId2" Type="http://schemas.openxmlformats.org/officeDocument/2006/relationships/customXml" Target="../ink/ink104.xml"/><Relationship Id="rId29" Type="http://schemas.openxmlformats.org/officeDocument/2006/relationships/image" Target="../media/image24.png"/><Relationship Id="rId40" Type="http://schemas.openxmlformats.org/officeDocument/2006/relationships/customXml" Target="../ink/ink123.xml"/><Relationship Id="rId115" Type="http://schemas.openxmlformats.org/officeDocument/2006/relationships/customXml" Target="../ink/ink162.xml"/><Relationship Id="rId136" Type="http://schemas.openxmlformats.org/officeDocument/2006/relationships/image" Target="../media/image115.png"/><Relationship Id="rId157" Type="http://schemas.openxmlformats.org/officeDocument/2006/relationships/customXml" Target="../ink/ink183.xml"/><Relationship Id="rId178" Type="http://schemas.openxmlformats.org/officeDocument/2006/relationships/image" Target="../media/image136.png"/><Relationship Id="rId61" Type="http://schemas.openxmlformats.org/officeDocument/2006/relationships/image" Target="../media/image51.png"/><Relationship Id="rId82" Type="http://schemas.openxmlformats.org/officeDocument/2006/relationships/image" Target="../media/image63.png"/><Relationship Id="rId199" Type="http://schemas.openxmlformats.org/officeDocument/2006/relationships/customXml" Target="../ink/ink204.xml"/><Relationship Id="rId203" Type="http://schemas.openxmlformats.org/officeDocument/2006/relationships/customXml" Target="../ink/ink206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221.xml"/><Relationship Id="rId26" Type="http://schemas.openxmlformats.org/officeDocument/2006/relationships/customXml" Target="../ink/ink225.xml"/><Relationship Id="rId3" Type="http://schemas.openxmlformats.org/officeDocument/2006/relationships/image" Target="../media/image1110.png"/><Relationship Id="rId21" Type="http://schemas.openxmlformats.org/officeDocument/2006/relationships/image" Target="../media/image20.png"/><Relationship Id="rId7" Type="http://schemas.openxmlformats.org/officeDocument/2006/relationships/image" Target="../media/image1310.png"/><Relationship Id="rId12" Type="http://schemas.openxmlformats.org/officeDocument/2006/relationships/customXml" Target="../ink/ink218.xml"/><Relationship Id="rId17" Type="http://schemas.openxmlformats.org/officeDocument/2006/relationships/image" Target="../media/image180.png"/><Relationship Id="rId25" Type="http://schemas.openxmlformats.org/officeDocument/2006/relationships/image" Target="../media/image26.png"/><Relationship Id="rId33" Type="http://schemas.openxmlformats.org/officeDocument/2006/relationships/image" Target="../media/image156.png"/><Relationship Id="rId2" Type="http://schemas.openxmlformats.org/officeDocument/2006/relationships/customXml" Target="../ink/ink213.xml"/><Relationship Id="rId16" Type="http://schemas.openxmlformats.org/officeDocument/2006/relationships/customXml" Target="../ink/ink220.xml"/><Relationship Id="rId20" Type="http://schemas.openxmlformats.org/officeDocument/2006/relationships/customXml" Target="../ink/ink222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15.xml"/><Relationship Id="rId11" Type="http://schemas.openxmlformats.org/officeDocument/2006/relationships/image" Target="../media/image1510.png"/><Relationship Id="rId24" Type="http://schemas.openxmlformats.org/officeDocument/2006/relationships/customXml" Target="../ink/ink224.xml"/><Relationship Id="rId32" Type="http://schemas.openxmlformats.org/officeDocument/2006/relationships/customXml" Target="../ink/ink228.xml"/><Relationship Id="rId5" Type="http://schemas.openxmlformats.org/officeDocument/2006/relationships/image" Target="../media/image1210.png"/><Relationship Id="rId15" Type="http://schemas.openxmlformats.org/officeDocument/2006/relationships/image" Target="../media/image170.png"/><Relationship Id="rId23" Type="http://schemas.openxmlformats.org/officeDocument/2006/relationships/image" Target="../media/image21.png"/><Relationship Id="rId28" Type="http://schemas.openxmlformats.org/officeDocument/2006/relationships/customXml" Target="../ink/ink226.xml"/><Relationship Id="rId10" Type="http://schemas.openxmlformats.org/officeDocument/2006/relationships/customXml" Target="../ink/ink217.xml"/><Relationship Id="rId19" Type="http://schemas.openxmlformats.org/officeDocument/2006/relationships/image" Target="../media/image190.png"/><Relationship Id="rId31" Type="http://schemas.openxmlformats.org/officeDocument/2006/relationships/image" Target="../media/image59.png"/><Relationship Id="rId4" Type="http://schemas.openxmlformats.org/officeDocument/2006/relationships/customXml" Target="../ink/ink214.xml"/><Relationship Id="rId9" Type="http://schemas.openxmlformats.org/officeDocument/2006/relationships/image" Target="../media/image1410.png"/><Relationship Id="rId14" Type="http://schemas.openxmlformats.org/officeDocument/2006/relationships/customXml" Target="../ink/ink219.xml"/><Relationship Id="rId22" Type="http://schemas.openxmlformats.org/officeDocument/2006/relationships/customXml" Target="../ink/ink223.xml"/><Relationship Id="rId27" Type="http://schemas.openxmlformats.org/officeDocument/2006/relationships/image" Target="../media/image34.png"/><Relationship Id="rId30" Type="http://schemas.openxmlformats.org/officeDocument/2006/relationships/customXml" Target="../ink/ink227.xml"/><Relationship Id="rId8" Type="http://schemas.openxmlformats.org/officeDocument/2006/relationships/customXml" Target="../ink/ink216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237.xml"/><Relationship Id="rId26" Type="http://schemas.openxmlformats.org/officeDocument/2006/relationships/customXml" Target="../ink/ink241.xml"/><Relationship Id="rId3" Type="http://schemas.openxmlformats.org/officeDocument/2006/relationships/image" Target="../media/image1110.png"/><Relationship Id="rId21" Type="http://schemas.openxmlformats.org/officeDocument/2006/relationships/image" Target="../media/image20.png"/><Relationship Id="rId7" Type="http://schemas.openxmlformats.org/officeDocument/2006/relationships/image" Target="../media/image1310.png"/><Relationship Id="rId12" Type="http://schemas.openxmlformats.org/officeDocument/2006/relationships/customXml" Target="../ink/ink234.xml"/><Relationship Id="rId17" Type="http://schemas.openxmlformats.org/officeDocument/2006/relationships/image" Target="../media/image180.png"/><Relationship Id="rId25" Type="http://schemas.openxmlformats.org/officeDocument/2006/relationships/image" Target="../media/image26.png"/><Relationship Id="rId33" Type="http://schemas.openxmlformats.org/officeDocument/2006/relationships/image" Target="../media/image157.png"/><Relationship Id="rId2" Type="http://schemas.openxmlformats.org/officeDocument/2006/relationships/customXml" Target="../ink/ink229.xml"/><Relationship Id="rId16" Type="http://schemas.openxmlformats.org/officeDocument/2006/relationships/customXml" Target="../ink/ink236.xml"/><Relationship Id="rId20" Type="http://schemas.openxmlformats.org/officeDocument/2006/relationships/customXml" Target="../ink/ink238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231.xml"/><Relationship Id="rId11" Type="http://schemas.openxmlformats.org/officeDocument/2006/relationships/image" Target="../media/image1510.png"/><Relationship Id="rId24" Type="http://schemas.openxmlformats.org/officeDocument/2006/relationships/customXml" Target="../ink/ink240.xml"/><Relationship Id="rId32" Type="http://schemas.openxmlformats.org/officeDocument/2006/relationships/customXml" Target="../ink/ink244.xml"/><Relationship Id="rId5" Type="http://schemas.openxmlformats.org/officeDocument/2006/relationships/image" Target="../media/image1210.png"/><Relationship Id="rId15" Type="http://schemas.openxmlformats.org/officeDocument/2006/relationships/image" Target="../media/image170.png"/><Relationship Id="rId23" Type="http://schemas.openxmlformats.org/officeDocument/2006/relationships/image" Target="../media/image21.png"/><Relationship Id="rId28" Type="http://schemas.openxmlformats.org/officeDocument/2006/relationships/customXml" Target="../ink/ink242.xml"/><Relationship Id="rId10" Type="http://schemas.openxmlformats.org/officeDocument/2006/relationships/customXml" Target="../ink/ink233.xml"/><Relationship Id="rId19" Type="http://schemas.openxmlformats.org/officeDocument/2006/relationships/image" Target="../media/image190.png"/><Relationship Id="rId31" Type="http://schemas.openxmlformats.org/officeDocument/2006/relationships/image" Target="../media/image59.png"/><Relationship Id="rId4" Type="http://schemas.openxmlformats.org/officeDocument/2006/relationships/customXml" Target="../ink/ink230.xml"/><Relationship Id="rId9" Type="http://schemas.openxmlformats.org/officeDocument/2006/relationships/image" Target="../media/image1410.png"/><Relationship Id="rId14" Type="http://schemas.openxmlformats.org/officeDocument/2006/relationships/customXml" Target="../ink/ink235.xml"/><Relationship Id="rId22" Type="http://schemas.openxmlformats.org/officeDocument/2006/relationships/customXml" Target="../ink/ink239.xml"/><Relationship Id="rId27" Type="http://schemas.openxmlformats.org/officeDocument/2006/relationships/image" Target="../media/image34.png"/><Relationship Id="rId30" Type="http://schemas.openxmlformats.org/officeDocument/2006/relationships/customXml" Target="../ink/ink243.xml"/><Relationship Id="rId8" Type="http://schemas.openxmlformats.org/officeDocument/2006/relationships/customXml" Target="../ink/ink2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50" name="Freeform: Shape 104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2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52" name="Right Triangle 105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56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5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5970" y="806365"/>
            <a:ext cx="2515977" cy="284741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 b="1"/>
              <a:t>Financiële Ratio’s – Uitleg en Interpretatie</a:t>
            </a:r>
          </a:p>
        </p:txBody>
      </p:sp>
      <p:pic>
        <p:nvPicPr>
          <p:cNvPr id="1026" name="Picture 2" descr="VEK Investment Club | LinkedIn">
            <a:extLst>
              <a:ext uri="{FF2B5EF4-FFF2-40B4-BE49-F238E27FC236}">
                <a16:creationId xmlns:a16="http://schemas.microsoft.com/office/drawing/2014/main" id="{90357AB4-8A47-ED80-A9BF-EC3E1CCEC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6419" y="1318503"/>
            <a:ext cx="4203477" cy="420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27BD5-15D7-AFCB-ED50-1FD6C3D7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ea typeface="Calibri"/>
                <a:cs typeface="Calibri"/>
              </a:rPr>
              <a:t>General Information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663ABC-DF66-34F5-D9B4-5B361ED03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>
                <a:ea typeface="Calibri"/>
                <a:cs typeface="Calibri"/>
              </a:rPr>
              <a:t>Wat is het sjabloon</a:t>
            </a:r>
          </a:p>
          <a:p>
            <a:r>
              <a:rPr lang="nl-NL" dirty="0">
                <a:ea typeface="Calibri"/>
                <a:cs typeface="Calibri"/>
              </a:rPr>
              <a:t>Wat doet het sjabloon</a:t>
            </a:r>
          </a:p>
          <a:p>
            <a:r>
              <a:rPr lang="nl-NL" dirty="0">
                <a:ea typeface="Calibri"/>
                <a:cs typeface="Calibri"/>
              </a:rPr>
              <a:t>Hoe vul je het in</a:t>
            </a:r>
          </a:p>
          <a:p>
            <a:endParaRPr lang="nl-NL" dirty="0">
              <a:ea typeface="Calibri"/>
              <a:cs typeface="Calibri"/>
            </a:endParaRPr>
          </a:p>
        </p:txBody>
      </p:sp>
      <p:pic>
        <p:nvPicPr>
          <p:cNvPr id="5" name="Picture 2" descr="VEK Investment Club | LinkedIn">
            <a:extLst>
              <a:ext uri="{FF2B5EF4-FFF2-40B4-BE49-F238E27FC236}">
                <a16:creationId xmlns:a16="http://schemas.microsoft.com/office/drawing/2014/main" id="{75F622C9-B27C-6C99-BC37-EE401288B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78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  <a:p>
            <a:pPr algn="ctr" defTabSz="457200"/>
            <a:endParaRPr lang="en-US" dirty="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Liquiditeit – Current Ratio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369" y="2071316"/>
            <a:ext cx="5035164" cy="4119172"/>
          </a:xfrm>
        </p:spPr>
        <p:txBody>
          <a:bodyPr anchor="t">
            <a:normAutofit fontScale="92500" lnSpcReduction="20000"/>
          </a:bodyPr>
          <a:lstStyle/>
          <a:p>
            <a:r>
              <a:rPr lang="nl-NL" sz="1900">
                <a:latin typeface="Arial"/>
              </a:rPr>
              <a:t>Formule: </a:t>
            </a:r>
            <a:r>
              <a:rPr lang="nl-NL" sz="1900" err="1">
                <a:latin typeface="Arial"/>
              </a:rPr>
              <a:t>Current</a:t>
            </a:r>
            <a:r>
              <a:rPr lang="nl-NL" sz="1900">
                <a:latin typeface="Arial"/>
              </a:rPr>
              <a:t> Assets / </a:t>
            </a:r>
            <a:r>
              <a:rPr lang="nl-NL" sz="1900" err="1">
                <a:latin typeface="Arial"/>
              </a:rPr>
              <a:t>Current</a:t>
            </a:r>
            <a:r>
              <a:rPr lang="nl-NL" sz="1900">
                <a:latin typeface="Arial"/>
              </a:rPr>
              <a:t> </a:t>
            </a:r>
            <a:r>
              <a:rPr lang="nl-NL" sz="1900" err="1">
                <a:latin typeface="Arial"/>
              </a:rPr>
              <a:t>Liabilities</a:t>
            </a:r>
            <a:endParaRPr lang="nl-NL">
              <a:latin typeface="Calibri"/>
              <a:ea typeface="Calibri"/>
              <a:cs typeface="Calibri"/>
            </a:endParaRPr>
          </a:p>
          <a:p>
            <a:r>
              <a:rPr lang="nl-NL" sz="1900" dirty="0">
                <a:latin typeface="Arial"/>
                <a:cs typeface="Arial"/>
              </a:rPr>
              <a:t>Vlottende activa(voorraden, contant geld , vorderingen)/kortlopende verplichtingen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Betekenis: geeft aan of een bedrijf zijn </a:t>
            </a:r>
            <a:r>
              <a:rPr lang="nl-NL" sz="1900" dirty="0" err="1">
                <a:latin typeface="Arial"/>
              </a:rPr>
              <a:t>kortetermijnschulden</a:t>
            </a:r>
            <a:r>
              <a:rPr lang="nl-NL" sz="1900">
                <a:latin typeface="Arial"/>
              </a:rPr>
              <a:t> kan betalen met zijn </a:t>
            </a:r>
            <a:r>
              <a:rPr lang="nl-NL" sz="1900" dirty="0" err="1">
                <a:latin typeface="Arial"/>
              </a:rPr>
              <a:t>kortetermijnbezittingen</a:t>
            </a:r>
            <a:r>
              <a:rPr lang="nl-NL" sz="1900">
                <a:latin typeface="Arial"/>
              </a:rPr>
              <a:t>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&gt;1 is meestal goed; &lt;1 kan liquiditeitsproblemen aangeven.</a:t>
            </a:r>
            <a:endParaRPr lang="nl-NL" sz="1900" dirty="0">
              <a:latin typeface="Arial"/>
              <a:cs typeface="Arial"/>
            </a:endParaRPr>
          </a:p>
          <a:p>
            <a:endParaRPr lang="nl-NL" sz="1900" dirty="0">
              <a:latin typeface="Arial"/>
              <a:cs typeface="Arial"/>
            </a:endParaRPr>
          </a:p>
          <a:p>
            <a:r>
              <a:rPr lang="nl-NL" sz="1900" dirty="0">
                <a:latin typeface="Arial"/>
                <a:cs typeface="Arial"/>
              </a:rPr>
              <a:t>(niet veel met maar 1 ratio)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Voorbeeld: 1,5 betekent dat het bedrijf 1,50 euro bezit per 1 euro schuld.</a:t>
            </a:r>
            <a:endParaRPr lang="nl-NL" sz="1900" dirty="0">
              <a:latin typeface="Arial"/>
              <a:cs typeface="Arial"/>
            </a:endParaRPr>
          </a:p>
        </p:txBody>
      </p:sp>
      <p:pic>
        <p:nvPicPr>
          <p:cNvPr id="2050" name="Picture 2" descr="VEK Investment Club | LinkedIn">
            <a:extLst>
              <a:ext uri="{FF2B5EF4-FFF2-40B4-BE49-F238E27FC236}">
                <a16:creationId xmlns:a16="http://schemas.microsoft.com/office/drawing/2014/main" id="{48DA85E1-2055-3F87-7734-10F200C7C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r="14036" b="2"/>
          <a:stretch>
            <a:fillRect/>
          </a:stretch>
        </p:blipFill>
        <p:spPr bwMode="auto">
          <a:xfrm>
            <a:off x="7280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/>
              <a:t>Liquiditeit – Working Capital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6459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7202" y="2660904"/>
            <a:ext cx="3614166" cy="35478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Formule: Vlottende activa – Kortlopende schulden</a:t>
            </a: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Betekenis: meet de financiële ruimte om dagelijkse verplichtingen te betalen.</a:t>
            </a:r>
            <a:r>
              <a:rPr lang="nl-NL" sz="1600" dirty="0">
                <a:latin typeface="Arial"/>
              </a:rPr>
              <a:t> </a:t>
            </a:r>
            <a:endParaRPr lang="nl-NL" sz="16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Interpretatie: Positief werkkapitaal = gezonde buffer; negatief = risico op betalingsproblemen.</a:t>
            </a:r>
            <a:endParaRPr lang="nl-NL" sz="16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Voorbeeld: €500.000 – €300.000 = €200.000 werkbuffer.</a:t>
            </a:r>
            <a:endParaRPr lang="nl-NL" sz="1600" dirty="0">
              <a:latin typeface="Arial"/>
              <a:cs typeface="Arial"/>
            </a:endParaRPr>
          </a:p>
        </p:txBody>
      </p:sp>
      <p:pic>
        <p:nvPicPr>
          <p:cNvPr id="3074" name="Picture 2" descr="VEK Investment Club | LinkedIn">
            <a:extLst>
              <a:ext uri="{FF2B5EF4-FFF2-40B4-BE49-F238E27FC236}">
                <a16:creationId xmlns:a16="http://schemas.microsoft.com/office/drawing/2014/main" id="{F554FFBB-9E7D-FC71-67BC-038B53206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FB214-D104-E520-AAD0-36B0D1C5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FC5453D6-EBB0-05D5-4D13-3C931539A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414438"/>
            <a:ext cx="8229600" cy="28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79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6776" y="609600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/>
              <a:t>Solvabiliteit – Debt-to-Equity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6776" y="2194103"/>
            <a:ext cx="3738157" cy="40803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nl-BE" sz="1700">
                <a:latin typeface="Arial"/>
              </a:rPr>
              <a:t>Formule: Total </a:t>
            </a:r>
            <a:r>
              <a:rPr lang="nl-BE" sz="1700" dirty="0" err="1">
                <a:latin typeface="Arial"/>
              </a:rPr>
              <a:t>Debt</a:t>
            </a:r>
            <a:r>
              <a:rPr lang="nl-BE" sz="1700">
                <a:latin typeface="Arial"/>
              </a:rPr>
              <a:t> / Total </a:t>
            </a:r>
            <a:r>
              <a:rPr lang="nl-BE" sz="1700" dirty="0" err="1">
                <a:latin typeface="Arial"/>
              </a:rPr>
              <a:t>Equity</a:t>
            </a:r>
            <a:endParaRPr lang="nl-BE" sz="1700" dirty="0" err="1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BE" sz="17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BE" sz="1700">
                <a:latin typeface="Arial"/>
              </a:rPr>
              <a:t>Betekenis: toont hoeveel schuld het bedrijf heeft per euro eigen vermogen.</a:t>
            </a:r>
            <a:r>
              <a:rPr lang="nl-BE" sz="1700" dirty="0">
                <a:latin typeface="Arial"/>
              </a:rPr>
              <a:t> Hoeveel schulden gebruikt het bedrijf om zich te </a:t>
            </a:r>
            <a:r>
              <a:rPr lang="nl-BE" sz="1700" dirty="0" err="1">
                <a:latin typeface="Arial"/>
              </a:rPr>
              <a:t>financiëren</a:t>
            </a:r>
            <a:endParaRPr lang="nl-BE" sz="1700" dirty="0" err="1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BE" sz="17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BE" sz="1700">
                <a:latin typeface="Arial"/>
              </a:rPr>
              <a:t>Interpretatie: Lage ratio = financieel stabiel; hoge ratio = meer risico.</a:t>
            </a:r>
          </a:p>
          <a:p>
            <a:pPr>
              <a:lnSpc>
                <a:spcPct val="90000"/>
              </a:lnSpc>
            </a:pPr>
            <a:endParaRPr lang="nl-BE" sz="17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BE" sz="1700">
                <a:latin typeface="Arial"/>
              </a:rPr>
              <a:t>Voorbeeld: 0,8 betekent €0,80 schuld per €1 eigen vermogen.</a:t>
            </a:r>
            <a:endParaRPr lang="nl-BE" sz="17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BE" sz="17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r>
              <a:rPr lang="nl-BE" sz="1700" dirty="0">
                <a:ea typeface="+mn-lt"/>
                <a:cs typeface="+mn-lt"/>
              </a:rPr>
              <a:t>https://www.investopedia.com/terms/d/debtequityratio.asp</a:t>
            </a:r>
            <a:endParaRPr lang="nl-BE" sz="1700" dirty="0">
              <a:latin typeface="Arial"/>
              <a:cs typeface="Arial"/>
            </a:endParaRPr>
          </a:p>
        </p:txBody>
      </p:sp>
      <p:pic>
        <p:nvPicPr>
          <p:cNvPr id="4098" name="Picture 2" descr="VEK Investment Club | LinkedIn">
            <a:extLst>
              <a:ext uri="{FF2B5EF4-FFF2-40B4-BE49-F238E27FC236}">
                <a16:creationId xmlns:a16="http://schemas.microsoft.com/office/drawing/2014/main" id="{E039898F-3E61-58D6-0389-FED99155E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4457" y="1663488"/>
            <a:ext cx="3553238" cy="35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7" name="Rectangle 1536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Solvabiliteit – Equity Ratio</a:t>
            </a:r>
          </a:p>
        </p:txBody>
      </p:sp>
      <p:sp>
        <p:nvSpPr>
          <p:cNvPr id="1536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nl-NL" sz="1900">
                <a:latin typeface="Arial"/>
              </a:rPr>
              <a:t>Formule: Eigen Vermogen / Totale Activa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Betekenis: laat zien welk deel van het bedrijf gefinancierd is met eigen geld.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Hoe hoger, hoe veiliger voor beleggers.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Voorbeeld: 40% betekent dat 40% van de activa met eigen geld is gefinancierd.</a:t>
            </a:r>
            <a:endParaRPr lang="nl-NL" sz="1900" dirty="0">
              <a:latin typeface="Arial"/>
              <a:cs typeface="Arial"/>
            </a:endParaRPr>
          </a:p>
          <a:p>
            <a:r>
              <a:rPr lang="nl-NL" sz="1900" dirty="0">
                <a:ea typeface="+mn-lt"/>
                <a:cs typeface="+mn-lt"/>
              </a:rPr>
              <a:t>https://www.investopedia.com/terms/s/shareholderequityratio.asp</a:t>
            </a:r>
            <a:endParaRPr lang="nl-NL" sz="1900" dirty="0">
              <a:latin typeface="Arial"/>
              <a:cs typeface="Arial"/>
            </a:endParaRPr>
          </a:p>
        </p:txBody>
      </p:sp>
      <p:pic>
        <p:nvPicPr>
          <p:cNvPr id="15362" name="Picture 2" descr="VEK Investment Club | LinkedIn">
            <a:extLst>
              <a:ext uri="{FF2B5EF4-FFF2-40B4-BE49-F238E27FC236}">
                <a16:creationId xmlns:a16="http://schemas.microsoft.com/office/drawing/2014/main" id="{65C4752D-DC89-569D-351A-CB35EA7B2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r="14036" b="2"/>
          <a:stretch>
            <a:fillRect/>
          </a:stretch>
        </p:blipFill>
        <p:spPr bwMode="auto">
          <a:xfrm>
            <a:off x="7280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7" name="Rectangle 1639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398" name="Freeform: Shape 1639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6775" y="609598"/>
            <a:ext cx="7044316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Rendabiliteit – Return on Equity (ROE)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6776" y="2198363"/>
            <a:ext cx="3719225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1700">
                <a:latin typeface="Arial"/>
              </a:rPr>
              <a:t>Formule: Nettowinst / Eigen Vermogen</a:t>
            </a: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Betekenis: toont het rendement voor aandeelhouders.</a:t>
            </a:r>
            <a:endParaRPr lang="nl-NL" sz="1700" dirty="0">
              <a:latin typeface="Arial"/>
              <a:cs typeface="Arial"/>
            </a:endParaRP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Interpretatie: Hoger = efficiënter gebruik van eigen vermogen.</a:t>
            </a:r>
            <a:endParaRPr lang="nl-NL" sz="1700" dirty="0">
              <a:latin typeface="Arial"/>
              <a:cs typeface="Arial"/>
            </a:endParaRP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Voorbeeld: 15% ROE = 15 euro winst per 100 euro eigen vermogen.</a:t>
            </a:r>
            <a:endParaRPr lang="nl-NL" sz="1700" dirty="0">
              <a:latin typeface="Arial"/>
              <a:cs typeface="Arial"/>
            </a:endParaRPr>
          </a:p>
        </p:txBody>
      </p:sp>
      <p:pic>
        <p:nvPicPr>
          <p:cNvPr id="16386" name="Picture 2" descr="VEK Investment Club | LinkedIn">
            <a:extLst>
              <a:ext uri="{FF2B5EF4-FFF2-40B4-BE49-F238E27FC236}">
                <a16:creationId xmlns:a16="http://schemas.microsoft.com/office/drawing/2014/main" id="{ACE28CC5-33E6-E322-FAAD-94D903E3C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3526" y="2267183"/>
            <a:ext cx="3591379" cy="359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9" name="Freeform: Shape 1639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560219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67A96-5D0E-1A5B-2EBC-BB5D3E9A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4306C73E-8F77-5709-2DAD-F37D437722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151015"/>
            <a:ext cx="8229600" cy="342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2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17412" name="Content Placeholder 2">
            <a:extLst>
              <a:ext uri="{FF2B5EF4-FFF2-40B4-BE49-F238E27FC236}">
                <a16:creationId xmlns:a16="http://schemas.microsoft.com/office/drawing/2014/main" id="{DC21525B-0CEC-0B53-418E-FA8E27AD44A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1524000" y="0"/>
            <a:ext cx="9144000" cy="141763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b="1" dirty="0" err="1">
                <a:solidFill>
                  <a:srgbClr val="FFFFFF"/>
                </a:solidFill>
                <a:latin typeface="Calibri"/>
              </a:rPr>
              <a:t>Rendabiliteit</a:t>
            </a:r>
            <a:r>
              <a:rPr b="1" dirty="0">
                <a:solidFill>
                  <a:srgbClr val="FFFFFF"/>
                </a:solidFill>
                <a:latin typeface="Calibri"/>
              </a:rPr>
              <a:t> – Return on Assets (ROA)</a:t>
            </a:r>
          </a:p>
        </p:txBody>
      </p:sp>
      <p:pic>
        <p:nvPicPr>
          <p:cNvPr id="17410" name="Picture 2" descr="VEK Investment Club | LinkedIn">
            <a:extLst>
              <a:ext uri="{FF2B5EF4-FFF2-40B4-BE49-F238E27FC236}">
                <a16:creationId xmlns:a16="http://schemas.microsoft.com/office/drawing/2014/main" id="{C08C18E1-1922-05EE-9761-C94F72C4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Rendabiliteit – Return on Investment (ROI)</a:t>
            </a:r>
          </a:p>
        </p:txBody>
      </p:sp>
      <p:sp>
        <p:nvSpPr>
          <p:cNvPr id="1844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6459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7202" y="2660904"/>
            <a:ext cx="3614166" cy="35478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800">
                <a:latin typeface="Arial"/>
              </a:rPr>
              <a:t>Formule: (Opbrengst – Kosten) / Kosten</a:t>
            </a:r>
          </a:p>
          <a:p>
            <a:pPr>
              <a:lnSpc>
                <a:spcPct val="90000"/>
              </a:lnSpc>
            </a:pPr>
            <a:endParaRPr lang="nl-NL" sz="18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r>
              <a:rPr lang="nl-NL" sz="1800">
                <a:latin typeface="Arial"/>
              </a:rPr>
              <a:t>Betekenis: meet het rendement op een specifieke investering.</a:t>
            </a:r>
            <a:endParaRPr lang="nl-NL" sz="18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8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800">
                <a:latin typeface="Arial"/>
              </a:rPr>
              <a:t>Interpretatie: Positieve ROI = winst; negatieve = verlies.</a:t>
            </a:r>
            <a:endParaRPr lang="nl-NL" sz="18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8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800">
                <a:latin typeface="Arial"/>
              </a:rPr>
              <a:t>Voorbeeld: (120.000 – 100.000)/100.000 = 20% ROI.</a:t>
            </a:r>
            <a:endParaRPr lang="nl-NL" sz="1800" dirty="0">
              <a:latin typeface="Arial"/>
              <a:cs typeface="Arial"/>
            </a:endParaRPr>
          </a:p>
        </p:txBody>
      </p:sp>
      <p:pic>
        <p:nvPicPr>
          <p:cNvPr id="18434" name="Picture 2" descr="VEK Investment Club | LinkedIn">
            <a:extLst>
              <a:ext uri="{FF2B5EF4-FFF2-40B4-BE49-F238E27FC236}">
                <a16:creationId xmlns:a16="http://schemas.microsoft.com/office/drawing/2014/main" id="{83367C30-EF40-A6CD-FC35-A2C6E52C6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 descr="Afbeelding met tekst, Lettertype, lijn, schermopname&#10;&#10;Door AI gegenereerde inhoud is mogelijk onjuist.">
            <a:extLst>
              <a:ext uri="{FF2B5EF4-FFF2-40B4-BE49-F238E27FC236}">
                <a16:creationId xmlns:a16="http://schemas.microsoft.com/office/drawing/2014/main" id="{51C09545-7D22-C80F-BD0E-45D62D252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513" y="638483"/>
            <a:ext cx="5092495" cy="7263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en-US" sz="4300" b="1"/>
              <a:t>Rendabiliteit – EBITDA Margin</a:t>
            </a:r>
          </a:p>
        </p:txBody>
      </p:sp>
      <p:sp>
        <p:nvSpPr>
          <p:cNvPr id="1434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6459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492" y="2660905"/>
            <a:ext cx="3601876" cy="3769097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Formule: EBITDA / Omzet</a:t>
            </a: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Betekenis: toont de winstgevendheid vóór rente, belasting en afschrijvingen.</a:t>
            </a:r>
            <a:endParaRPr lang="nl-NL" sz="16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600" dirty="0">
              <a:latin typeface="Arial"/>
              <a:ea typeface="+mn-lt"/>
              <a:cs typeface="Arial"/>
            </a:endParaRPr>
          </a:p>
          <a:p>
            <a:pPr>
              <a:lnSpc>
                <a:spcPct val="90000"/>
              </a:lnSpc>
            </a:pPr>
            <a:r>
              <a:rPr lang="nl-NL" sz="1600" dirty="0">
                <a:latin typeface="Arial"/>
                <a:ea typeface="+mn-lt"/>
                <a:cs typeface="Arial"/>
              </a:rPr>
              <a:t>Maatstaf voor de operationele winst van een bedrijf, uitgedrukt als percentage van de omzet.</a:t>
            </a:r>
            <a:endParaRPr lang="nl-NL" sz="16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Interpretatie: Hoger = efficiënter operationeel beheer.</a:t>
            </a:r>
            <a:endParaRPr lang="nl-NL" sz="16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Voorbeeld: 25% betekent dat 25 cent van elke euro omzet winst is (voor afschrijvingen</a:t>
            </a:r>
            <a:r>
              <a:rPr lang="nl-NL" sz="1600" dirty="0">
                <a:latin typeface="Arial"/>
              </a:rPr>
              <a:t>, rente en belastingen</a:t>
            </a:r>
            <a:r>
              <a:rPr lang="nl-NL" sz="1600">
                <a:latin typeface="Arial"/>
              </a:rPr>
              <a:t>).</a:t>
            </a:r>
            <a:endParaRPr lang="nl-NL" sz="1600" dirty="0">
              <a:latin typeface="Arial"/>
              <a:cs typeface="Arial"/>
            </a:endParaRPr>
          </a:p>
        </p:txBody>
      </p:sp>
      <p:pic>
        <p:nvPicPr>
          <p:cNvPr id="14338" name="Picture 2" descr="VEK Investment Club | LinkedIn">
            <a:extLst>
              <a:ext uri="{FF2B5EF4-FFF2-40B4-BE49-F238E27FC236}">
                <a16:creationId xmlns:a16="http://schemas.microsoft.com/office/drawing/2014/main" id="{A5C0C935-0C4F-6326-B1C1-B220A4ECE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321" name="Freeform: Shape 1332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6775" y="609598"/>
            <a:ext cx="7044316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Rendabiliteit – Net Profit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6776" y="2198363"/>
            <a:ext cx="3719225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1700">
                <a:latin typeface="Arial"/>
              </a:rPr>
              <a:t>Formule: Nettowinst / Omzet</a:t>
            </a: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Betekenis: hoeveel winst blijft over na alle kosten.</a:t>
            </a:r>
            <a:endParaRPr lang="nl-NL" sz="1700" dirty="0">
              <a:latin typeface="Arial"/>
              <a:cs typeface="Arial"/>
            </a:endParaRP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Interpretatie: Hoger = winstgevender bedrijf.</a:t>
            </a:r>
            <a:endParaRPr lang="nl-NL" sz="1700" dirty="0">
              <a:latin typeface="Arial"/>
              <a:cs typeface="Arial"/>
            </a:endParaRP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Voorbeeld: 10% marge betekent dat 10 cent per euro omzet winst is.</a:t>
            </a:r>
            <a:endParaRPr lang="nl-NL" sz="1700" dirty="0">
              <a:latin typeface="Arial"/>
              <a:cs typeface="Arial"/>
            </a:endParaRPr>
          </a:p>
          <a:p>
            <a:r>
              <a:rPr lang="nl-NL" sz="1700" dirty="0">
                <a:ea typeface="+mn-lt"/>
                <a:cs typeface="+mn-lt"/>
                <a:hlinkClick r:id="rId2"/>
              </a:rPr>
              <a:t>https://www.investopedia.com/terms/n/net_margin.asp</a:t>
            </a:r>
            <a:r>
              <a:rPr lang="nl-NL" sz="1700" dirty="0">
                <a:ea typeface="+mn-lt"/>
                <a:cs typeface="+mn-lt"/>
              </a:rPr>
              <a:t>  &lt;- Voorbeeld</a:t>
            </a:r>
            <a:endParaRPr lang="nl-NL" sz="1700" dirty="0">
              <a:latin typeface="Arial"/>
              <a:cs typeface="Arial"/>
            </a:endParaRPr>
          </a:p>
        </p:txBody>
      </p:sp>
      <p:pic>
        <p:nvPicPr>
          <p:cNvPr id="13314" name="Picture 2" descr="VEK Investment Club | LinkedIn">
            <a:extLst>
              <a:ext uri="{FF2B5EF4-FFF2-40B4-BE49-F238E27FC236}">
                <a16:creationId xmlns:a16="http://schemas.microsoft.com/office/drawing/2014/main" id="{5F84D221-E966-9EE9-3612-36E159589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3526" y="2267183"/>
            <a:ext cx="3591379" cy="359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3" name="Freeform: Shape 1332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560219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DC32D-9232-BD52-E18E-E74F2AAA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ettertype, wit&#10;&#10;Door AI gegenereerde inhoud is mogelijk onjuist.">
            <a:extLst>
              <a:ext uri="{FF2B5EF4-FFF2-40B4-BE49-F238E27FC236}">
                <a16:creationId xmlns:a16="http://schemas.microsoft.com/office/drawing/2014/main" id="{69B38B7D-675C-F175-8BD7-DB8D8FBE6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651" y="2566900"/>
            <a:ext cx="8868698" cy="173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60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1375" y="489509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 b="1"/>
              <a:t>Efficiëntie – Free Cash Flow Conversion</a:t>
            </a:r>
          </a:p>
        </p:txBody>
      </p:sp>
      <p:pic>
        <p:nvPicPr>
          <p:cNvPr id="12290" name="Picture 2" descr="VEK Investment Club | LinkedIn">
            <a:extLst>
              <a:ext uri="{FF2B5EF4-FFF2-40B4-BE49-F238E27FC236}">
                <a16:creationId xmlns:a16="http://schemas.microsoft.com/office/drawing/2014/main" id="{A18CAE00-9C65-45D4-4FAF-B1337F98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5097" y="1759590"/>
            <a:ext cx="2907124" cy="290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377" y="2405894"/>
            <a:ext cx="4611139" cy="3701366"/>
          </a:xfrm>
        </p:spPr>
        <p:txBody>
          <a:bodyPr anchor="t">
            <a:normAutofit lnSpcReduction="10000"/>
          </a:bodyPr>
          <a:lstStyle/>
          <a:p>
            <a:r>
              <a:rPr lang="nl-NL" sz="1700">
                <a:latin typeface="Arial"/>
              </a:rPr>
              <a:t>Formule: Vrije kasstroom / </a:t>
            </a:r>
            <a:r>
              <a:rPr lang="nl-NL" sz="1700" dirty="0">
                <a:latin typeface="Arial"/>
              </a:rPr>
              <a:t>EBITDA</a:t>
            </a:r>
            <a:endParaRPr lang="nl-NL" sz="1700">
              <a:latin typeface="Arial"/>
            </a:endParaRPr>
          </a:p>
          <a:p>
            <a:endParaRPr lang="nl-NL" sz="1700">
              <a:latin typeface="Arial"/>
            </a:endParaRPr>
          </a:p>
          <a:p>
            <a:r>
              <a:rPr lang="nl-NL" sz="1700">
                <a:latin typeface="Arial"/>
              </a:rPr>
              <a:t>Betekenis:</a:t>
            </a:r>
            <a:r>
              <a:rPr lang="nl-NL" sz="1700" dirty="0">
                <a:latin typeface="Arial"/>
                <a:ea typeface="+mn-lt"/>
                <a:cs typeface="Arial"/>
              </a:rPr>
              <a:t> De vrije kasstroomconversie is een liquiditeitsratio die aangeeft hoe effectief een bedrijf zijn EBITDA omzet in vrije kasstroom.</a:t>
            </a:r>
          </a:p>
          <a:p>
            <a:r>
              <a:rPr lang="nl-NL" sz="17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Een gezonde FCF-conversieratio ligt doorgaans rond de 80%.</a:t>
            </a:r>
            <a:endParaRPr lang="nl-NL" sz="1700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nl-NL" sz="17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Ratio's van bijna of boven de 100% duiden op een robuuste liquiditeit en efficiënte kapitaalallocatie. </a:t>
            </a:r>
            <a:endParaRPr lang="nl-NL" sz="17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r>
              <a:rPr lang="nl-NL" sz="1700" dirty="0">
                <a:ea typeface="+mn-lt"/>
                <a:cs typeface="+mn-lt"/>
                <a:hlinkClick r:id="rId3"/>
              </a:rPr>
              <a:t>https://corporatefinanceinstitute.com/resources/valuation/free-cash-flow-conversion-rate/</a:t>
            </a:r>
            <a:r>
              <a:rPr lang="nl-NL" sz="1700" dirty="0">
                <a:ea typeface="+mn-lt"/>
                <a:cs typeface="+mn-lt"/>
              </a:rPr>
              <a:t> </a:t>
            </a:r>
            <a:endParaRPr lang="nl-NL" sz="1700" dirty="0">
              <a:latin typeface="Arial"/>
              <a:ea typeface="Calibri"/>
              <a:cs typeface="Arial"/>
            </a:endParaRPr>
          </a:p>
          <a:p>
            <a:endParaRPr lang="nl-NL" sz="1700" dirty="0">
              <a:latin typeface="Arial"/>
              <a:cs typeface="Arial"/>
            </a:endParaRPr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0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D6AF3-14B4-8A00-53A8-CDFC72E6E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2099D23E-76D8-EC46-AC15-CDB7868C3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965855"/>
            <a:ext cx="8229600" cy="379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8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8526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/>
              <a:t>Efficiëntie – CapEx (Kapitaaluitgaven)</a:t>
            </a:r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66" y="2071316"/>
            <a:ext cx="5035164" cy="4114800"/>
          </a:xfrm>
        </p:spPr>
        <p:txBody>
          <a:bodyPr anchor="t">
            <a:normAutofit/>
          </a:bodyPr>
          <a:lstStyle/>
          <a:p>
            <a:r>
              <a:rPr lang="nl-NL" sz="1900" dirty="0">
                <a:ea typeface="+mn-lt"/>
                <a:cs typeface="+mn-lt"/>
                <a:hlinkClick r:id="rId2"/>
              </a:rPr>
              <a:t>https://corporatefinanceinstitute.com/resources/accounting/capital-expenditure-capex/</a:t>
            </a:r>
            <a:r>
              <a:rPr lang="nl-NL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endParaRPr lang="nl-NL" sz="1900" dirty="0">
              <a:latin typeface="Calibri"/>
              <a:ea typeface="Calibri"/>
              <a:cs typeface="Calibri"/>
            </a:endParaRPr>
          </a:p>
          <a:p>
            <a:r>
              <a:rPr lang="nl-NL" sz="1900">
                <a:latin typeface="Arial"/>
              </a:rPr>
              <a:t>Betekenis: toont hoeveel een bedrijf investeert in zijn productiemiddelen.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Hoge </a:t>
            </a:r>
            <a:r>
              <a:rPr lang="nl-NL" sz="1900" dirty="0" err="1">
                <a:latin typeface="Arial"/>
              </a:rPr>
              <a:t>CapEx</a:t>
            </a:r>
            <a:r>
              <a:rPr lang="nl-NL" sz="1900">
                <a:latin typeface="Arial"/>
              </a:rPr>
              <a:t> = groeibedrijf; lage </a:t>
            </a:r>
            <a:r>
              <a:rPr lang="nl-NL" sz="1900" dirty="0" err="1">
                <a:latin typeface="Arial"/>
              </a:rPr>
              <a:t>CapEx</a:t>
            </a:r>
            <a:r>
              <a:rPr lang="nl-NL" sz="1900">
                <a:latin typeface="Arial"/>
              </a:rPr>
              <a:t> = stabiel of volwassen.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Voorbeeld: 20% </a:t>
            </a:r>
            <a:r>
              <a:rPr lang="nl-NL" sz="1900" dirty="0" err="1">
                <a:latin typeface="Arial"/>
              </a:rPr>
              <a:t>CapEx</a:t>
            </a:r>
            <a:r>
              <a:rPr lang="nl-NL" sz="1900">
                <a:latin typeface="Arial"/>
              </a:rPr>
              <a:t> betekent dat 20% van de omzet wordt herinvesteerd.</a:t>
            </a:r>
            <a:endParaRPr lang="nl-NL" sz="1900" dirty="0">
              <a:latin typeface="Arial"/>
              <a:cs typeface="Arial"/>
            </a:endParaRPr>
          </a:p>
        </p:txBody>
      </p:sp>
      <p:pic>
        <p:nvPicPr>
          <p:cNvPr id="4" name="Afbeelding 3" descr="Afbeelding met tekst, Lettertype, schermopname, lijn&#10;&#10;Door AI gegenereerde inhoud is mogelijk onjuist.">
            <a:extLst>
              <a:ext uri="{FF2B5EF4-FFF2-40B4-BE49-F238E27FC236}">
                <a16:creationId xmlns:a16="http://schemas.microsoft.com/office/drawing/2014/main" id="{8B59DCFA-465F-0335-FD67-694AF3F27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19" y="6001171"/>
            <a:ext cx="9144000" cy="853336"/>
          </a:xfrm>
          <a:prstGeom prst="rect">
            <a:avLst/>
          </a:prstGeom>
        </p:spPr>
      </p:pic>
      <p:pic>
        <p:nvPicPr>
          <p:cNvPr id="6" name="Picture 2" descr="VEK Investment Club | LinkedIn">
            <a:extLst>
              <a:ext uri="{FF2B5EF4-FFF2-40B4-BE49-F238E27FC236}">
                <a16:creationId xmlns:a16="http://schemas.microsoft.com/office/drawing/2014/main" id="{C74B5B93-0773-2906-E006-1F8E0EC0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5221" y="2242209"/>
            <a:ext cx="3467420" cy="346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B839C-3E1E-36BD-96D0-23006243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87AA979A-FBC9-7C2A-FA5E-BA5B5E815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463" y="2262981"/>
            <a:ext cx="78390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13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6E6B86-3A00-29B7-7B0B-BC2C4F43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lamp, ontwerp&#10;&#10;Door AI gegenereerde inhoud is mogelijk onjuist.">
            <a:extLst>
              <a:ext uri="{FF2B5EF4-FFF2-40B4-BE49-F238E27FC236}">
                <a16:creationId xmlns:a16="http://schemas.microsoft.com/office/drawing/2014/main" id="{B5843EFF-2098-472D-24B3-A54B5D0BA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7556" y="666136"/>
            <a:ext cx="8236888" cy="552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11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51" name="Rectangle 10250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4300" b="1"/>
              <a:t>Groei – Revenue CAGR (Compound Annual Growth Rate)</a:t>
            </a:r>
          </a:p>
        </p:txBody>
      </p:sp>
      <p:sp>
        <p:nvSpPr>
          <p:cNvPr id="10252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66" y="2071316"/>
            <a:ext cx="5035164" cy="41148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nl-NL" sz="1900" dirty="0">
              <a:latin typeface="Arial"/>
              <a:cs typeface="Arial"/>
            </a:endParaRPr>
          </a:p>
          <a:p>
            <a:r>
              <a:rPr lang="nl-NL" sz="1900">
                <a:latin typeface="Arial"/>
              </a:rPr>
              <a:t>Betekenis: gemiddelde jaarlijkse omzetgroei.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</a:t>
            </a:r>
            <a:r>
              <a:rPr lang="nl-NL" sz="1900" dirty="0">
                <a:latin typeface="Arial"/>
              </a:rPr>
              <a:t>"Het meet een gematigd rendement"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Voorbeeld: van 1M naar 1,5M in 5 jaar = 8,4% CAGR.</a:t>
            </a:r>
            <a:endParaRPr lang="nl-NL" sz="1900" dirty="0">
              <a:latin typeface="Arial"/>
              <a:cs typeface="Arial"/>
            </a:endParaRPr>
          </a:p>
        </p:txBody>
      </p:sp>
      <p:pic>
        <p:nvPicPr>
          <p:cNvPr id="5" name="Picture 2" descr="VEK Investment Club | LinkedIn">
            <a:extLst>
              <a:ext uri="{FF2B5EF4-FFF2-40B4-BE49-F238E27FC236}">
                <a16:creationId xmlns:a16="http://schemas.microsoft.com/office/drawing/2014/main" id="{2195A21B-57E1-38D1-CEAB-7820923A5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6449" y="2549469"/>
            <a:ext cx="3147871" cy="314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E7626-A07D-373F-27CB-5748E624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Lettertype, schermopname&#10;&#10;Door AI gegenereerde inhoud is mogelijk onjuist.">
            <a:extLst>
              <a:ext uri="{FF2B5EF4-FFF2-40B4-BE49-F238E27FC236}">
                <a16:creationId xmlns:a16="http://schemas.microsoft.com/office/drawing/2014/main" id="{BADF0F7B-B413-F58F-F690-C6BE66E2C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775" y="1843881"/>
            <a:ext cx="74104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58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/>
              <a:t>Waardering – Price/Earnings (P/E) Ratio</a:t>
            </a:r>
          </a:p>
        </p:txBody>
      </p:sp>
      <p:sp>
        <p:nvSpPr>
          <p:cNvPr id="922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6459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7202" y="2660904"/>
            <a:ext cx="3614166" cy="35478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Formule: Marktprijs per aandeel / Winst per aandeel</a:t>
            </a: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Betekenis: hoeveel beleggers bereid zijn te betalen per euro winst.</a:t>
            </a: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Interpretatie: Hoge P/E = groeiverwachting; lage = onderwaardering of risico.</a:t>
            </a:r>
          </a:p>
          <a:p>
            <a:pPr>
              <a:lnSpc>
                <a:spcPct val="90000"/>
              </a:lnSpc>
            </a:pPr>
            <a:endParaRPr lang="nl-NL" sz="16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600">
                <a:latin typeface="Arial"/>
              </a:rPr>
              <a:t>Voorbeeld: P/E = 15 betekent €15 per €1 winst.</a:t>
            </a:r>
          </a:p>
        </p:txBody>
      </p:sp>
      <p:pic>
        <p:nvPicPr>
          <p:cNvPr id="9218" name="Picture 2" descr="VEK Investment Club | LinkedIn">
            <a:extLst>
              <a:ext uri="{FF2B5EF4-FFF2-40B4-BE49-F238E27FC236}">
                <a16:creationId xmlns:a16="http://schemas.microsoft.com/office/drawing/2014/main" id="{E2DF9529-F534-A4D4-D6EE-F607EB222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7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/>
              <a:t>Waardering – EV/EBITDA</a:t>
            </a:r>
          </a:p>
        </p:txBody>
      </p:sp>
      <p:sp>
        <p:nvSpPr>
          <p:cNvPr id="820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6459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7202" y="2660904"/>
            <a:ext cx="3614166" cy="3547872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nl-NL" sz="1800">
                <a:latin typeface="Arial"/>
              </a:rPr>
              <a:t>Formule:</a:t>
            </a:r>
            <a:r>
              <a:rPr lang="nl-NL" sz="1800" dirty="0">
                <a:latin typeface="Arial"/>
              </a:rPr>
              <a:t> Ondernemingswaarde</a:t>
            </a:r>
            <a:r>
              <a:rPr lang="nl-NL" sz="1800">
                <a:latin typeface="Arial"/>
              </a:rPr>
              <a:t> (</a:t>
            </a:r>
            <a:r>
              <a:rPr lang="nl-NL" sz="1800" dirty="0">
                <a:latin typeface="Arial"/>
              </a:rPr>
              <a:t>Enterprise Value</a:t>
            </a:r>
            <a:r>
              <a:rPr lang="nl-NL" sz="1800">
                <a:latin typeface="Arial"/>
              </a:rPr>
              <a:t>) / EBITDA</a:t>
            </a:r>
          </a:p>
          <a:p>
            <a:pPr>
              <a:lnSpc>
                <a:spcPct val="90000"/>
              </a:lnSpc>
            </a:pPr>
            <a:endParaRPr lang="nl-NL" sz="1800"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nl-NL" sz="1800" dirty="0">
                <a:latin typeface="Arial"/>
              </a:rPr>
              <a:t>Ondernemingswaarde = Marktkapitalisatie + Totale </a:t>
            </a:r>
            <a:r>
              <a:rPr lang="nl-NL" sz="1800">
                <a:latin typeface="Arial"/>
              </a:rPr>
              <a:t>schuld</a:t>
            </a:r>
            <a:r>
              <a:rPr lang="nl-NL" sz="1800" dirty="0">
                <a:latin typeface="Arial"/>
              </a:rPr>
              <a:t> – contanten en kasequivalenten (kortlopende beleggingen...) </a:t>
            </a:r>
            <a:endParaRPr lang="nl-NL" sz="1800" dirty="0">
              <a:latin typeface="Arial"/>
              <a:cs typeface="Arial"/>
            </a:endParaRPr>
          </a:p>
          <a:p>
            <a:pPr marL="0" indent="0">
              <a:lnSpc>
                <a:spcPct val="90000"/>
              </a:lnSpc>
              <a:buNone/>
            </a:pPr>
            <a:endParaRPr lang="nl-NL" sz="180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r>
              <a:rPr lang="nl-NL" sz="1800" dirty="0">
                <a:latin typeface="Arial"/>
                <a:ea typeface="+mn-lt"/>
                <a:cs typeface="Arial"/>
              </a:rPr>
              <a:t>Een lage ratio ten opzichte van vergelijkbare bedrijven of historische gemiddelden duidt op onderwaardering , terwijl een hoge ratio duidt op overwaardering.</a:t>
            </a:r>
          </a:p>
        </p:txBody>
      </p:sp>
      <p:pic>
        <p:nvPicPr>
          <p:cNvPr id="8194" name="Picture 2" descr="VEK Investment Club | LinkedIn">
            <a:extLst>
              <a:ext uri="{FF2B5EF4-FFF2-40B4-BE49-F238E27FC236}">
                <a16:creationId xmlns:a16="http://schemas.microsoft.com/office/drawing/2014/main" id="{9034C246-2489-511D-B6E0-2348F3AB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8286" y="1381887"/>
            <a:ext cx="4094226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0908F-B747-6FF3-B00E-1078C75C4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>
                <a:ea typeface="+mj-lt"/>
                <a:cs typeface="+mj-lt"/>
              </a:rPr>
              <a:t>https://www.investopedia.com/terms/e/ev-ebitda.asp</a:t>
            </a:r>
            <a:endParaRPr lang="nl-NL" dirty="0"/>
          </a:p>
        </p:txBody>
      </p:sp>
      <p:pic>
        <p:nvPicPr>
          <p:cNvPr id="4" name="Tijdelijke aanduiding voor inhoud 3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FD8D7722-EA84-33B9-7091-A2ED1818C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180" y="3113471"/>
            <a:ext cx="9167351" cy="185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29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Waardering – PEG Ratio</a:t>
            </a:r>
          </a:p>
        </p:txBody>
      </p:sp>
      <p:sp>
        <p:nvSpPr>
          <p:cNvPr id="717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nl-NL" sz="1900">
                <a:latin typeface="Arial"/>
              </a:rPr>
              <a:t>Formule: (P/E) / Winstgroei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Betekenis: combineert waardering met groeiverwachting.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&lt;1 = mogelijk ondergewaardeerd; &gt;1 = duur.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Voorbeeld: P/E 20 en groei 25% → PEG = 0,8 = aantrekkelijk.</a:t>
            </a:r>
          </a:p>
        </p:txBody>
      </p:sp>
      <p:pic>
        <p:nvPicPr>
          <p:cNvPr id="7170" name="Picture 2" descr="VEK Investment Club | LinkedIn">
            <a:extLst>
              <a:ext uri="{FF2B5EF4-FFF2-40B4-BE49-F238E27FC236}">
                <a16:creationId xmlns:a16="http://schemas.microsoft.com/office/drawing/2014/main" id="{F92087A4-DED7-0060-DDE7-4CDD897EE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r="14036" b="2"/>
          <a:stretch>
            <a:fillRect/>
          </a:stretch>
        </p:blipFill>
        <p:spPr bwMode="auto">
          <a:xfrm>
            <a:off x="7280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85260" cy="1434415"/>
          </a:xfrm>
        </p:spPr>
        <p:txBody>
          <a:bodyPr anchor="b">
            <a:normAutofit/>
          </a:bodyPr>
          <a:lstStyle/>
          <a:p>
            <a:r>
              <a:rPr lang="en-US" sz="4700" b="1"/>
              <a:t>Waardering – Dividend Yield</a:t>
            </a:r>
          </a:p>
        </p:txBody>
      </p:sp>
      <p:sp>
        <p:nvSpPr>
          <p:cNvPr id="6153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767709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146" name="Picture 2" descr="VEK Investment Club | LinkedIn">
            <a:extLst>
              <a:ext uri="{FF2B5EF4-FFF2-40B4-BE49-F238E27FC236}">
                <a16:creationId xmlns:a16="http://schemas.microsoft.com/office/drawing/2014/main" id="{08FD3B69-D974-4387-F8EF-FCE7CBD77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2" r="14763" b="-1"/>
          <a:stretch>
            <a:fillRect/>
          </a:stretch>
        </p:blipFill>
        <p:spPr bwMode="auto">
          <a:xfrm>
            <a:off x="1953369" y="2002056"/>
            <a:ext cx="2957886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66" y="2071316"/>
            <a:ext cx="5035164" cy="4114800"/>
          </a:xfrm>
        </p:spPr>
        <p:txBody>
          <a:bodyPr anchor="t">
            <a:normAutofit/>
          </a:bodyPr>
          <a:lstStyle/>
          <a:p>
            <a:r>
              <a:rPr lang="nl-NL" sz="1900">
                <a:latin typeface="Arial"/>
              </a:rPr>
              <a:t>Formule: Jaarlijks dividend </a:t>
            </a:r>
            <a:r>
              <a:rPr lang="nl-NL" sz="1900" dirty="0">
                <a:latin typeface="Arial"/>
              </a:rPr>
              <a:t>per aandeel </a:t>
            </a:r>
            <a:r>
              <a:rPr lang="nl-NL" sz="1900">
                <a:latin typeface="Arial"/>
              </a:rPr>
              <a:t>/ </a:t>
            </a:r>
            <a:r>
              <a:rPr lang="nl-NL" sz="1900" dirty="0">
                <a:latin typeface="Arial"/>
              </a:rPr>
              <a:t>Prijs per aandeel</a:t>
            </a:r>
            <a:endParaRPr lang="nl-NL" sz="1900">
              <a:latin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Betekenis: toont welk jaarlijks rendement beleggers uit dividend krijgen.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Hoger is aantrekkelijk, maar kan risico verbergen.</a:t>
            </a:r>
            <a:r>
              <a:rPr lang="nl-NL" sz="1900" dirty="0">
                <a:latin typeface="Arial"/>
              </a:rPr>
              <a:t> Afhankelijk van sector...</a:t>
            </a:r>
            <a:endParaRPr lang="nl-NL" sz="1900">
              <a:latin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 dirty="0">
                <a:ea typeface="+mn-lt"/>
                <a:cs typeface="+mn-lt"/>
                <a:hlinkClick r:id="rId3"/>
              </a:rPr>
              <a:t>https://www.investopedia.com/terms/d/dividendyield.asp</a:t>
            </a:r>
            <a:r>
              <a:rPr lang="nl-NL" sz="1900" dirty="0">
                <a:ea typeface="+mn-lt"/>
                <a:cs typeface="+mn-lt"/>
              </a:rPr>
              <a:t> </a:t>
            </a:r>
            <a:endParaRPr lang="nl-NL"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3369" y="238540"/>
            <a:ext cx="826389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/>
              <a:t>Waardecreatie – Total Shareholder Return (TSR)</a:t>
            </a:r>
          </a:p>
        </p:txBody>
      </p:sp>
      <p:sp>
        <p:nvSpPr>
          <p:cNvPr id="512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369" y="2071316"/>
            <a:ext cx="5035164" cy="4119172"/>
          </a:xfrm>
        </p:spPr>
        <p:txBody>
          <a:bodyPr anchor="t">
            <a:normAutofit lnSpcReduction="10000"/>
          </a:bodyPr>
          <a:lstStyle/>
          <a:p>
            <a:r>
              <a:rPr lang="nl-NL" sz="1900">
                <a:latin typeface="Arial"/>
              </a:rPr>
              <a:t>Formule: (Koersstijging + Dividend) / Beginwaarde</a:t>
            </a:r>
          </a:p>
          <a:p>
            <a:r>
              <a:rPr lang="nl-NL" sz="1900" dirty="0">
                <a:latin typeface="Arial"/>
                <a:cs typeface="Arial"/>
              </a:rPr>
              <a:t>Koersstijging: verschil tussen aankoop en prijs op dit moment</a:t>
            </a: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Betekenis: totaalrendement voor beleggers.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>
                <a:latin typeface="Arial"/>
              </a:rPr>
              <a:t>Interpretatie: Combineert kapitaalgroei en dividendopbrengst.</a:t>
            </a:r>
            <a:endParaRPr lang="nl-NL" sz="1900" dirty="0">
              <a:latin typeface="Arial"/>
              <a:cs typeface="Arial"/>
            </a:endParaRPr>
          </a:p>
          <a:p>
            <a:endParaRPr lang="nl-NL" sz="1900">
              <a:latin typeface="Arial"/>
            </a:endParaRPr>
          </a:p>
          <a:p>
            <a:r>
              <a:rPr lang="nl-NL" sz="1900" dirty="0">
                <a:ea typeface="+mn-lt"/>
                <a:cs typeface="+mn-lt"/>
                <a:hlinkClick r:id="rId2"/>
              </a:rPr>
              <a:t>https://www.investopedia.com/terms/t/tsr.asp</a:t>
            </a:r>
            <a:r>
              <a:rPr lang="nl-NL" sz="1900" dirty="0">
                <a:ea typeface="+mn-lt"/>
                <a:cs typeface="+mn-lt"/>
              </a:rPr>
              <a:t> &lt;- voorbeeld</a:t>
            </a:r>
            <a:endParaRPr lang="nl-NL" sz="1900" dirty="0">
              <a:latin typeface="Arial"/>
              <a:cs typeface="Arial"/>
            </a:endParaRPr>
          </a:p>
        </p:txBody>
      </p:sp>
      <p:pic>
        <p:nvPicPr>
          <p:cNvPr id="5122" name="Picture 2" descr="VEK Investment Club | LinkedIn">
            <a:extLst>
              <a:ext uri="{FF2B5EF4-FFF2-40B4-BE49-F238E27FC236}">
                <a16:creationId xmlns:a16="http://schemas.microsoft.com/office/drawing/2014/main" id="{159FE363-8D2F-5521-8190-CE8EA34B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r="14036" b="2"/>
          <a:stretch>
            <a:fillRect/>
          </a:stretch>
        </p:blipFill>
        <p:spPr bwMode="auto">
          <a:xfrm>
            <a:off x="7148604" y="2080763"/>
            <a:ext cx="3233290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7600D-0C49-9722-D8FC-4AF0DF4D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Lettertype, lijn, wit&#10;&#10;Door AI gegenereerde inhoud is mogelijk onjuist.">
            <a:extLst>
              <a:ext uri="{FF2B5EF4-FFF2-40B4-BE49-F238E27FC236}">
                <a16:creationId xmlns:a16="http://schemas.microsoft.com/office/drawing/2014/main" id="{0EEBA6DA-3278-131A-F386-445033743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765" y="3648409"/>
            <a:ext cx="9113888" cy="1560255"/>
          </a:xfrm>
          <a:prstGeom prst="rect">
            <a:avLst/>
          </a:prstGeom>
        </p:spPr>
      </p:pic>
      <p:pic>
        <p:nvPicPr>
          <p:cNvPr id="5" name="Afbeelding 4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BEC6F1FF-6014-4020-BE06-33C3D335A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9" y="2000711"/>
            <a:ext cx="71723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26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39E4D-2EB7-7EE9-15FA-185FABCE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375" y="489509"/>
            <a:ext cx="4316172" cy="1667569"/>
          </a:xfrm>
        </p:spPr>
        <p:txBody>
          <a:bodyPr anchor="b">
            <a:normAutofit/>
          </a:bodyPr>
          <a:lstStyle/>
          <a:p>
            <a:r>
              <a:rPr lang="nl-BE" sz="3500">
                <a:ea typeface="Calibri"/>
                <a:cs typeface="Calibri"/>
              </a:rPr>
              <a:t>Verdere Informatie</a:t>
            </a:r>
            <a:endParaRPr lang="nl-BE" sz="3500"/>
          </a:p>
        </p:txBody>
      </p:sp>
      <p:pic>
        <p:nvPicPr>
          <p:cNvPr id="5" name="Picture 2" descr="VEK Investment Club | LinkedIn">
            <a:extLst>
              <a:ext uri="{FF2B5EF4-FFF2-40B4-BE49-F238E27FC236}">
                <a16:creationId xmlns:a16="http://schemas.microsoft.com/office/drawing/2014/main" id="{27EADF47-08DE-DC9A-7694-8C712CBAB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8453" y="1735011"/>
            <a:ext cx="3103769" cy="320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CD8E-D485-DC87-6BEA-3922C5F67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376" y="2405894"/>
            <a:ext cx="4648010" cy="33695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2000" dirty="0"/>
              <a:t>ESG</a:t>
            </a:r>
            <a:endParaRPr lang="nl-BE" sz="2000" dirty="0">
              <a:ea typeface="Calibri"/>
              <a:cs typeface="Calibri"/>
            </a:endParaRPr>
          </a:p>
          <a:p>
            <a:r>
              <a:rPr lang="nl-BE" sz="2000" dirty="0"/>
              <a:t>Lees andere </a:t>
            </a:r>
            <a:r>
              <a:rPr lang="nl-BE" sz="2000" err="1"/>
              <a:t>Sjabloons</a:t>
            </a:r>
            <a:r>
              <a:rPr lang="nl-BE" sz="2000" dirty="0"/>
              <a:t> door en stel vragen aan de makers</a:t>
            </a:r>
            <a:endParaRPr lang="nl-BE" sz="2000" dirty="0">
              <a:ea typeface="Calibri"/>
              <a:cs typeface="Calibri"/>
            </a:endParaRPr>
          </a:p>
          <a:p>
            <a:r>
              <a:rPr lang="nl-BE" sz="2000" dirty="0">
                <a:ea typeface="Calibri"/>
                <a:cs typeface="Calibri"/>
              </a:rPr>
              <a:t>Spreek mensen aan!</a:t>
            </a:r>
          </a:p>
          <a:p>
            <a:r>
              <a:rPr lang="nl-BE" sz="2000" dirty="0">
                <a:ea typeface="Calibri"/>
                <a:cs typeface="Calibri"/>
              </a:rPr>
              <a:t>Ratio's als vergelijking!</a:t>
            </a:r>
          </a:p>
          <a:p>
            <a:r>
              <a:rPr lang="nl-BE" sz="2000" dirty="0">
                <a:ea typeface="Calibri"/>
                <a:cs typeface="Calibri"/>
              </a:rPr>
              <a:t>Hoe zoek ik iets op?</a:t>
            </a:r>
          </a:p>
          <a:p>
            <a:r>
              <a:rPr lang="nl-BE" sz="2000" dirty="0">
                <a:ea typeface="Calibri"/>
                <a:cs typeface="Calibri"/>
              </a:rPr>
              <a:t>Quartr.com/</a:t>
            </a:r>
            <a:r>
              <a:rPr lang="nl-BE" sz="2000" err="1">
                <a:ea typeface="Calibri"/>
                <a:cs typeface="Calibri"/>
              </a:rPr>
              <a:t>students</a:t>
            </a:r>
            <a:r>
              <a:rPr lang="nl-BE" sz="2000" dirty="0">
                <a:ea typeface="Calibri"/>
                <a:cs typeface="Calibri"/>
              </a:rPr>
              <a:t> Informatie over allerhande bedrijven, cijfers etc...</a:t>
            </a:r>
          </a:p>
          <a:p>
            <a:endParaRPr lang="nl-BE" sz="1700">
              <a:ea typeface="Calibri"/>
              <a:cs typeface="Calibri"/>
            </a:endParaRPr>
          </a:p>
          <a:p>
            <a:endParaRPr lang="nl-BE" sz="170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0" y="6400800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52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647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9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93BAAB-D5A3-223C-F578-ACEAAFDA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396" y="4465675"/>
            <a:ext cx="3589604" cy="1663995"/>
          </a:xfrm>
        </p:spPr>
        <p:txBody>
          <a:bodyPr anchor="t">
            <a:normAutofit/>
          </a:bodyPr>
          <a:lstStyle/>
          <a:p>
            <a:r>
              <a:rPr lang="nl-NL" sz="28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Waar haal ik mijn informatie?</a:t>
            </a:r>
            <a:endParaRPr lang="nl-NL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2" descr="VEK Investment Club | LinkedIn">
            <a:extLst>
              <a:ext uri="{FF2B5EF4-FFF2-40B4-BE49-F238E27FC236}">
                <a16:creationId xmlns:a16="http://schemas.microsoft.com/office/drawing/2014/main" id="{043B7599-7B7F-CC28-8A85-2EEC3738D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1413" y="818707"/>
            <a:ext cx="3327330" cy="332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11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6157" y="0"/>
            <a:ext cx="3581843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1513BE-CD66-2846-0C19-BCC2756C5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111" y="400838"/>
            <a:ext cx="2643433" cy="614670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2000" err="1">
                <a:solidFill>
                  <a:srgbClr val="595959"/>
                </a:solidFill>
                <a:ea typeface="Calibri"/>
                <a:cs typeface="Calibri"/>
              </a:rPr>
              <a:t>Alphaspread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err="1">
                <a:solidFill>
                  <a:srgbClr val="595959"/>
                </a:solidFill>
                <a:ea typeface="Calibri"/>
                <a:cs typeface="Calibri"/>
              </a:rPr>
              <a:t>Simplywallst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err="1">
                <a:solidFill>
                  <a:srgbClr val="595959"/>
                </a:solidFill>
                <a:ea typeface="Calibri"/>
                <a:cs typeface="Calibri"/>
              </a:rPr>
              <a:t>Detijd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X</a:t>
            </a:r>
          </a:p>
          <a:p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Yahoo Finance</a:t>
            </a:r>
          </a:p>
          <a:p>
            <a:r>
              <a:rPr lang="nl-NL" sz="2000" err="1">
                <a:solidFill>
                  <a:srgbClr val="595959"/>
                </a:solidFill>
                <a:ea typeface="Calibri"/>
                <a:cs typeface="Calibri"/>
              </a:rPr>
              <a:t>Tradingview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err="1">
                <a:solidFill>
                  <a:srgbClr val="595959"/>
                </a:solidFill>
                <a:ea typeface="Calibri"/>
                <a:cs typeface="Calibri"/>
              </a:rPr>
              <a:t>DCFmodeling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AI </a:t>
            </a:r>
            <a:r>
              <a:rPr lang="nl-NL" sz="2000" dirty="0" err="1">
                <a:solidFill>
                  <a:srgbClr val="595959"/>
                </a:solidFill>
                <a:ea typeface="Calibri"/>
                <a:cs typeface="Calibri"/>
              </a:rPr>
              <a:t>models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nl-NL" sz="1600" dirty="0" err="1">
                <a:solidFill>
                  <a:srgbClr val="595959"/>
                </a:solidFill>
                <a:ea typeface="Calibri"/>
                <a:cs typeface="Calibri"/>
              </a:rPr>
              <a:t>Fiscal</a:t>
            </a:r>
            <a:r>
              <a:rPr lang="nl-NL" sz="1600" dirty="0">
                <a:solidFill>
                  <a:srgbClr val="595959"/>
                </a:solidFill>
                <a:ea typeface="Calibri"/>
                <a:cs typeface="Calibri"/>
              </a:rPr>
              <a:t> Ai</a:t>
            </a:r>
          </a:p>
          <a:p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Extra uitleg over financiële ratio's -&gt; </a:t>
            </a:r>
            <a:r>
              <a:rPr lang="nl-NL" sz="2000" dirty="0" err="1">
                <a:solidFill>
                  <a:srgbClr val="595959"/>
                </a:solidFill>
                <a:ea typeface="Calibri"/>
                <a:cs typeface="Calibri"/>
              </a:rPr>
              <a:t>Investopedia</a:t>
            </a:r>
            <a:endParaRPr lang="nl-NL" sz="20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Leden </a:t>
            </a:r>
            <a:r>
              <a:rPr lang="nl-NL" sz="2000" dirty="0" err="1">
                <a:solidFill>
                  <a:srgbClr val="595959"/>
                </a:solidFill>
                <a:ea typeface="Calibri"/>
                <a:cs typeface="Calibri"/>
              </a:rPr>
              <a:t>Onedrive</a:t>
            </a:r>
            <a:r>
              <a:rPr lang="nl-NL" sz="2000" dirty="0">
                <a:solidFill>
                  <a:srgbClr val="595959"/>
                </a:solidFill>
                <a:ea typeface="Calibri"/>
                <a:cs typeface="Calibri"/>
              </a:rPr>
              <a:t> (Extra documenten)</a:t>
            </a:r>
          </a:p>
          <a:p>
            <a:endParaRPr lang="nl-NL" sz="1700">
              <a:solidFill>
                <a:srgbClr val="595959"/>
              </a:solidFill>
              <a:ea typeface="Calibri"/>
              <a:cs typeface="Calibri"/>
            </a:endParaRPr>
          </a:p>
          <a:p>
            <a:endParaRPr lang="nl-NL" sz="1700">
              <a:solidFill>
                <a:srgbClr val="595959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4021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A7E1D-2C8B-2460-DA5A-5327A4A0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104923"/>
            <a:ext cx="8229600" cy="1143000"/>
          </a:xfrm>
        </p:spPr>
        <p:txBody>
          <a:bodyPr>
            <a:noAutofit/>
          </a:bodyPr>
          <a:lstStyle/>
          <a:p>
            <a:r>
              <a:rPr lang="nl-NL" sz="9600" dirty="0"/>
              <a:t>DEEL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108ABC2-77A9-0B05-119F-F2EECD8D4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937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1" y="2247901"/>
            <a:ext cx="7263581" cy="1241822"/>
          </a:xfrm>
        </p:spPr>
        <p:txBody>
          <a:bodyPr>
            <a:normAutofit/>
          </a:bodyPr>
          <a:lstStyle/>
          <a:p>
            <a:r>
              <a:rPr lang="nl-BE" sz="5400" b="1" cap="all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 panose="020F0A02020204030203" pitchFamily="34" charset="0"/>
              </a:rPr>
              <a:t>DCF Introduction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2930" y="3558778"/>
            <a:ext cx="7868265" cy="1241822"/>
          </a:xfrm>
        </p:spPr>
        <p:txBody>
          <a:bodyPr>
            <a:normAutofit/>
          </a:bodyPr>
          <a:lstStyle/>
          <a:p>
            <a:r>
              <a:rPr lang="nl-BE" sz="3300" cap="small" dirty="0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M. Van Nuffel &amp; P. Baert</a:t>
            </a: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Waarom waardering nodig?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Tijdelijke aanduiding voor inhoud 4" descr="Rits silhouet">
            <a:extLst>
              <a:ext uri="{FF2B5EF4-FFF2-40B4-BE49-F238E27FC236}">
                <a16:creationId xmlns:a16="http://schemas.microsoft.com/office/drawing/2014/main" id="{FD958E50-FADC-B293-33D7-2430749F5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1577" y="2589186"/>
            <a:ext cx="2367666" cy="2367666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68000B8F-5501-ADB4-01D6-F42DE0AB9BE0}"/>
              </a:ext>
            </a:extLst>
          </p:cNvPr>
          <p:cNvSpPr txBox="1"/>
          <p:nvPr/>
        </p:nvSpPr>
        <p:spPr>
          <a:xfrm>
            <a:off x="6394342" y="4460606"/>
            <a:ext cx="10375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Waardering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68CE3080-5603-D397-9AB5-B4D82ADA79D6}"/>
              </a:ext>
            </a:extLst>
          </p:cNvPr>
          <p:cNvSpPr txBox="1"/>
          <p:nvPr/>
        </p:nvSpPr>
        <p:spPr>
          <a:xfrm>
            <a:off x="6716906" y="2758216"/>
            <a:ext cx="9700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Kwalitatief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4225B32C-1814-91A1-937F-5E47AC5EF943}"/>
              </a:ext>
            </a:extLst>
          </p:cNvPr>
          <p:cNvSpPr txBox="1"/>
          <p:nvPr/>
        </p:nvSpPr>
        <p:spPr>
          <a:xfrm>
            <a:off x="4349240" y="2637640"/>
            <a:ext cx="10774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Kwantitatief</a:t>
            </a:r>
          </a:p>
        </p:txBody>
      </p:sp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Hoe kom je tot een waardering?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Tijdelijke aanduiding voor inhoud 3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9A6A213F-6208-E533-ED03-4C35C8A90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1" y="2282388"/>
            <a:ext cx="5805237" cy="1318062"/>
          </a:xfrm>
          <a:prstGeom prst="rect">
            <a:avLst/>
          </a:prstGeom>
        </p:spPr>
      </p:pic>
      <p:pic>
        <p:nvPicPr>
          <p:cNvPr id="6" name="Afbeelding 5" descr="Afbeelding met tekst, Lettertype, schermopname, wit&#10;&#10;Automatisch gegenereerde beschrijving">
            <a:extLst>
              <a:ext uri="{FF2B5EF4-FFF2-40B4-BE49-F238E27FC236}">
                <a16:creationId xmlns:a16="http://schemas.microsoft.com/office/drawing/2014/main" id="{41A198B2-0093-425B-79BE-20880C6FA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836" y="3835067"/>
            <a:ext cx="5048486" cy="84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Wat is een waardering?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Afbeelding 4" descr="Afbeelding met tekst, schermopname, lijn, diagram&#10;&#10;Automatisch gegenereerde beschrijving">
            <a:extLst>
              <a:ext uri="{FF2B5EF4-FFF2-40B4-BE49-F238E27FC236}">
                <a16:creationId xmlns:a16="http://schemas.microsoft.com/office/drawing/2014/main" id="{EBBDDF6B-D550-B5BD-313B-921EECAD8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52" y="1998335"/>
            <a:ext cx="6316580" cy="34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Verdisconteren/Discounting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pSp>
        <p:nvGrpSpPr>
          <p:cNvPr id="47" name="Groep 46">
            <a:extLst>
              <a:ext uri="{FF2B5EF4-FFF2-40B4-BE49-F238E27FC236}">
                <a16:creationId xmlns:a16="http://schemas.microsoft.com/office/drawing/2014/main" id="{3983CA21-EE3A-BB02-1A27-0BF19418D659}"/>
              </a:ext>
            </a:extLst>
          </p:cNvPr>
          <p:cNvGrpSpPr/>
          <p:nvPr/>
        </p:nvGrpSpPr>
        <p:grpSpPr>
          <a:xfrm>
            <a:off x="3996944" y="2056093"/>
            <a:ext cx="230580" cy="287820"/>
            <a:chOff x="3297259" y="1598457"/>
            <a:chExt cx="30744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7" name="Inkt 36">
                  <a:extLst>
                    <a:ext uri="{FF2B5EF4-FFF2-40B4-BE49-F238E27FC236}">
                      <a16:creationId xmlns:a16="http://schemas.microsoft.com/office/drawing/2014/main" id="{E55F48A2-3CE7-ADEA-6676-7008F05AD9D2}"/>
                    </a:ext>
                  </a:extLst>
                </p14:cNvPr>
                <p14:cNvContentPartPr/>
                <p14:nvPr/>
              </p14:nvContentPartPr>
              <p14:xfrm>
                <a:off x="3297259" y="1598457"/>
                <a:ext cx="160920" cy="159120"/>
              </p14:xfrm>
            </p:contentPart>
          </mc:Choice>
          <mc:Fallback xmlns="">
            <p:pic>
              <p:nvPicPr>
                <p:cNvPr id="37" name="Inkt 36">
                  <a:extLst>
                    <a:ext uri="{FF2B5EF4-FFF2-40B4-BE49-F238E27FC236}">
                      <a16:creationId xmlns:a16="http://schemas.microsoft.com/office/drawing/2014/main" id="{E55F48A2-3CE7-ADEA-6676-7008F05AD9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88619" y="1589457"/>
                  <a:ext cx="178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8" name="Inkt 37">
                  <a:extLst>
                    <a:ext uri="{FF2B5EF4-FFF2-40B4-BE49-F238E27FC236}">
                      <a16:creationId xmlns:a16="http://schemas.microsoft.com/office/drawing/2014/main" id="{6F92C1FD-5D33-7CA8-ED6D-FC95625414DA}"/>
                    </a:ext>
                  </a:extLst>
                </p14:cNvPr>
                <p14:cNvContentPartPr/>
                <p14:nvPr/>
              </p14:nvContentPartPr>
              <p14:xfrm>
                <a:off x="3454579" y="1635177"/>
                <a:ext cx="53280" cy="99000"/>
              </p14:xfrm>
            </p:contentPart>
          </mc:Choice>
          <mc:Fallback xmlns="">
            <p:pic>
              <p:nvPicPr>
                <p:cNvPr id="38" name="Inkt 37">
                  <a:extLst>
                    <a:ext uri="{FF2B5EF4-FFF2-40B4-BE49-F238E27FC236}">
                      <a16:creationId xmlns:a16="http://schemas.microsoft.com/office/drawing/2014/main" id="{6F92C1FD-5D33-7CA8-ED6D-FC95625414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45939" y="1626537"/>
                  <a:ext cx="709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t 38">
                  <a:extLst>
                    <a:ext uri="{FF2B5EF4-FFF2-40B4-BE49-F238E27FC236}">
                      <a16:creationId xmlns:a16="http://schemas.microsoft.com/office/drawing/2014/main" id="{615E2F50-0741-E84D-46C8-19D6805E6000}"/>
                    </a:ext>
                  </a:extLst>
                </p14:cNvPr>
                <p14:cNvContentPartPr/>
                <p14:nvPr/>
              </p14:nvContentPartPr>
              <p14:xfrm>
                <a:off x="3461059" y="1759377"/>
                <a:ext cx="38160" cy="189720"/>
              </p14:xfrm>
            </p:contentPart>
          </mc:Choice>
          <mc:Fallback xmlns="">
            <p:pic>
              <p:nvPicPr>
                <p:cNvPr id="39" name="Inkt 38">
                  <a:extLst>
                    <a:ext uri="{FF2B5EF4-FFF2-40B4-BE49-F238E27FC236}">
                      <a16:creationId xmlns:a16="http://schemas.microsoft.com/office/drawing/2014/main" id="{615E2F50-0741-E84D-46C8-19D6805E60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52059" y="1750737"/>
                  <a:ext cx="55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t 39">
                  <a:extLst>
                    <a:ext uri="{FF2B5EF4-FFF2-40B4-BE49-F238E27FC236}">
                      <a16:creationId xmlns:a16="http://schemas.microsoft.com/office/drawing/2014/main" id="{E3FCD00D-F86C-2550-EBC3-89113C28F8BB}"/>
                    </a:ext>
                  </a:extLst>
                </p14:cNvPr>
                <p14:cNvContentPartPr/>
                <p14:nvPr/>
              </p14:nvContentPartPr>
              <p14:xfrm>
                <a:off x="3544939" y="1878177"/>
                <a:ext cx="59760" cy="104040"/>
              </p14:xfrm>
            </p:contentPart>
          </mc:Choice>
          <mc:Fallback xmlns="">
            <p:pic>
              <p:nvPicPr>
                <p:cNvPr id="40" name="Inkt 39">
                  <a:extLst>
                    <a:ext uri="{FF2B5EF4-FFF2-40B4-BE49-F238E27FC236}">
                      <a16:creationId xmlns:a16="http://schemas.microsoft.com/office/drawing/2014/main" id="{E3FCD00D-F86C-2550-EBC3-89113C28F8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35939" y="1869537"/>
                  <a:ext cx="774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ep 54">
            <a:extLst>
              <a:ext uri="{FF2B5EF4-FFF2-40B4-BE49-F238E27FC236}">
                <a16:creationId xmlns:a16="http://schemas.microsoft.com/office/drawing/2014/main" id="{10319600-1BF3-4C0B-EABF-12AECBDBCC95}"/>
              </a:ext>
            </a:extLst>
          </p:cNvPr>
          <p:cNvGrpSpPr/>
          <p:nvPr/>
        </p:nvGrpSpPr>
        <p:grpSpPr>
          <a:xfrm>
            <a:off x="2389904" y="1958893"/>
            <a:ext cx="1111860" cy="628020"/>
            <a:chOff x="1154539" y="1468857"/>
            <a:chExt cx="14824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t 3">
                  <a:extLst>
                    <a:ext uri="{FF2B5EF4-FFF2-40B4-BE49-F238E27FC236}">
                      <a16:creationId xmlns:a16="http://schemas.microsoft.com/office/drawing/2014/main" id="{74460DE5-A4B5-5E4A-2B4F-EA8E1E446FE2}"/>
                    </a:ext>
                  </a:extLst>
                </p14:cNvPr>
                <p14:cNvContentPartPr/>
                <p14:nvPr/>
              </p14:nvContentPartPr>
              <p14:xfrm>
                <a:off x="1154539" y="1917057"/>
                <a:ext cx="245160" cy="221760"/>
              </p14:xfrm>
            </p:contentPart>
          </mc:Choice>
          <mc:Fallback xmlns="">
            <p:pic>
              <p:nvPicPr>
                <p:cNvPr id="4" name="Inkt 3">
                  <a:extLst>
                    <a:ext uri="{FF2B5EF4-FFF2-40B4-BE49-F238E27FC236}">
                      <a16:creationId xmlns:a16="http://schemas.microsoft.com/office/drawing/2014/main" id="{74460DE5-A4B5-5E4A-2B4F-EA8E1E446F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5899" y="1908417"/>
                  <a:ext cx="26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t 4">
                  <a:extLst>
                    <a:ext uri="{FF2B5EF4-FFF2-40B4-BE49-F238E27FC236}">
                      <a16:creationId xmlns:a16="http://schemas.microsoft.com/office/drawing/2014/main" id="{8B72FD57-B64D-36DA-3374-1F6FE9A3DB99}"/>
                    </a:ext>
                  </a:extLst>
                </p14:cNvPr>
                <p14:cNvContentPartPr/>
                <p14:nvPr/>
              </p14:nvContentPartPr>
              <p14:xfrm>
                <a:off x="1218619" y="1866297"/>
                <a:ext cx="11520" cy="83520"/>
              </p14:xfrm>
            </p:contentPart>
          </mc:Choice>
          <mc:Fallback xmlns="">
            <p:pic>
              <p:nvPicPr>
                <p:cNvPr id="5" name="Inkt 4">
                  <a:extLst>
                    <a:ext uri="{FF2B5EF4-FFF2-40B4-BE49-F238E27FC236}">
                      <a16:creationId xmlns:a16="http://schemas.microsoft.com/office/drawing/2014/main" id="{8B72FD57-B64D-36DA-3374-1F6FE9A3DB9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09619" y="1857657"/>
                  <a:ext cx="2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F933F177-28C2-F430-219F-A54615A18431}"/>
                    </a:ext>
                  </a:extLst>
                </p14:cNvPr>
                <p14:cNvContentPartPr/>
                <p14:nvPr/>
              </p14:nvContentPartPr>
              <p14:xfrm>
                <a:off x="1265059" y="1875657"/>
                <a:ext cx="22680" cy="88200"/>
              </p14:xfrm>
            </p:contentPart>
          </mc:Choice>
          <mc:Fallback xmlns=""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F933F177-28C2-F430-219F-A54615A1843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6419" y="1866657"/>
                  <a:ext cx="4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F8C3E215-43F9-C6AB-4BED-E8AE89EE7B48}"/>
                    </a:ext>
                  </a:extLst>
                </p14:cNvPr>
                <p14:cNvContentPartPr/>
                <p14:nvPr/>
              </p14:nvContentPartPr>
              <p14:xfrm>
                <a:off x="1318339" y="1919217"/>
                <a:ext cx="21240" cy="57240"/>
              </p14:xfrm>
            </p:contentPart>
          </mc:Choice>
          <mc:Fallback xmlns=""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F8C3E215-43F9-C6AB-4BED-E8AE89EE7B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09699" y="1910217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t 7">
                  <a:extLst>
                    <a:ext uri="{FF2B5EF4-FFF2-40B4-BE49-F238E27FC236}">
                      <a16:creationId xmlns:a16="http://schemas.microsoft.com/office/drawing/2014/main" id="{3B2F928D-541F-66CB-A871-25428F02BA41}"/>
                    </a:ext>
                  </a:extLst>
                </p14:cNvPr>
                <p14:cNvContentPartPr/>
                <p14:nvPr/>
              </p14:nvContentPartPr>
              <p14:xfrm>
                <a:off x="1229779" y="2025417"/>
                <a:ext cx="3240" cy="3240"/>
              </p14:xfrm>
            </p:contentPart>
          </mc:Choice>
          <mc:Fallback xmlns="">
            <p:pic>
              <p:nvPicPr>
                <p:cNvPr id="8" name="Inkt 7">
                  <a:extLst>
                    <a:ext uri="{FF2B5EF4-FFF2-40B4-BE49-F238E27FC236}">
                      <a16:creationId xmlns:a16="http://schemas.microsoft.com/office/drawing/2014/main" id="{3B2F928D-541F-66CB-A871-25428F02BA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20779" y="2016777"/>
                  <a:ext cx="20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64FBDA36-D23C-E625-E348-78284FA3083A}"/>
                    </a:ext>
                  </a:extLst>
                </p14:cNvPr>
                <p14:cNvContentPartPr/>
                <p14:nvPr/>
              </p14:nvContentPartPr>
              <p14:xfrm>
                <a:off x="1306819" y="2025417"/>
                <a:ext cx="360" cy="360"/>
              </p14:xfrm>
            </p:contentPart>
          </mc:Choice>
          <mc:Fallback xmlns=""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64FBDA36-D23C-E625-E348-78284FA308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97819" y="20167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t 9">
                  <a:extLst>
                    <a:ext uri="{FF2B5EF4-FFF2-40B4-BE49-F238E27FC236}">
                      <a16:creationId xmlns:a16="http://schemas.microsoft.com/office/drawing/2014/main" id="{5997C039-5822-2A1F-B3A7-C7E5FCAF2D5B}"/>
                    </a:ext>
                  </a:extLst>
                </p14:cNvPr>
                <p14:cNvContentPartPr/>
                <p14:nvPr/>
              </p14:nvContentPartPr>
              <p14:xfrm>
                <a:off x="1265419" y="2054577"/>
                <a:ext cx="76320" cy="33480"/>
              </p14:xfrm>
            </p:contentPart>
          </mc:Choice>
          <mc:Fallback xmlns="">
            <p:pic>
              <p:nvPicPr>
                <p:cNvPr id="10" name="Inkt 9">
                  <a:extLst>
                    <a:ext uri="{FF2B5EF4-FFF2-40B4-BE49-F238E27FC236}">
                      <a16:creationId xmlns:a16="http://schemas.microsoft.com/office/drawing/2014/main" id="{5997C039-5822-2A1F-B3A7-C7E5FCAF2D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56779" y="2045577"/>
                  <a:ext cx="93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69CD5B0B-F8BD-2E10-ED23-64D2818E1533}"/>
                    </a:ext>
                  </a:extLst>
                </p14:cNvPr>
                <p14:cNvContentPartPr/>
                <p14:nvPr/>
              </p14:nvContentPartPr>
              <p14:xfrm>
                <a:off x="1278379" y="2128737"/>
                <a:ext cx="3240" cy="79560"/>
              </p14:xfrm>
            </p:contentPart>
          </mc:Choice>
          <mc:Fallback xmlns=""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69CD5B0B-F8BD-2E10-ED23-64D2818E15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69379" y="2119737"/>
                  <a:ext cx="2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t 11">
                  <a:extLst>
                    <a:ext uri="{FF2B5EF4-FFF2-40B4-BE49-F238E27FC236}">
                      <a16:creationId xmlns:a16="http://schemas.microsoft.com/office/drawing/2014/main" id="{5EBE2610-625D-D2D7-1EA7-150FE5B7F589}"/>
                    </a:ext>
                  </a:extLst>
                </p14:cNvPr>
                <p14:cNvContentPartPr/>
                <p14:nvPr/>
              </p14:nvContentPartPr>
              <p14:xfrm>
                <a:off x="1230499" y="2210817"/>
                <a:ext cx="56520" cy="65880"/>
              </p14:xfrm>
            </p:contentPart>
          </mc:Choice>
          <mc:Fallback xmlns="">
            <p:pic>
              <p:nvPicPr>
                <p:cNvPr id="12" name="Inkt 11">
                  <a:extLst>
                    <a:ext uri="{FF2B5EF4-FFF2-40B4-BE49-F238E27FC236}">
                      <a16:creationId xmlns:a16="http://schemas.microsoft.com/office/drawing/2014/main" id="{5EBE2610-625D-D2D7-1EA7-150FE5B7F5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21499" y="2201817"/>
                  <a:ext cx="74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t 12">
                  <a:extLst>
                    <a:ext uri="{FF2B5EF4-FFF2-40B4-BE49-F238E27FC236}">
                      <a16:creationId xmlns:a16="http://schemas.microsoft.com/office/drawing/2014/main" id="{62ADF99A-93B3-4618-56AC-2A4C6474B0F9}"/>
                    </a:ext>
                  </a:extLst>
                </p14:cNvPr>
                <p14:cNvContentPartPr/>
                <p14:nvPr/>
              </p14:nvContentPartPr>
              <p14:xfrm>
                <a:off x="1285219" y="2236377"/>
                <a:ext cx="50400" cy="69840"/>
              </p14:xfrm>
            </p:contentPart>
          </mc:Choice>
          <mc:Fallback xmlns="">
            <p:pic>
              <p:nvPicPr>
                <p:cNvPr id="13" name="Inkt 12">
                  <a:extLst>
                    <a:ext uri="{FF2B5EF4-FFF2-40B4-BE49-F238E27FC236}">
                      <a16:creationId xmlns:a16="http://schemas.microsoft.com/office/drawing/2014/main" id="{62ADF99A-93B3-4618-56AC-2A4C6474B0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76579" y="2227377"/>
                  <a:ext cx="68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t 13">
                  <a:extLst>
                    <a:ext uri="{FF2B5EF4-FFF2-40B4-BE49-F238E27FC236}">
                      <a16:creationId xmlns:a16="http://schemas.microsoft.com/office/drawing/2014/main" id="{266E65F3-EC96-2BD4-9DC4-B8E0A5C77AD5}"/>
                    </a:ext>
                  </a:extLst>
                </p14:cNvPr>
                <p14:cNvContentPartPr/>
                <p14:nvPr/>
              </p14:nvContentPartPr>
              <p14:xfrm>
                <a:off x="1202059" y="2195697"/>
                <a:ext cx="142560" cy="6480"/>
              </p14:xfrm>
            </p:contentPart>
          </mc:Choice>
          <mc:Fallback xmlns="">
            <p:pic>
              <p:nvPicPr>
                <p:cNvPr id="14" name="Inkt 13">
                  <a:extLst>
                    <a:ext uri="{FF2B5EF4-FFF2-40B4-BE49-F238E27FC236}">
                      <a16:creationId xmlns:a16="http://schemas.microsoft.com/office/drawing/2014/main" id="{266E65F3-EC96-2BD4-9DC4-B8E0A5C77A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93059" y="2186697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t 16">
                  <a:extLst>
                    <a:ext uri="{FF2B5EF4-FFF2-40B4-BE49-F238E27FC236}">
                      <a16:creationId xmlns:a16="http://schemas.microsoft.com/office/drawing/2014/main" id="{8E3C4F7D-CBA6-9F84-7539-F3B0AB930A5C}"/>
                    </a:ext>
                  </a:extLst>
                </p14:cNvPr>
                <p14:cNvContentPartPr/>
                <p14:nvPr/>
              </p14:nvContentPartPr>
              <p14:xfrm>
                <a:off x="1386739" y="2161857"/>
                <a:ext cx="119880" cy="43560"/>
              </p14:xfrm>
            </p:contentPart>
          </mc:Choice>
          <mc:Fallback xmlns="">
            <p:pic>
              <p:nvPicPr>
                <p:cNvPr id="17" name="Inkt 16">
                  <a:extLst>
                    <a:ext uri="{FF2B5EF4-FFF2-40B4-BE49-F238E27FC236}">
                      <a16:creationId xmlns:a16="http://schemas.microsoft.com/office/drawing/2014/main" id="{8E3C4F7D-CBA6-9F84-7539-F3B0AB930A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77739" y="2152857"/>
                  <a:ext cx="137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t 17">
                  <a:extLst>
                    <a:ext uri="{FF2B5EF4-FFF2-40B4-BE49-F238E27FC236}">
                      <a16:creationId xmlns:a16="http://schemas.microsoft.com/office/drawing/2014/main" id="{43A9B3F2-8D9F-283A-9579-31C9BEDD51DB}"/>
                    </a:ext>
                  </a:extLst>
                </p14:cNvPr>
                <p14:cNvContentPartPr/>
                <p14:nvPr/>
              </p14:nvContentPartPr>
              <p14:xfrm>
                <a:off x="1521019" y="2088057"/>
                <a:ext cx="19080" cy="67680"/>
              </p14:xfrm>
            </p:contentPart>
          </mc:Choice>
          <mc:Fallback xmlns="">
            <p:pic>
              <p:nvPicPr>
                <p:cNvPr id="18" name="Inkt 17">
                  <a:extLst>
                    <a:ext uri="{FF2B5EF4-FFF2-40B4-BE49-F238E27FC236}">
                      <a16:creationId xmlns:a16="http://schemas.microsoft.com/office/drawing/2014/main" id="{43A9B3F2-8D9F-283A-9579-31C9BEDD51D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12379" y="2079057"/>
                  <a:ext cx="36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t 18">
                  <a:extLst>
                    <a:ext uri="{FF2B5EF4-FFF2-40B4-BE49-F238E27FC236}">
                      <a16:creationId xmlns:a16="http://schemas.microsoft.com/office/drawing/2014/main" id="{87EC46CA-EDE4-67B1-A358-CADC766A3A7D}"/>
                    </a:ext>
                  </a:extLst>
                </p14:cNvPr>
                <p14:cNvContentPartPr/>
                <p14:nvPr/>
              </p14:nvContentPartPr>
              <p14:xfrm>
                <a:off x="1546219" y="2139177"/>
                <a:ext cx="79920" cy="17280"/>
              </p14:xfrm>
            </p:contentPart>
          </mc:Choice>
          <mc:Fallback xmlns="">
            <p:pic>
              <p:nvPicPr>
                <p:cNvPr id="19" name="Inkt 18">
                  <a:extLst>
                    <a:ext uri="{FF2B5EF4-FFF2-40B4-BE49-F238E27FC236}">
                      <a16:creationId xmlns:a16="http://schemas.microsoft.com/office/drawing/2014/main" id="{87EC46CA-EDE4-67B1-A358-CADC766A3A7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37579" y="2130177"/>
                  <a:ext cx="9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t 19">
                  <a:extLst>
                    <a:ext uri="{FF2B5EF4-FFF2-40B4-BE49-F238E27FC236}">
                      <a16:creationId xmlns:a16="http://schemas.microsoft.com/office/drawing/2014/main" id="{3FAD68B8-44C5-6B13-F870-1A12B405FCE2}"/>
                    </a:ext>
                  </a:extLst>
                </p14:cNvPr>
                <p14:cNvContentPartPr/>
                <p14:nvPr/>
              </p14:nvContentPartPr>
              <p14:xfrm>
                <a:off x="1554859" y="2159697"/>
                <a:ext cx="57600" cy="32760"/>
              </p14:xfrm>
            </p:contentPart>
          </mc:Choice>
          <mc:Fallback xmlns="">
            <p:pic>
              <p:nvPicPr>
                <p:cNvPr id="20" name="Inkt 19">
                  <a:extLst>
                    <a:ext uri="{FF2B5EF4-FFF2-40B4-BE49-F238E27FC236}">
                      <a16:creationId xmlns:a16="http://schemas.microsoft.com/office/drawing/2014/main" id="{3FAD68B8-44C5-6B13-F870-1A12B405FC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45859" y="2151057"/>
                  <a:ext cx="75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t 22">
                  <a:extLst>
                    <a:ext uri="{FF2B5EF4-FFF2-40B4-BE49-F238E27FC236}">
                      <a16:creationId xmlns:a16="http://schemas.microsoft.com/office/drawing/2014/main" id="{916A39C9-B531-5E50-CA1F-E620A8F286F2}"/>
                    </a:ext>
                  </a:extLst>
                </p14:cNvPr>
                <p14:cNvContentPartPr/>
                <p14:nvPr/>
              </p14:nvContentPartPr>
              <p14:xfrm>
                <a:off x="1327699" y="2203977"/>
                <a:ext cx="85680" cy="5760"/>
              </p14:xfrm>
            </p:contentPart>
          </mc:Choice>
          <mc:Fallback xmlns="">
            <p:pic>
              <p:nvPicPr>
                <p:cNvPr id="23" name="Inkt 22">
                  <a:extLst>
                    <a:ext uri="{FF2B5EF4-FFF2-40B4-BE49-F238E27FC236}">
                      <a16:creationId xmlns:a16="http://schemas.microsoft.com/office/drawing/2014/main" id="{916A39C9-B531-5E50-CA1F-E620A8F286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9059" y="2194977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t 25">
                  <a:extLst>
                    <a:ext uri="{FF2B5EF4-FFF2-40B4-BE49-F238E27FC236}">
                      <a16:creationId xmlns:a16="http://schemas.microsoft.com/office/drawing/2014/main" id="{0C3547F4-AF17-BA42-1E7A-B3B51303F510}"/>
                    </a:ext>
                  </a:extLst>
                </p14:cNvPr>
                <p14:cNvContentPartPr/>
                <p14:nvPr/>
              </p14:nvContentPartPr>
              <p14:xfrm>
                <a:off x="1672219" y="2069337"/>
                <a:ext cx="21240" cy="186120"/>
              </p14:xfrm>
            </p:contentPart>
          </mc:Choice>
          <mc:Fallback xmlns="">
            <p:pic>
              <p:nvPicPr>
                <p:cNvPr id="26" name="Inkt 25">
                  <a:extLst>
                    <a:ext uri="{FF2B5EF4-FFF2-40B4-BE49-F238E27FC236}">
                      <a16:creationId xmlns:a16="http://schemas.microsoft.com/office/drawing/2014/main" id="{0C3547F4-AF17-BA42-1E7A-B3B51303F5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63579" y="2060697"/>
                  <a:ext cx="38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t 26">
                  <a:extLst>
                    <a:ext uri="{FF2B5EF4-FFF2-40B4-BE49-F238E27FC236}">
                      <a16:creationId xmlns:a16="http://schemas.microsoft.com/office/drawing/2014/main" id="{36D9E07C-E570-11EA-3F9A-16BBDA2838C8}"/>
                    </a:ext>
                  </a:extLst>
                </p14:cNvPr>
                <p14:cNvContentPartPr/>
                <p14:nvPr/>
              </p14:nvContentPartPr>
              <p14:xfrm>
                <a:off x="1693819" y="2022177"/>
                <a:ext cx="541080" cy="240120"/>
              </p14:xfrm>
            </p:contentPart>
          </mc:Choice>
          <mc:Fallback xmlns="">
            <p:pic>
              <p:nvPicPr>
                <p:cNvPr id="27" name="Inkt 26">
                  <a:extLst>
                    <a:ext uri="{FF2B5EF4-FFF2-40B4-BE49-F238E27FC236}">
                      <a16:creationId xmlns:a16="http://schemas.microsoft.com/office/drawing/2014/main" id="{36D9E07C-E570-11EA-3F9A-16BBDA2838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85179" y="2013537"/>
                  <a:ext cx="55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t 27">
                  <a:extLst>
                    <a:ext uri="{FF2B5EF4-FFF2-40B4-BE49-F238E27FC236}">
                      <a16:creationId xmlns:a16="http://schemas.microsoft.com/office/drawing/2014/main" id="{EA3E0BDC-11BD-1213-FBD0-B5FA5877FBDD}"/>
                    </a:ext>
                  </a:extLst>
                </p14:cNvPr>
                <p14:cNvContentPartPr/>
                <p14:nvPr/>
              </p14:nvContentPartPr>
              <p14:xfrm>
                <a:off x="1718659" y="2136297"/>
                <a:ext cx="106560" cy="70560"/>
              </p14:xfrm>
            </p:contentPart>
          </mc:Choice>
          <mc:Fallback xmlns="">
            <p:pic>
              <p:nvPicPr>
                <p:cNvPr id="28" name="Inkt 27">
                  <a:extLst>
                    <a:ext uri="{FF2B5EF4-FFF2-40B4-BE49-F238E27FC236}">
                      <a16:creationId xmlns:a16="http://schemas.microsoft.com/office/drawing/2014/main" id="{EA3E0BDC-11BD-1213-FBD0-B5FA5877FB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10019" y="2127297"/>
                  <a:ext cx="124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t 28">
                  <a:extLst>
                    <a:ext uri="{FF2B5EF4-FFF2-40B4-BE49-F238E27FC236}">
                      <a16:creationId xmlns:a16="http://schemas.microsoft.com/office/drawing/2014/main" id="{4D15B5AA-56AF-1956-6A93-AF4331B02F8F}"/>
                    </a:ext>
                  </a:extLst>
                </p14:cNvPr>
                <p14:cNvContentPartPr/>
                <p14:nvPr/>
              </p14:nvContentPartPr>
              <p14:xfrm>
                <a:off x="1707859" y="2173377"/>
                <a:ext cx="82800" cy="13680"/>
              </p14:xfrm>
            </p:contentPart>
          </mc:Choice>
          <mc:Fallback xmlns="">
            <p:pic>
              <p:nvPicPr>
                <p:cNvPr id="29" name="Inkt 28">
                  <a:extLst>
                    <a:ext uri="{FF2B5EF4-FFF2-40B4-BE49-F238E27FC236}">
                      <a16:creationId xmlns:a16="http://schemas.microsoft.com/office/drawing/2014/main" id="{4D15B5AA-56AF-1956-6A93-AF4331B02F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8859" y="2164737"/>
                  <a:ext cx="100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t 31">
                  <a:extLst>
                    <a:ext uri="{FF2B5EF4-FFF2-40B4-BE49-F238E27FC236}">
                      <a16:creationId xmlns:a16="http://schemas.microsoft.com/office/drawing/2014/main" id="{221163DD-106C-AB33-E33A-A9F3513CF6FD}"/>
                    </a:ext>
                  </a:extLst>
                </p14:cNvPr>
                <p14:cNvContentPartPr/>
                <p14:nvPr/>
              </p14:nvContentPartPr>
              <p14:xfrm>
                <a:off x="1863379" y="2139897"/>
                <a:ext cx="11520" cy="69120"/>
              </p14:xfrm>
            </p:contentPart>
          </mc:Choice>
          <mc:Fallback xmlns="">
            <p:pic>
              <p:nvPicPr>
                <p:cNvPr id="32" name="Inkt 31">
                  <a:extLst>
                    <a:ext uri="{FF2B5EF4-FFF2-40B4-BE49-F238E27FC236}">
                      <a16:creationId xmlns:a16="http://schemas.microsoft.com/office/drawing/2014/main" id="{221163DD-106C-AB33-E33A-A9F3513CF6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54739" y="2130897"/>
                  <a:ext cx="29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t 32">
                  <a:extLst>
                    <a:ext uri="{FF2B5EF4-FFF2-40B4-BE49-F238E27FC236}">
                      <a16:creationId xmlns:a16="http://schemas.microsoft.com/office/drawing/2014/main" id="{4D274D78-AFF2-C22B-2D5E-73FD42C288C0}"/>
                    </a:ext>
                  </a:extLst>
                </p14:cNvPr>
                <p14:cNvContentPartPr/>
                <p14:nvPr/>
              </p14:nvContentPartPr>
              <p14:xfrm>
                <a:off x="1893979" y="2145657"/>
                <a:ext cx="65880" cy="52920"/>
              </p14:xfrm>
            </p:contentPart>
          </mc:Choice>
          <mc:Fallback xmlns="">
            <p:pic>
              <p:nvPicPr>
                <p:cNvPr id="33" name="Inkt 32">
                  <a:extLst>
                    <a:ext uri="{FF2B5EF4-FFF2-40B4-BE49-F238E27FC236}">
                      <a16:creationId xmlns:a16="http://schemas.microsoft.com/office/drawing/2014/main" id="{4D274D78-AFF2-C22B-2D5E-73FD42C288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84979" y="2136657"/>
                  <a:ext cx="83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t 33">
                  <a:extLst>
                    <a:ext uri="{FF2B5EF4-FFF2-40B4-BE49-F238E27FC236}">
                      <a16:creationId xmlns:a16="http://schemas.microsoft.com/office/drawing/2014/main" id="{789C8C9B-C1F7-B590-1C0F-F1BDC2603573}"/>
                    </a:ext>
                  </a:extLst>
                </p14:cNvPr>
                <p14:cNvContentPartPr/>
                <p14:nvPr/>
              </p14:nvContentPartPr>
              <p14:xfrm>
                <a:off x="1987939" y="2148537"/>
                <a:ext cx="91800" cy="53640"/>
              </p14:xfrm>
            </p:contentPart>
          </mc:Choice>
          <mc:Fallback xmlns="">
            <p:pic>
              <p:nvPicPr>
                <p:cNvPr id="34" name="Inkt 33">
                  <a:extLst>
                    <a:ext uri="{FF2B5EF4-FFF2-40B4-BE49-F238E27FC236}">
                      <a16:creationId xmlns:a16="http://schemas.microsoft.com/office/drawing/2014/main" id="{789C8C9B-C1F7-B590-1C0F-F1BDC26035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939" y="2139897"/>
                  <a:ext cx="109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Inkt 51">
                  <a:extLst>
                    <a:ext uri="{FF2B5EF4-FFF2-40B4-BE49-F238E27FC236}">
                      <a16:creationId xmlns:a16="http://schemas.microsoft.com/office/drawing/2014/main" id="{5A20ABAD-E989-4CC7-B03E-2529689A54C2}"/>
                    </a:ext>
                  </a:extLst>
                </p14:cNvPr>
                <p14:cNvContentPartPr/>
                <p14:nvPr/>
              </p14:nvContentPartPr>
              <p14:xfrm>
                <a:off x="1370179" y="1468857"/>
                <a:ext cx="1266840" cy="421200"/>
              </p14:xfrm>
            </p:contentPart>
          </mc:Choice>
          <mc:Fallback xmlns="">
            <p:pic>
              <p:nvPicPr>
                <p:cNvPr id="52" name="Inkt 51">
                  <a:extLst>
                    <a:ext uri="{FF2B5EF4-FFF2-40B4-BE49-F238E27FC236}">
                      <a16:creationId xmlns:a16="http://schemas.microsoft.com/office/drawing/2014/main" id="{5A20ABAD-E989-4CC7-B03E-2529689A54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61539" y="1459857"/>
                  <a:ext cx="1284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t 52">
                  <a:extLst>
                    <a:ext uri="{FF2B5EF4-FFF2-40B4-BE49-F238E27FC236}">
                      <a16:creationId xmlns:a16="http://schemas.microsoft.com/office/drawing/2014/main" id="{7681FD01-97B8-5351-8AA4-BF4205BD2DDF}"/>
                    </a:ext>
                  </a:extLst>
                </p14:cNvPr>
                <p14:cNvContentPartPr/>
                <p14:nvPr/>
              </p14:nvContentPartPr>
              <p14:xfrm>
                <a:off x="1381339" y="1834617"/>
                <a:ext cx="22320" cy="52920"/>
              </p14:xfrm>
            </p:contentPart>
          </mc:Choice>
          <mc:Fallback xmlns="">
            <p:pic>
              <p:nvPicPr>
                <p:cNvPr id="53" name="Inkt 52">
                  <a:extLst>
                    <a:ext uri="{FF2B5EF4-FFF2-40B4-BE49-F238E27FC236}">
                      <a16:creationId xmlns:a16="http://schemas.microsoft.com/office/drawing/2014/main" id="{7681FD01-97B8-5351-8AA4-BF4205BD2D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372699" y="1825617"/>
                  <a:ext cx="399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ep 58">
            <a:extLst>
              <a:ext uri="{FF2B5EF4-FFF2-40B4-BE49-F238E27FC236}">
                <a16:creationId xmlns:a16="http://schemas.microsoft.com/office/drawing/2014/main" id="{4C69BCEC-9F35-F4E9-4E63-F7B4E74901C3}"/>
              </a:ext>
            </a:extLst>
          </p:cNvPr>
          <p:cNvGrpSpPr/>
          <p:nvPr/>
        </p:nvGrpSpPr>
        <p:grpSpPr>
          <a:xfrm>
            <a:off x="5170364" y="2079043"/>
            <a:ext cx="145800" cy="302130"/>
            <a:chOff x="4861819" y="1629057"/>
            <a:chExt cx="19440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t 47">
                  <a:extLst>
                    <a:ext uri="{FF2B5EF4-FFF2-40B4-BE49-F238E27FC236}">
                      <a16:creationId xmlns:a16="http://schemas.microsoft.com/office/drawing/2014/main" id="{BFEACA61-9542-2714-409F-795DDE98DC4B}"/>
                    </a:ext>
                  </a:extLst>
                </p14:cNvPr>
                <p14:cNvContentPartPr/>
                <p14:nvPr/>
              </p14:nvContentPartPr>
              <p14:xfrm>
                <a:off x="4861819" y="1629057"/>
                <a:ext cx="75600" cy="91800"/>
              </p14:xfrm>
            </p:contentPart>
          </mc:Choice>
          <mc:Fallback xmlns="">
            <p:pic>
              <p:nvPicPr>
                <p:cNvPr id="48" name="Inkt 47">
                  <a:extLst>
                    <a:ext uri="{FF2B5EF4-FFF2-40B4-BE49-F238E27FC236}">
                      <a16:creationId xmlns:a16="http://schemas.microsoft.com/office/drawing/2014/main" id="{BFEACA61-9542-2714-409F-795DDE98DC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52819" y="1620057"/>
                  <a:ext cx="93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t 48">
                  <a:extLst>
                    <a:ext uri="{FF2B5EF4-FFF2-40B4-BE49-F238E27FC236}">
                      <a16:creationId xmlns:a16="http://schemas.microsoft.com/office/drawing/2014/main" id="{FBDEA02B-FC25-20F7-4C28-71D095F3C732}"/>
                    </a:ext>
                  </a:extLst>
                </p14:cNvPr>
                <p14:cNvContentPartPr/>
                <p14:nvPr/>
              </p14:nvContentPartPr>
              <p14:xfrm>
                <a:off x="4959739" y="1630857"/>
                <a:ext cx="34560" cy="64800"/>
              </p14:xfrm>
            </p:contentPart>
          </mc:Choice>
          <mc:Fallback xmlns="">
            <p:pic>
              <p:nvPicPr>
                <p:cNvPr id="49" name="Inkt 48">
                  <a:extLst>
                    <a:ext uri="{FF2B5EF4-FFF2-40B4-BE49-F238E27FC236}">
                      <a16:creationId xmlns:a16="http://schemas.microsoft.com/office/drawing/2014/main" id="{FBDEA02B-FC25-20F7-4C28-71D095F3C7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50739" y="1622217"/>
                  <a:ext cx="52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t 55">
                  <a:extLst>
                    <a:ext uri="{FF2B5EF4-FFF2-40B4-BE49-F238E27FC236}">
                      <a16:creationId xmlns:a16="http://schemas.microsoft.com/office/drawing/2014/main" id="{73F20063-20A8-9F14-48E7-6CFC06DE74E2}"/>
                    </a:ext>
                  </a:extLst>
                </p14:cNvPr>
                <p14:cNvContentPartPr/>
                <p14:nvPr/>
              </p14:nvContentPartPr>
              <p14:xfrm>
                <a:off x="4940659" y="1742097"/>
                <a:ext cx="48960" cy="216720"/>
              </p14:xfrm>
            </p:contentPart>
          </mc:Choice>
          <mc:Fallback xmlns="">
            <p:pic>
              <p:nvPicPr>
                <p:cNvPr id="56" name="Inkt 55">
                  <a:extLst>
                    <a:ext uri="{FF2B5EF4-FFF2-40B4-BE49-F238E27FC236}">
                      <a16:creationId xmlns:a16="http://schemas.microsoft.com/office/drawing/2014/main" id="{73F20063-20A8-9F14-48E7-6CFC06DE74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32019" y="1733097"/>
                  <a:ext cx="66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t 56">
                  <a:extLst>
                    <a:ext uri="{FF2B5EF4-FFF2-40B4-BE49-F238E27FC236}">
                      <a16:creationId xmlns:a16="http://schemas.microsoft.com/office/drawing/2014/main" id="{F34111A8-4E83-FF8E-05C3-02716D6A3EFC}"/>
                    </a:ext>
                  </a:extLst>
                </p14:cNvPr>
                <p14:cNvContentPartPr/>
                <p14:nvPr/>
              </p14:nvContentPartPr>
              <p14:xfrm>
                <a:off x="5032819" y="1958097"/>
                <a:ext cx="23400" cy="73800"/>
              </p14:xfrm>
            </p:contentPart>
          </mc:Choice>
          <mc:Fallback xmlns="">
            <p:pic>
              <p:nvPicPr>
                <p:cNvPr id="57" name="Inkt 56">
                  <a:extLst>
                    <a:ext uri="{FF2B5EF4-FFF2-40B4-BE49-F238E27FC236}">
                      <a16:creationId xmlns:a16="http://schemas.microsoft.com/office/drawing/2014/main" id="{F34111A8-4E83-FF8E-05C3-02716D6A3EF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4179" y="1949457"/>
                  <a:ext cx="410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ep 71">
            <a:extLst>
              <a:ext uri="{FF2B5EF4-FFF2-40B4-BE49-F238E27FC236}">
                <a16:creationId xmlns:a16="http://schemas.microsoft.com/office/drawing/2014/main" id="{BA2A3D1F-00A1-6001-5E5D-ABEB680A4F26}"/>
              </a:ext>
            </a:extLst>
          </p:cNvPr>
          <p:cNvGrpSpPr/>
          <p:nvPr/>
        </p:nvGrpSpPr>
        <p:grpSpPr>
          <a:xfrm>
            <a:off x="6475814" y="2073643"/>
            <a:ext cx="472770" cy="410940"/>
            <a:chOff x="6602419" y="1621857"/>
            <a:chExt cx="63036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5" name="Inkt 64">
                  <a:extLst>
                    <a:ext uri="{FF2B5EF4-FFF2-40B4-BE49-F238E27FC236}">
                      <a16:creationId xmlns:a16="http://schemas.microsoft.com/office/drawing/2014/main" id="{715E495D-6DD0-EFAD-DD30-87D5B273A4F1}"/>
                    </a:ext>
                  </a:extLst>
                </p14:cNvPr>
                <p14:cNvContentPartPr/>
                <p14:nvPr/>
              </p14:nvContentPartPr>
              <p14:xfrm>
                <a:off x="6602419" y="1621857"/>
                <a:ext cx="172800" cy="240120"/>
              </p14:xfrm>
            </p:contentPart>
          </mc:Choice>
          <mc:Fallback xmlns="">
            <p:pic>
              <p:nvPicPr>
                <p:cNvPr id="65" name="Inkt 64">
                  <a:extLst>
                    <a:ext uri="{FF2B5EF4-FFF2-40B4-BE49-F238E27FC236}">
                      <a16:creationId xmlns:a16="http://schemas.microsoft.com/office/drawing/2014/main" id="{715E495D-6DD0-EFAD-DD30-87D5B273A4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93779" y="1613217"/>
                  <a:ext cx="190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6" name="Inkt 65">
                  <a:extLst>
                    <a:ext uri="{FF2B5EF4-FFF2-40B4-BE49-F238E27FC236}">
                      <a16:creationId xmlns:a16="http://schemas.microsoft.com/office/drawing/2014/main" id="{0B6FF449-0FC4-C022-BE4E-1F778B534FE2}"/>
                    </a:ext>
                  </a:extLst>
                </p14:cNvPr>
                <p14:cNvContentPartPr/>
                <p14:nvPr/>
              </p14:nvContentPartPr>
              <p14:xfrm>
                <a:off x="6838579" y="1707177"/>
                <a:ext cx="109800" cy="157680"/>
              </p14:xfrm>
            </p:contentPart>
          </mc:Choice>
          <mc:Fallback xmlns="">
            <p:pic>
              <p:nvPicPr>
                <p:cNvPr id="66" name="Inkt 65">
                  <a:extLst>
                    <a:ext uri="{FF2B5EF4-FFF2-40B4-BE49-F238E27FC236}">
                      <a16:creationId xmlns:a16="http://schemas.microsoft.com/office/drawing/2014/main" id="{0B6FF449-0FC4-C022-BE4E-1F778B534F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29579" y="1698177"/>
                  <a:ext cx="127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t 68">
                  <a:extLst>
                    <a:ext uri="{FF2B5EF4-FFF2-40B4-BE49-F238E27FC236}">
                      <a16:creationId xmlns:a16="http://schemas.microsoft.com/office/drawing/2014/main" id="{B1BCE013-5CDB-3684-8739-BD4706DEE3C3}"/>
                    </a:ext>
                  </a:extLst>
                </p14:cNvPr>
                <p14:cNvContentPartPr/>
                <p14:nvPr/>
              </p14:nvContentPartPr>
              <p14:xfrm>
                <a:off x="6838219" y="1896177"/>
                <a:ext cx="24840" cy="156960"/>
              </p14:xfrm>
            </p:contentPart>
          </mc:Choice>
          <mc:Fallback xmlns="">
            <p:pic>
              <p:nvPicPr>
                <p:cNvPr id="69" name="Inkt 68">
                  <a:extLst>
                    <a:ext uri="{FF2B5EF4-FFF2-40B4-BE49-F238E27FC236}">
                      <a16:creationId xmlns:a16="http://schemas.microsoft.com/office/drawing/2014/main" id="{B1BCE013-5CDB-3684-8739-BD4706DEE3C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29579" y="1887177"/>
                  <a:ext cx="42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0" name="Inkt 69">
                  <a:extLst>
                    <a:ext uri="{FF2B5EF4-FFF2-40B4-BE49-F238E27FC236}">
                      <a16:creationId xmlns:a16="http://schemas.microsoft.com/office/drawing/2014/main" id="{F8DD7F08-8A71-C67B-0536-C8E447484155}"/>
                    </a:ext>
                  </a:extLst>
                </p14:cNvPr>
                <p14:cNvContentPartPr/>
                <p14:nvPr/>
              </p14:nvContentPartPr>
              <p14:xfrm>
                <a:off x="6961339" y="2039457"/>
                <a:ext cx="271440" cy="130320"/>
              </p14:xfrm>
            </p:contentPart>
          </mc:Choice>
          <mc:Fallback xmlns="">
            <p:pic>
              <p:nvPicPr>
                <p:cNvPr id="70" name="Inkt 69">
                  <a:extLst>
                    <a:ext uri="{FF2B5EF4-FFF2-40B4-BE49-F238E27FC236}">
                      <a16:creationId xmlns:a16="http://schemas.microsoft.com/office/drawing/2014/main" id="{F8DD7F08-8A71-C67B-0536-C8E447484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52339" y="2030817"/>
                  <a:ext cx="2890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B6E6FB99-E374-4031-2960-B4259E015765}"/>
              </a:ext>
            </a:extLst>
          </p:cNvPr>
          <p:cNvGrpSpPr/>
          <p:nvPr/>
        </p:nvGrpSpPr>
        <p:grpSpPr>
          <a:xfrm>
            <a:off x="7980794" y="2333653"/>
            <a:ext cx="668250" cy="152010"/>
            <a:chOff x="8609059" y="1968537"/>
            <a:chExt cx="8910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5" name="Inkt 94">
                  <a:extLst>
                    <a:ext uri="{FF2B5EF4-FFF2-40B4-BE49-F238E27FC236}">
                      <a16:creationId xmlns:a16="http://schemas.microsoft.com/office/drawing/2014/main" id="{23D7D131-C756-2479-E9FF-D013BF174BF6}"/>
                    </a:ext>
                  </a:extLst>
                </p14:cNvPr>
                <p14:cNvContentPartPr/>
                <p14:nvPr/>
              </p14:nvContentPartPr>
              <p14:xfrm>
                <a:off x="8609059" y="1968537"/>
                <a:ext cx="294120" cy="202680"/>
              </p14:xfrm>
            </p:contentPart>
          </mc:Choice>
          <mc:Fallback xmlns="">
            <p:pic>
              <p:nvPicPr>
                <p:cNvPr id="95" name="Inkt 94">
                  <a:extLst>
                    <a:ext uri="{FF2B5EF4-FFF2-40B4-BE49-F238E27FC236}">
                      <a16:creationId xmlns:a16="http://schemas.microsoft.com/office/drawing/2014/main" id="{23D7D131-C756-2479-E9FF-D013BF174B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00419" y="1959537"/>
                  <a:ext cx="311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6" name="Inkt 95">
                  <a:extLst>
                    <a:ext uri="{FF2B5EF4-FFF2-40B4-BE49-F238E27FC236}">
                      <a16:creationId xmlns:a16="http://schemas.microsoft.com/office/drawing/2014/main" id="{BF058BDA-1668-E6A9-EB57-332C28B75E69}"/>
                    </a:ext>
                  </a:extLst>
                </p14:cNvPr>
                <p14:cNvContentPartPr/>
                <p14:nvPr/>
              </p14:nvContentPartPr>
              <p14:xfrm>
                <a:off x="9069499" y="2029737"/>
                <a:ext cx="20880" cy="131400"/>
              </p14:xfrm>
            </p:contentPart>
          </mc:Choice>
          <mc:Fallback xmlns="">
            <p:pic>
              <p:nvPicPr>
                <p:cNvPr id="96" name="Inkt 95">
                  <a:extLst>
                    <a:ext uri="{FF2B5EF4-FFF2-40B4-BE49-F238E27FC236}">
                      <a16:creationId xmlns:a16="http://schemas.microsoft.com/office/drawing/2014/main" id="{BF058BDA-1668-E6A9-EB57-332C28B75E6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60499" y="2020737"/>
                  <a:ext cx="38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7" name="Inkt 96">
                  <a:extLst>
                    <a:ext uri="{FF2B5EF4-FFF2-40B4-BE49-F238E27FC236}">
                      <a16:creationId xmlns:a16="http://schemas.microsoft.com/office/drawing/2014/main" id="{BA93A22F-9F48-413F-7460-8D72CCBF7D9F}"/>
                    </a:ext>
                  </a:extLst>
                </p14:cNvPr>
                <p14:cNvContentPartPr/>
                <p14:nvPr/>
              </p14:nvContentPartPr>
              <p14:xfrm>
                <a:off x="9032059" y="2102817"/>
                <a:ext cx="151200" cy="19800"/>
              </p14:xfrm>
            </p:contentPart>
          </mc:Choice>
          <mc:Fallback xmlns="">
            <p:pic>
              <p:nvPicPr>
                <p:cNvPr id="97" name="Inkt 96">
                  <a:extLst>
                    <a:ext uri="{FF2B5EF4-FFF2-40B4-BE49-F238E27FC236}">
                      <a16:creationId xmlns:a16="http://schemas.microsoft.com/office/drawing/2014/main" id="{BA93A22F-9F48-413F-7460-8D72CCBF7D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23419" y="2093817"/>
                  <a:ext cx="168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0" name="Inkt 99">
                  <a:extLst>
                    <a:ext uri="{FF2B5EF4-FFF2-40B4-BE49-F238E27FC236}">
                      <a16:creationId xmlns:a16="http://schemas.microsoft.com/office/drawing/2014/main" id="{DC12352A-E662-E3CE-2288-79C06D00E22F}"/>
                    </a:ext>
                  </a:extLst>
                </p14:cNvPr>
                <p14:cNvContentPartPr/>
                <p14:nvPr/>
              </p14:nvContentPartPr>
              <p14:xfrm>
                <a:off x="9310699" y="1985817"/>
                <a:ext cx="47520" cy="165600"/>
              </p14:xfrm>
            </p:contentPart>
          </mc:Choice>
          <mc:Fallback xmlns="">
            <p:pic>
              <p:nvPicPr>
                <p:cNvPr id="100" name="Inkt 99">
                  <a:extLst>
                    <a:ext uri="{FF2B5EF4-FFF2-40B4-BE49-F238E27FC236}">
                      <a16:creationId xmlns:a16="http://schemas.microsoft.com/office/drawing/2014/main" id="{DC12352A-E662-E3CE-2288-79C06D00E22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01699" y="1977177"/>
                  <a:ext cx="65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1" name="Inkt 100">
                  <a:extLst>
                    <a:ext uri="{FF2B5EF4-FFF2-40B4-BE49-F238E27FC236}">
                      <a16:creationId xmlns:a16="http://schemas.microsoft.com/office/drawing/2014/main" id="{43BCBF45-6728-61B5-F563-92EC90DA5EEF}"/>
                    </a:ext>
                  </a:extLst>
                </p14:cNvPr>
                <p14:cNvContentPartPr/>
                <p14:nvPr/>
              </p14:nvContentPartPr>
              <p14:xfrm>
                <a:off x="9323299" y="1982937"/>
                <a:ext cx="176760" cy="169560"/>
              </p14:xfrm>
            </p:contentPart>
          </mc:Choice>
          <mc:Fallback xmlns="">
            <p:pic>
              <p:nvPicPr>
                <p:cNvPr id="101" name="Inkt 100">
                  <a:extLst>
                    <a:ext uri="{FF2B5EF4-FFF2-40B4-BE49-F238E27FC236}">
                      <a16:creationId xmlns:a16="http://schemas.microsoft.com/office/drawing/2014/main" id="{43BCBF45-6728-61B5-F563-92EC90DA5E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14659" y="1974297"/>
                  <a:ext cx="19440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ep 106">
            <a:extLst>
              <a:ext uri="{FF2B5EF4-FFF2-40B4-BE49-F238E27FC236}">
                <a16:creationId xmlns:a16="http://schemas.microsoft.com/office/drawing/2014/main" id="{6E26622B-ADE0-4092-4AA1-B588FEDB62E6}"/>
              </a:ext>
            </a:extLst>
          </p:cNvPr>
          <p:cNvGrpSpPr/>
          <p:nvPr/>
        </p:nvGrpSpPr>
        <p:grpSpPr>
          <a:xfrm>
            <a:off x="8515934" y="2062303"/>
            <a:ext cx="151740" cy="191430"/>
            <a:chOff x="9322579" y="1606737"/>
            <a:chExt cx="2023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04" name="Inkt 103">
                  <a:extLst>
                    <a:ext uri="{FF2B5EF4-FFF2-40B4-BE49-F238E27FC236}">
                      <a16:creationId xmlns:a16="http://schemas.microsoft.com/office/drawing/2014/main" id="{0B11D0E8-F55A-D815-EAC7-073EB5B8037A}"/>
                    </a:ext>
                  </a:extLst>
                </p14:cNvPr>
                <p14:cNvContentPartPr/>
                <p14:nvPr/>
              </p14:nvContentPartPr>
              <p14:xfrm>
                <a:off x="9387379" y="1606737"/>
                <a:ext cx="137520" cy="225360"/>
              </p14:xfrm>
            </p:contentPart>
          </mc:Choice>
          <mc:Fallback xmlns="">
            <p:pic>
              <p:nvPicPr>
                <p:cNvPr id="104" name="Inkt 103">
                  <a:extLst>
                    <a:ext uri="{FF2B5EF4-FFF2-40B4-BE49-F238E27FC236}">
                      <a16:creationId xmlns:a16="http://schemas.microsoft.com/office/drawing/2014/main" id="{0B11D0E8-F55A-D815-EAC7-073EB5B8037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78739" y="1598097"/>
                  <a:ext cx="155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5" name="Inkt 104">
                  <a:extLst>
                    <a:ext uri="{FF2B5EF4-FFF2-40B4-BE49-F238E27FC236}">
                      <a16:creationId xmlns:a16="http://schemas.microsoft.com/office/drawing/2014/main" id="{FD69A7FF-CF2E-5A1C-32EF-CEDEAB2334E7}"/>
                    </a:ext>
                  </a:extLst>
                </p14:cNvPr>
                <p14:cNvContentPartPr/>
                <p14:nvPr/>
              </p14:nvContentPartPr>
              <p14:xfrm>
                <a:off x="9322579" y="1794657"/>
                <a:ext cx="109440" cy="67320"/>
              </p14:xfrm>
            </p:contentPart>
          </mc:Choice>
          <mc:Fallback xmlns="">
            <p:pic>
              <p:nvPicPr>
                <p:cNvPr id="105" name="Inkt 104">
                  <a:extLst>
                    <a:ext uri="{FF2B5EF4-FFF2-40B4-BE49-F238E27FC236}">
                      <a16:creationId xmlns:a16="http://schemas.microsoft.com/office/drawing/2014/main" id="{FD69A7FF-CF2E-5A1C-32EF-CEDEAB2334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13579" y="1786017"/>
                  <a:ext cx="12708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22" name="Inkt 121">
                <a:extLst>
                  <a:ext uri="{FF2B5EF4-FFF2-40B4-BE49-F238E27FC236}">
                    <a16:creationId xmlns:a16="http://schemas.microsoft.com/office/drawing/2014/main" id="{E5E6FCE3-00A3-B1F2-D3B7-747F82CC2E14}"/>
                  </a:ext>
                </a:extLst>
              </p14:cNvPr>
              <p14:cNvContentPartPr/>
              <p14:nvPr/>
            </p14:nvContentPartPr>
            <p14:xfrm>
              <a:off x="7880894" y="2284783"/>
              <a:ext cx="101250" cy="293220"/>
            </p14:xfrm>
          </p:contentPart>
        </mc:Choice>
        <mc:Fallback>
          <p:pic>
            <p:nvPicPr>
              <p:cNvPr id="122" name="Inkt 121">
                <a:extLst>
                  <a:ext uri="{FF2B5EF4-FFF2-40B4-BE49-F238E27FC236}">
                    <a16:creationId xmlns:a16="http://schemas.microsoft.com/office/drawing/2014/main" id="{E5E6FCE3-00A3-B1F2-D3B7-747F82CC2E1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871886" y="2275777"/>
                <a:ext cx="118906" cy="310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3" name="Inkt 122">
                <a:extLst>
                  <a:ext uri="{FF2B5EF4-FFF2-40B4-BE49-F238E27FC236}">
                    <a16:creationId xmlns:a16="http://schemas.microsoft.com/office/drawing/2014/main" id="{DC19CBD9-DB6B-F9AB-7370-E9CA43A8993E}"/>
                  </a:ext>
                </a:extLst>
              </p14:cNvPr>
              <p14:cNvContentPartPr/>
              <p14:nvPr/>
            </p14:nvContentPartPr>
            <p14:xfrm>
              <a:off x="8838314" y="2345263"/>
              <a:ext cx="27540" cy="231930"/>
            </p14:xfrm>
          </p:contentPart>
        </mc:Choice>
        <mc:Fallback>
          <p:pic>
            <p:nvPicPr>
              <p:cNvPr id="123" name="Inkt 122">
                <a:extLst>
                  <a:ext uri="{FF2B5EF4-FFF2-40B4-BE49-F238E27FC236}">
                    <a16:creationId xmlns:a16="http://schemas.microsoft.com/office/drawing/2014/main" id="{DC19CBD9-DB6B-F9AB-7370-E9CA43A8993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29372" y="2336273"/>
                <a:ext cx="45065" cy="249549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ep 132">
            <a:extLst>
              <a:ext uri="{FF2B5EF4-FFF2-40B4-BE49-F238E27FC236}">
                <a16:creationId xmlns:a16="http://schemas.microsoft.com/office/drawing/2014/main" id="{6AE094D1-2B13-FF64-5C98-9EC67F65B49A}"/>
              </a:ext>
            </a:extLst>
          </p:cNvPr>
          <p:cNvGrpSpPr/>
          <p:nvPr/>
        </p:nvGrpSpPr>
        <p:grpSpPr>
          <a:xfrm>
            <a:off x="9085094" y="2454613"/>
            <a:ext cx="157680" cy="65070"/>
            <a:chOff x="10081459" y="2129817"/>
            <a:chExt cx="21024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4" name="Inkt 123">
                  <a:extLst>
                    <a:ext uri="{FF2B5EF4-FFF2-40B4-BE49-F238E27FC236}">
                      <a16:creationId xmlns:a16="http://schemas.microsoft.com/office/drawing/2014/main" id="{377B0187-120A-6B19-2647-9EECA4711179}"/>
                    </a:ext>
                  </a:extLst>
                </p14:cNvPr>
                <p14:cNvContentPartPr/>
                <p14:nvPr/>
              </p14:nvContentPartPr>
              <p14:xfrm>
                <a:off x="10081459" y="2129817"/>
                <a:ext cx="210240" cy="5760"/>
              </p14:xfrm>
            </p:contentPart>
          </mc:Choice>
          <mc:Fallback xmlns="">
            <p:pic>
              <p:nvPicPr>
                <p:cNvPr id="124" name="Inkt 123">
                  <a:extLst>
                    <a:ext uri="{FF2B5EF4-FFF2-40B4-BE49-F238E27FC236}">
                      <a16:creationId xmlns:a16="http://schemas.microsoft.com/office/drawing/2014/main" id="{377B0187-120A-6B19-2647-9EECA47111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72459" y="2121177"/>
                  <a:ext cx="227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5" name="Inkt 124">
                  <a:extLst>
                    <a:ext uri="{FF2B5EF4-FFF2-40B4-BE49-F238E27FC236}">
                      <a16:creationId xmlns:a16="http://schemas.microsoft.com/office/drawing/2014/main" id="{3422B1AD-6076-B2C9-C07F-6AE82FC93A66}"/>
                    </a:ext>
                  </a:extLst>
                </p14:cNvPr>
                <p14:cNvContentPartPr/>
                <p14:nvPr/>
              </p14:nvContentPartPr>
              <p14:xfrm>
                <a:off x="10150939" y="2216217"/>
                <a:ext cx="132480" cy="360"/>
              </p14:xfrm>
            </p:contentPart>
          </mc:Choice>
          <mc:Fallback xmlns="">
            <p:pic>
              <p:nvPicPr>
                <p:cNvPr id="125" name="Inkt 124">
                  <a:extLst>
                    <a:ext uri="{FF2B5EF4-FFF2-40B4-BE49-F238E27FC236}">
                      <a16:creationId xmlns:a16="http://schemas.microsoft.com/office/drawing/2014/main" id="{3422B1AD-6076-B2C9-C07F-6AE82FC93A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41939" y="2207577"/>
                  <a:ext cx="1501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ep 130">
            <a:extLst>
              <a:ext uri="{FF2B5EF4-FFF2-40B4-BE49-F238E27FC236}">
                <a16:creationId xmlns:a16="http://schemas.microsoft.com/office/drawing/2014/main" id="{B0298D99-B6F9-D90D-F523-B0143C08EF79}"/>
              </a:ext>
            </a:extLst>
          </p:cNvPr>
          <p:cNvGrpSpPr/>
          <p:nvPr/>
        </p:nvGrpSpPr>
        <p:grpSpPr>
          <a:xfrm>
            <a:off x="9473354" y="2312053"/>
            <a:ext cx="617490" cy="259740"/>
            <a:chOff x="10599139" y="1939737"/>
            <a:chExt cx="82332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6" name="Inkt 125">
                  <a:extLst>
                    <a:ext uri="{FF2B5EF4-FFF2-40B4-BE49-F238E27FC236}">
                      <a16:creationId xmlns:a16="http://schemas.microsoft.com/office/drawing/2014/main" id="{906BDFA5-DBB3-7DB2-5235-322B35087B8F}"/>
                    </a:ext>
                  </a:extLst>
                </p14:cNvPr>
                <p14:cNvContentPartPr/>
                <p14:nvPr/>
              </p14:nvContentPartPr>
              <p14:xfrm>
                <a:off x="10599139" y="1943697"/>
                <a:ext cx="339120" cy="234360"/>
              </p14:xfrm>
            </p:contentPart>
          </mc:Choice>
          <mc:Fallback xmlns="">
            <p:pic>
              <p:nvPicPr>
                <p:cNvPr id="126" name="Inkt 125">
                  <a:extLst>
                    <a:ext uri="{FF2B5EF4-FFF2-40B4-BE49-F238E27FC236}">
                      <a16:creationId xmlns:a16="http://schemas.microsoft.com/office/drawing/2014/main" id="{906BDFA5-DBB3-7DB2-5235-322B35087B8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90139" y="1934697"/>
                  <a:ext cx="356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7" name="Inkt 126">
                  <a:extLst>
                    <a:ext uri="{FF2B5EF4-FFF2-40B4-BE49-F238E27FC236}">
                      <a16:creationId xmlns:a16="http://schemas.microsoft.com/office/drawing/2014/main" id="{90BBF565-9DB0-B624-2E45-1C141BD2887C}"/>
                    </a:ext>
                  </a:extLst>
                </p14:cNvPr>
                <p14:cNvContentPartPr/>
                <p14:nvPr/>
              </p14:nvContentPartPr>
              <p14:xfrm>
                <a:off x="11052019" y="2127297"/>
                <a:ext cx="63360" cy="158760"/>
              </p14:xfrm>
            </p:contentPart>
          </mc:Choice>
          <mc:Fallback xmlns="">
            <p:pic>
              <p:nvPicPr>
                <p:cNvPr id="127" name="Inkt 126">
                  <a:extLst>
                    <a:ext uri="{FF2B5EF4-FFF2-40B4-BE49-F238E27FC236}">
                      <a16:creationId xmlns:a16="http://schemas.microsoft.com/office/drawing/2014/main" id="{90BBF565-9DB0-B624-2E45-1C141BD288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43019" y="2118297"/>
                  <a:ext cx="81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8" name="Inkt 127">
                  <a:extLst>
                    <a:ext uri="{FF2B5EF4-FFF2-40B4-BE49-F238E27FC236}">
                      <a16:creationId xmlns:a16="http://schemas.microsoft.com/office/drawing/2014/main" id="{A4E357C8-D975-3E68-DC0D-1E95B34B8B43}"/>
                    </a:ext>
                  </a:extLst>
                </p14:cNvPr>
                <p14:cNvContentPartPr/>
                <p14:nvPr/>
              </p14:nvContentPartPr>
              <p14:xfrm>
                <a:off x="11217979" y="1939737"/>
                <a:ext cx="204480" cy="227160"/>
              </p14:xfrm>
            </p:contentPart>
          </mc:Choice>
          <mc:Fallback xmlns="">
            <p:pic>
              <p:nvPicPr>
                <p:cNvPr id="128" name="Inkt 127">
                  <a:extLst>
                    <a:ext uri="{FF2B5EF4-FFF2-40B4-BE49-F238E27FC236}">
                      <a16:creationId xmlns:a16="http://schemas.microsoft.com/office/drawing/2014/main" id="{A4E357C8-D975-3E68-DC0D-1E95B34B8B4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08979" y="1931097"/>
                  <a:ext cx="22212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29" name="Inkt 128">
                <a:extLst>
                  <a:ext uri="{FF2B5EF4-FFF2-40B4-BE49-F238E27FC236}">
                    <a16:creationId xmlns:a16="http://schemas.microsoft.com/office/drawing/2014/main" id="{3B954F14-DC21-5CC7-630A-85BA15892911}"/>
                  </a:ext>
                </a:extLst>
              </p14:cNvPr>
              <p14:cNvContentPartPr/>
              <p14:nvPr/>
            </p14:nvContentPartPr>
            <p14:xfrm>
              <a:off x="10222334" y="2357953"/>
              <a:ext cx="117450" cy="156060"/>
            </p14:xfrm>
          </p:contentPart>
        </mc:Choice>
        <mc:Fallback>
          <p:pic>
            <p:nvPicPr>
              <p:cNvPr id="129" name="Inkt 128">
                <a:extLst>
                  <a:ext uri="{FF2B5EF4-FFF2-40B4-BE49-F238E27FC236}">
                    <a16:creationId xmlns:a16="http://schemas.microsoft.com/office/drawing/2014/main" id="{3B954F14-DC21-5CC7-630A-85BA1589291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213355" y="2348984"/>
                <a:ext cx="135050" cy="173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4" name="Inkt 133">
                <a:extLst>
                  <a:ext uri="{FF2B5EF4-FFF2-40B4-BE49-F238E27FC236}">
                    <a16:creationId xmlns:a16="http://schemas.microsoft.com/office/drawing/2014/main" id="{5D564397-669B-DB8B-D038-CED4DF09B25E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4" name="Inkt 133">
                <a:extLst>
                  <a:ext uri="{FF2B5EF4-FFF2-40B4-BE49-F238E27FC236}">
                    <a16:creationId xmlns:a16="http://schemas.microsoft.com/office/drawing/2014/main" id="{5D564397-669B-DB8B-D038-CED4DF09B2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35" name="Inkt 134">
                <a:extLst>
                  <a:ext uri="{FF2B5EF4-FFF2-40B4-BE49-F238E27FC236}">
                    <a16:creationId xmlns:a16="http://schemas.microsoft.com/office/drawing/2014/main" id="{D80F5957-CC8E-E263-1FFC-A8DD9D87A11F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5" name="Inkt 134">
                <a:extLst>
                  <a:ext uri="{FF2B5EF4-FFF2-40B4-BE49-F238E27FC236}">
                    <a16:creationId xmlns:a16="http://schemas.microsoft.com/office/drawing/2014/main" id="{D80F5957-CC8E-E263-1FFC-A8DD9D87A1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Tekstvak 135">
            <a:extLst>
              <a:ext uri="{FF2B5EF4-FFF2-40B4-BE49-F238E27FC236}">
                <a16:creationId xmlns:a16="http://schemas.microsoft.com/office/drawing/2014/main" id="{6EA31441-4A36-78FF-2AD3-ECAD25A27546}"/>
              </a:ext>
            </a:extLst>
          </p:cNvPr>
          <p:cNvSpPr txBox="1"/>
          <p:nvPr/>
        </p:nvSpPr>
        <p:spPr>
          <a:xfrm rot="21210967">
            <a:off x="2564074" y="1946168"/>
            <a:ext cx="9252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Ik wil 10%</a:t>
            </a:r>
          </a:p>
        </p:txBody>
      </p: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0E0D49DD-7F5D-0F28-9F01-B6D268C5799E}"/>
              </a:ext>
            </a:extLst>
          </p:cNvPr>
          <p:cNvGrpSpPr/>
          <p:nvPr/>
        </p:nvGrpSpPr>
        <p:grpSpPr>
          <a:xfrm>
            <a:off x="3967244" y="2598523"/>
            <a:ext cx="2997270" cy="930960"/>
            <a:chOff x="3257659" y="2321697"/>
            <a:chExt cx="3996360" cy="12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0" name="Inkt 59">
                  <a:extLst>
                    <a:ext uri="{FF2B5EF4-FFF2-40B4-BE49-F238E27FC236}">
                      <a16:creationId xmlns:a16="http://schemas.microsoft.com/office/drawing/2014/main" id="{D4E83BE9-4B31-77AA-AAB9-697383712A8B}"/>
                    </a:ext>
                  </a:extLst>
                </p14:cNvPr>
                <p14:cNvContentPartPr/>
                <p14:nvPr/>
              </p14:nvContentPartPr>
              <p14:xfrm>
                <a:off x="5027059" y="2404497"/>
                <a:ext cx="27720" cy="304920"/>
              </p14:xfrm>
            </p:contentPart>
          </mc:Choice>
          <mc:Fallback xmlns="">
            <p:pic>
              <p:nvPicPr>
                <p:cNvPr id="60" name="Inkt 59">
                  <a:extLst>
                    <a:ext uri="{FF2B5EF4-FFF2-40B4-BE49-F238E27FC236}">
                      <a16:creationId xmlns:a16="http://schemas.microsoft.com/office/drawing/2014/main" id="{D4E83BE9-4B31-77AA-AAB9-697383712A8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18059" y="2395857"/>
                  <a:ext cx="453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1" name="Inkt 60">
                  <a:extLst>
                    <a:ext uri="{FF2B5EF4-FFF2-40B4-BE49-F238E27FC236}">
                      <a16:creationId xmlns:a16="http://schemas.microsoft.com/office/drawing/2014/main" id="{4AD6346D-8F16-93DC-3D84-6D169B005B42}"/>
                    </a:ext>
                  </a:extLst>
                </p14:cNvPr>
                <p14:cNvContentPartPr/>
                <p14:nvPr/>
              </p14:nvContentPartPr>
              <p14:xfrm>
                <a:off x="5174659" y="2434377"/>
                <a:ext cx="41040" cy="234000"/>
              </p14:xfrm>
            </p:contentPart>
          </mc:Choice>
          <mc:Fallback xmlns="">
            <p:pic>
              <p:nvPicPr>
                <p:cNvPr id="61" name="Inkt 60">
                  <a:extLst>
                    <a:ext uri="{FF2B5EF4-FFF2-40B4-BE49-F238E27FC236}">
                      <a16:creationId xmlns:a16="http://schemas.microsoft.com/office/drawing/2014/main" id="{4AD6346D-8F16-93DC-3D84-6D169B005B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66019" y="2425737"/>
                  <a:ext cx="58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2" name="Inkt 61">
                  <a:extLst>
                    <a:ext uri="{FF2B5EF4-FFF2-40B4-BE49-F238E27FC236}">
                      <a16:creationId xmlns:a16="http://schemas.microsoft.com/office/drawing/2014/main" id="{18FA7DA1-D2C2-94D6-A4E2-C4288E8A3681}"/>
                    </a:ext>
                  </a:extLst>
                </p14:cNvPr>
                <p14:cNvContentPartPr/>
                <p14:nvPr/>
              </p14:nvContentPartPr>
              <p14:xfrm>
                <a:off x="5384179" y="2495577"/>
                <a:ext cx="163080" cy="232920"/>
              </p14:xfrm>
            </p:contentPart>
          </mc:Choice>
          <mc:Fallback xmlns="">
            <p:pic>
              <p:nvPicPr>
                <p:cNvPr id="62" name="Inkt 61">
                  <a:extLst>
                    <a:ext uri="{FF2B5EF4-FFF2-40B4-BE49-F238E27FC236}">
                      <a16:creationId xmlns:a16="http://schemas.microsoft.com/office/drawing/2014/main" id="{18FA7DA1-D2C2-94D6-A4E2-C4288E8A36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75179" y="2486577"/>
                  <a:ext cx="180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t 72">
                  <a:extLst>
                    <a:ext uri="{FF2B5EF4-FFF2-40B4-BE49-F238E27FC236}">
                      <a16:creationId xmlns:a16="http://schemas.microsoft.com/office/drawing/2014/main" id="{FCF76847-7209-A0DC-3D81-A89EEFF634F4}"/>
                    </a:ext>
                  </a:extLst>
                </p14:cNvPr>
                <p14:cNvContentPartPr/>
                <p14:nvPr/>
              </p14:nvContentPartPr>
              <p14:xfrm>
                <a:off x="6762619" y="2481177"/>
                <a:ext cx="27720" cy="230400"/>
              </p14:xfrm>
            </p:contentPart>
          </mc:Choice>
          <mc:Fallback xmlns="">
            <p:pic>
              <p:nvPicPr>
                <p:cNvPr id="73" name="Inkt 72">
                  <a:extLst>
                    <a:ext uri="{FF2B5EF4-FFF2-40B4-BE49-F238E27FC236}">
                      <a16:creationId xmlns:a16="http://schemas.microsoft.com/office/drawing/2014/main" id="{FCF76847-7209-A0DC-3D81-A89EEFF634F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53619" y="2472537"/>
                  <a:ext cx="45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t 73">
                  <a:extLst>
                    <a:ext uri="{FF2B5EF4-FFF2-40B4-BE49-F238E27FC236}">
                      <a16:creationId xmlns:a16="http://schemas.microsoft.com/office/drawing/2014/main" id="{86980B5B-A615-B396-EF30-35F920FDD763}"/>
                    </a:ext>
                  </a:extLst>
                </p14:cNvPr>
                <p14:cNvContentPartPr/>
                <p14:nvPr/>
              </p14:nvContentPartPr>
              <p14:xfrm>
                <a:off x="6962779" y="2557497"/>
                <a:ext cx="125640" cy="169200"/>
              </p14:xfrm>
            </p:contentPart>
          </mc:Choice>
          <mc:Fallback xmlns="">
            <p:pic>
              <p:nvPicPr>
                <p:cNvPr id="74" name="Inkt 73">
                  <a:extLst>
                    <a:ext uri="{FF2B5EF4-FFF2-40B4-BE49-F238E27FC236}">
                      <a16:creationId xmlns:a16="http://schemas.microsoft.com/office/drawing/2014/main" id="{86980B5B-A615-B396-EF30-35F920FDD76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953779" y="2548857"/>
                  <a:ext cx="143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t 74">
                  <a:extLst>
                    <a:ext uri="{FF2B5EF4-FFF2-40B4-BE49-F238E27FC236}">
                      <a16:creationId xmlns:a16="http://schemas.microsoft.com/office/drawing/2014/main" id="{7D73D5D4-C8EB-C465-097F-0AF7C5968EE8}"/>
                    </a:ext>
                  </a:extLst>
                </p14:cNvPr>
                <p14:cNvContentPartPr/>
                <p14:nvPr/>
              </p14:nvContentPartPr>
              <p14:xfrm>
                <a:off x="7230619" y="2554257"/>
                <a:ext cx="23400" cy="163440"/>
              </p14:xfrm>
            </p:contentPart>
          </mc:Choice>
          <mc:Fallback xmlns="">
            <p:pic>
              <p:nvPicPr>
                <p:cNvPr id="75" name="Inkt 74">
                  <a:extLst>
                    <a:ext uri="{FF2B5EF4-FFF2-40B4-BE49-F238E27FC236}">
                      <a16:creationId xmlns:a16="http://schemas.microsoft.com/office/drawing/2014/main" id="{7D73D5D4-C8EB-C465-097F-0AF7C5968EE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21619" y="2545617"/>
                  <a:ext cx="41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41" name="Inkt 40">
                  <a:extLst>
                    <a:ext uri="{FF2B5EF4-FFF2-40B4-BE49-F238E27FC236}">
                      <a16:creationId xmlns:a16="http://schemas.microsoft.com/office/drawing/2014/main" id="{DFB0178D-AFB9-717D-D041-47EFD3324671}"/>
                    </a:ext>
                  </a:extLst>
                </p14:cNvPr>
                <p14:cNvContentPartPr/>
                <p14:nvPr/>
              </p14:nvContentPartPr>
              <p14:xfrm>
                <a:off x="3257659" y="2321697"/>
                <a:ext cx="195840" cy="221040"/>
              </p14:xfrm>
            </p:contentPart>
          </mc:Choice>
          <mc:Fallback xmlns="">
            <p:pic>
              <p:nvPicPr>
                <p:cNvPr id="41" name="Inkt 40">
                  <a:extLst>
                    <a:ext uri="{FF2B5EF4-FFF2-40B4-BE49-F238E27FC236}">
                      <a16:creationId xmlns:a16="http://schemas.microsoft.com/office/drawing/2014/main" id="{DFB0178D-AFB9-717D-D041-47EFD332467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248659" y="2312697"/>
                  <a:ext cx="213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42" name="Inkt 41">
                  <a:extLst>
                    <a:ext uri="{FF2B5EF4-FFF2-40B4-BE49-F238E27FC236}">
                      <a16:creationId xmlns:a16="http://schemas.microsoft.com/office/drawing/2014/main" id="{D8CE5B95-E7A0-DB5E-303C-60FCB0089AA2}"/>
                    </a:ext>
                  </a:extLst>
                </p14:cNvPr>
                <p14:cNvContentPartPr/>
                <p14:nvPr/>
              </p14:nvContentPartPr>
              <p14:xfrm>
                <a:off x="3490219" y="2403057"/>
                <a:ext cx="150120" cy="101880"/>
              </p14:xfrm>
            </p:contentPart>
          </mc:Choice>
          <mc:Fallback xmlns="">
            <p:pic>
              <p:nvPicPr>
                <p:cNvPr id="42" name="Inkt 41">
                  <a:extLst>
                    <a:ext uri="{FF2B5EF4-FFF2-40B4-BE49-F238E27FC236}">
                      <a16:creationId xmlns:a16="http://schemas.microsoft.com/office/drawing/2014/main" id="{D8CE5B95-E7A0-DB5E-303C-60FCB0089AA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481579" y="2394057"/>
                  <a:ext cx="167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3" name="Inkt 42">
                  <a:extLst>
                    <a:ext uri="{FF2B5EF4-FFF2-40B4-BE49-F238E27FC236}">
                      <a16:creationId xmlns:a16="http://schemas.microsoft.com/office/drawing/2014/main" id="{5EDB0A71-F92F-32CB-A07E-4C2EBA8C9EE8}"/>
                    </a:ext>
                  </a:extLst>
                </p14:cNvPr>
                <p14:cNvContentPartPr/>
                <p14:nvPr/>
              </p14:nvContentPartPr>
              <p14:xfrm>
                <a:off x="3696859" y="2419617"/>
                <a:ext cx="133560" cy="118080"/>
              </p14:xfrm>
            </p:contentPart>
          </mc:Choice>
          <mc:Fallback xmlns="">
            <p:pic>
              <p:nvPicPr>
                <p:cNvPr id="43" name="Inkt 42">
                  <a:extLst>
                    <a:ext uri="{FF2B5EF4-FFF2-40B4-BE49-F238E27FC236}">
                      <a16:creationId xmlns:a16="http://schemas.microsoft.com/office/drawing/2014/main" id="{5EDB0A71-F92F-32CB-A07E-4C2EBA8C9EE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87859" y="2410977"/>
                  <a:ext cx="151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t 75">
                  <a:extLst>
                    <a:ext uri="{FF2B5EF4-FFF2-40B4-BE49-F238E27FC236}">
                      <a16:creationId xmlns:a16="http://schemas.microsoft.com/office/drawing/2014/main" id="{6FF1B7BE-AAB6-A976-71BF-CEDCC416345F}"/>
                    </a:ext>
                  </a:extLst>
                </p14:cNvPr>
                <p14:cNvContentPartPr/>
                <p14:nvPr/>
              </p14:nvContentPartPr>
              <p14:xfrm>
                <a:off x="3806659" y="2734257"/>
                <a:ext cx="941760" cy="236160"/>
              </p14:xfrm>
            </p:contentPart>
          </mc:Choice>
          <mc:Fallback xmlns="">
            <p:pic>
              <p:nvPicPr>
                <p:cNvPr id="76" name="Inkt 75">
                  <a:extLst>
                    <a:ext uri="{FF2B5EF4-FFF2-40B4-BE49-F238E27FC236}">
                      <a16:creationId xmlns:a16="http://schemas.microsoft.com/office/drawing/2014/main" id="{6FF1B7BE-AAB6-A976-71BF-CEDCC416345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798019" y="2725617"/>
                  <a:ext cx="959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t 76">
                  <a:extLst>
                    <a:ext uri="{FF2B5EF4-FFF2-40B4-BE49-F238E27FC236}">
                      <a16:creationId xmlns:a16="http://schemas.microsoft.com/office/drawing/2014/main" id="{EA383DDE-F225-5A4A-2BBC-C76DE6A584F9}"/>
                    </a:ext>
                  </a:extLst>
                </p14:cNvPr>
                <p14:cNvContentPartPr/>
                <p14:nvPr/>
              </p14:nvContentPartPr>
              <p14:xfrm>
                <a:off x="4700539" y="2836497"/>
                <a:ext cx="83880" cy="57960"/>
              </p14:xfrm>
            </p:contentPart>
          </mc:Choice>
          <mc:Fallback xmlns="">
            <p:pic>
              <p:nvPicPr>
                <p:cNvPr id="77" name="Inkt 76">
                  <a:extLst>
                    <a:ext uri="{FF2B5EF4-FFF2-40B4-BE49-F238E27FC236}">
                      <a16:creationId xmlns:a16="http://schemas.microsoft.com/office/drawing/2014/main" id="{EA383DDE-F225-5A4A-2BBC-C76DE6A584F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91899" y="2827857"/>
                  <a:ext cx="1015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t 77">
                  <a:extLst>
                    <a:ext uri="{FF2B5EF4-FFF2-40B4-BE49-F238E27FC236}">
                      <a16:creationId xmlns:a16="http://schemas.microsoft.com/office/drawing/2014/main" id="{2606D0C0-AB31-FBFB-4F30-A7BEC3D78D53}"/>
                    </a:ext>
                  </a:extLst>
                </p14:cNvPr>
                <p14:cNvContentPartPr/>
                <p14:nvPr/>
              </p14:nvContentPartPr>
              <p14:xfrm>
                <a:off x="4131379" y="2670177"/>
                <a:ext cx="59040" cy="57960"/>
              </p14:xfrm>
            </p:contentPart>
          </mc:Choice>
          <mc:Fallback xmlns="">
            <p:pic>
              <p:nvPicPr>
                <p:cNvPr id="78" name="Inkt 77">
                  <a:extLst>
                    <a:ext uri="{FF2B5EF4-FFF2-40B4-BE49-F238E27FC236}">
                      <a16:creationId xmlns:a16="http://schemas.microsoft.com/office/drawing/2014/main" id="{2606D0C0-AB31-FBFB-4F30-A7BEC3D78D5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122739" y="2661537"/>
                  <a:ext cx="76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1" name="Inkt 80">
                  <a:extLst>
                    <a:ext uri="{FF2B5EF4-FFF2-40B4-BE49-F238E27FC236}">
                      <a16:creationId xmlns:a16="http://schemas.microsoft.com/office/drawing/2014/main" id="{283E4DC2-3A86-5340-5595-ADDDFC79B43E}"/>
                    </a:ext>
                  </a:extLst>
                </p14:cNvPr>
                <p14:cNvContentPartPr/>
                <p14:nvPr/>
              </p14:nvContentPartPr>
              <p14:xfrm>
                <a:off x="4127779" y="2680977"/>
                <a:ext cx="84960" cy="46080"/>
              </p14:xfrm>
            </p:contentPart>
          </mc:Choice>
          <mc:Fallback xmlns="">
            <p:pic>
              <p:nvPicPr>
                <p:cNvPr id="81" name="Inkt 80">
                  <a:extLst>
                    <a:ext uri="{FF2B5EF4-FFF2-40B4-BE49-F238E27FC236}">
                      <a16:creationId xmlns:a16="http://schemas.microsoft.com/office/drawing/2014/main" id="{283E4DC2-3A86-5340-5595-ADDDFC79B43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18779" y="2671977"/>
                  <a:ext cx="102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7" name="Inkt 136">
                  <a:extLst>
                    <a:ext uri="{FF2B5EF4-FFF2-40B4-BE49-F238E27FC236}">
                      <a16:creationId xmlns:a16="http://schemas.microsoft.com/office/drawing/2014/main" id="{6E020F09-6E0F-1269-06CA-A08D75F9A0D7}"/>
                    </a:ext>
                  </a:extLst>
                </p14:cNvPr>
                <p14:cNvContentPartPr/>
                <p14:nvPr/>
              </p14:nvContentPartPr>
              <p14:xfrm>
                <a:off x="4314619" y="2605737"/>
                <a:ext cx="114480" cy="74880"/>
              </p14:xfrm>
            </p:contentPart>
          </mc:Choice>
          <mc:Fallback xmlns="">
            <p:pic>
              <p:nvPicPr>
                <p:cNvPr id="137" name="Inkt 136">
                  <a:extLst>
                    <a:ext uri="{FF2B5EF4-FFF2-40B4-BE49-F238E27FC236}">
                      <a16:creationId xmlns:a16="http://schemas.microsoft.com/office/drawing/2014/main" id="{6E020F09-6E0F-1269-06CA-A08D75F9A0D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05619" y="2596737"/>
                  <a:ext cx="132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8" name="Inkt 137">
                  <a:extLst>
                    <a:ext uri="{FF2B5EF4-FFF2-40B4-BE49-F238E27FC236}">
                      <a16:creationId xmlns:a16="http://schemas.microsoft.com/office/drawing/2014/main" id="{88F6A5D0-2427-7F0E-48EF-6E5AA3B2E33E}"/>
                    </a:ext>
                  </a:extLst>
                </p14:cNvPr>
                <p14:cNvContentPartPr/>
                <p14:nvPr/>
              </p14:nvContentPartPr>
              <p14:xfrm>
                <a:off x="4471579" y="2668377"/>
                <a:ext cx="9360" cy="41040"/>
              </p14:xfrm>
            </p:contentPart>
          </mc:Choice>
          <mc:Fallback xmlns="">
            <p:pic>
              <p:nvPicPr>
                <p:cNvPr id="138" name="Inkt 137">
                  <a:extLst>
                    <a:ext uri="{FF2B5EF4-FFF2-40B4-BE49-F238E27FC236}">
                      <a16:creationId xmlns:a16="http://schemas.microsoft.com/office/drawing/2014/main" id="{88F6A5D0-2427-7F0E-48EF-6E5AA3B2E33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62939" y="2659377"/>
                  <a:ext cx="27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9" name="Inkt 138">
                  <a:extLst>
                    <a:ext uri="{FF2B5EF4-FFF2-40B4-BE49-F238E27FC236}">
                      <a16:creationId xmlns:a16="http://schemas.microsoft.com/office/drawing/2014/main" id="{FC17AEC3-271C-E319-4698-AD4E38D2943B}"/>
                    </a:ext>
                  </a:extLst>
                </p14:cNvPr>
                <p14:cNvContentPartPr/>
                <p14:nvPr/>
              </p14:nvContentPartPr>
              <p14:xfrm>
                <a:off x="4515859" y="2614017"/>
                <a:ext cx="60840" cy="86040"/>
              </p14:xfrm>
            </p:contentPart>
          </mc:Choice>
          <mc:Fallback xmlns="">
            <p:pic>
              <p:nvPicPr>
                <p:cNvPr id="139" name="Inkt 138">
                  <a:extLst>
                    <a:ext uri="{FF2B5EF4-FFF2-40B4-BE49-F238E27FC236}">
                      <a16:creationId xmlns:a16="http://schemas.microsoft.com/office/drawing/2014/main" id="{FC17AEC3-271C-E319-4698-AD4E38D2943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06859" y="2605377"/>
                  <a:ext cx="78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40" name="Inkt 139">
                  <a:extLst>
                    <a:ext uri="{FF2B5EF4-FFF2-40B4-BE49-F238E27FC236}">
                      <a16:creationId xmlns:a16="http://schemas.microsoft.com/office/drawing/2014/main" id="{FB43DCB8-8EF1-0D88-90E0-803C68E91CBA}"/>
                    </a:ext>
                  </a:extLst>
                </p14:cNvPr>
                <p14:cNvContentPartPr/>
                <p14:nvPr/>
              </p14:nvContentPartPr>
              <p14:xfrm>
                <a:off x="5654539" y="2837577"/>
                <a:ext cx="1050840" cy="289080"/>
              </p14:xfrm>
            </p:contentPart>
          </mc:Choice>
          <mc:Fallback xmlns="">
            <p:pic>
              <p:nvPicPr>
                <p:cNvPr id="140" name="Inkt 139">
                  <a:extLst>
                    <a:ext uri="{FF2B5EF4-FFF2-40B4-BE49-F238E27FC236}">
                      <a16:creationId xmlns:a16="http://schemas.microsoft.com/office/drawing/2014/main" id="{FB43DCB8-8EF1-0D88-90E0-803C68E91CB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45899" y="2828577"/>
                  <a:ext cx="1068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1" name="Inkt 140">
                  <a:extLst>
                    <a:ext uri="{FF2B5EF4-FFF2-40B4-BE49-F238E27FC236}">
                      <a16:creationId xmlns:a16="http://schemas.microsoft.com/office/drawing/2014/main" id="{D0B09828-474F-1AE2-82EE-36CF8841BB6F}"/>
                    </a:ext>
                  </a:extLst>
                </p14:cNvPr>
                <p14:cNvContentPartPr/>
                <p14:nvPr/>
              </p14:nvContentPartPr>
              <p14:xfrm>
                <a:off x="6663259" y="2928657"/>
                <a:ext cx="86760" cy="79200"/>
              </p14:xfrm>
            </p:contentPart>
          </mc:Choice>
          <mc:Fallback xmlns="">
            <p:pic>
              <p:nvPicPr>
                <p:cNvPr id="141" name="Inkt 140">
                  <a:extLst>
                    <a:ext uri="{FF2B5EF4-FFF2-40B4-BE49-F238E27FC236}">
                      <a16:creationId xmlns:a16="http://schemas.microsoft.com/office/drawing/2014/main" id="{D0B09828-474F-1AE2-82EE-36CF8841BB6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654259" y="2919657"/>
                  <a:ext cx="104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6" name="Inkt 145">
                  <a:extLst>
                    <a:ext uri="{FF2B5EF4-FFF2-40B4-BE49-F238E27FC236}">
                      <a16:creationId xmlns:a16="http://schemas.microsoft.com/office/drawing/2014/main" id="{7D9DE076-443C-2CC1-E2C8-802BD714EEA6}"/>
                    </a:ext>
                  </a:extLst>
                </p14:cNvPr>
                <p14:cNvContentPartPr/>
                <p14:nvPr/>
              </p14:nvContentPartPr>
              <p14:xfrm>
                <a:off x="5993659" y="2687817"/>
                <a:ext cx="137160" cy="111600"/>
              </p14:xfrm>
            </p:contentPart>
          </mc:Choice>
          <mc:Fallback xmlns="">
            <p:pic>
              <p:nvPicPr>
                <p:cNvPr id="146" name="Inkt 145">
                  <a:extLst>
                    <a:ext uri="{FF2B5EF4-FFF2-40B4-BE49-F238E27FC236}">
                      <a16:creationId xmlns:a16="http://schemas.microsoft.com/office/drawing/2014/main" id="{7D9DE076-443C-2CC1-E2C8-802BD714EEA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84659" y="2679177"/>
                  <a:ext cx="154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7" name="Inkt 146">
                  <a:extLst>
                    <a:ext uri="{FF2B5EF4-FFF2-40B4-BE49-F238E27FC236}">
                      <a16:creationId xmlns:a16="http://schemas.microsoft.com/office/drawing/2014/main" id="{616DBBD2-96F2-2259-D3E6-1185C6099EF7}"/>
                    </a:ext>
                  </a:extLst>
                </p14:cNvPr>
                <p14:cNvContentPartPr/>
                <p14:nvPr/>
              </p14:nvContentPartPr>
              <p14:xfrm>
                <a:off x="6182659" y="2787537"/>
                <a:ext cx="30600" cy="38880"/>
              </p14:xfrm>
            </p:contentPart>
          </mc:Choice>
          <mc:Fallback xmlns="">
            <p:pic>
              <p:nvPicPr>
                <p:cNvPr id="147" name="Inkt 146">
                  <a:extLst>
                    <a:ext uri="{FF2B5EF4-FFF2-40B4-BE49-F238E27FC236}">
                      <a16:creationId xmlns:a16="http://schemas.microsoft.com/office/drawing/2014/main" id="{616DBBD2-96F2-2259-D3E6-1185C6099EF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174019" y="2778897"/>
                  <a:ext cx="48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8" name="Inkt 147">
                  <a:extLst>
                    <a:ext uri="{FF2B5EF4-FFF2-40B4-BE49-F238E27FC236}">
                      <a16:creationId xmlns:a16="http://schemas.microsoft.com/office/drawing/2014/main" id="{22889511-91B6-1492-BEDF-30069C445323}"/>
                    </a:ext>
                  </a:extLst>
                </p14:cNvPr>
                <p14:cNvContentPartPr/>
                <p14:nvPr/>
              </p14:nvContentPartPr>
              <p14:xfrm>
                <a:off x="6276259" y="2719137"/>
                <a:ext cx="47160" cy="103320"/>
              </p14:xfrm>
            </p:contentPart>
          </mc:Choice>
          <mc:Fallback xmlns="">
            <p:pic>
              <p:nvPicPr>
                <p:cNvPr id="148" name="Inkt 147">
                  <a:extLst>
                    <a:ext uri="{FF2B5EF4-FFF2-40B4-BE49-F238E27FC236}">
                      <a16:creationId xmlns:a16="http://schemas.microsoft.com/office/drawing/2014/main" id="{22889511-91B6-1492-BEDF-30069C44532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67259" y="2710497"/>
                  <a:ext cx="64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9" name="Inkt 148">
                  <a:extLst>
                    <a:ext uri="{FF2B5EF4-FFF2-40B4-BE49-F238E27FC236}">
                      <a16:creationId xmlns:a16="http://schemas.microsoft.com/office/drawing/2014/main" id="{B0876F3C-528B-1BA1-E263-8E91F076C0F1}"/>
                    </a:ext>
                  </a:extLst>
                </p14:cNvPr>
                <p14:cNvContentPartPr/>
                <p14:nvPr/>
              </p14:nvContentPartPr>
              <p14:xfrm>
                <a:off x="5880619" y="2767737"/>
                <a:ext cx="80640" cy="85320"/>
              </p14:xfrm>
            </p:contentPart>
          </mc:Choice>
          <mc:Fallback xmlns="">
            <p:pic>
              <p:nvPicPr>
                <p:cNvPr id="149" name="Inkt 148">
                  <a:extLst>
                    <a:ext uri="{FF2B5EF4-FFF2-40B4-BE49-F238E27FC236}">
                      <a16:creationId xmlns:a16="http://schemas.microsoft.com/office/drawing/2014/main" id="{B0876F3C-528B-1BA1-E263-8E91F076C0F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71619" y="2759097"/>
                  <a:ext cx="98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50" name="Inkt 149">
                  <a:extLst>
                    <a:ext uri="{FF2B5EF4-FFF2-40B4-BE49-F238E27FC236}">
                      <a16:creationId xmlns:a16="http://schemas.microsoft.com/office/drawing/2014/main" id="{408DEC01-8A3B-D42E-877D-A6B84E8086CF}"/>
                    </a:ext>
                  </a:extLst>
                </p14:cNvPr>
                <p14:cNvContentPartPr/>
                <p14:nvPr/>
              </p14:nvContentPartPr>
              <p14:xfrm>
                <a:off x="5887099" y="2794737"/>
                <a:ext cx="77040" cy="50760"/>
              </p14:xfrm>
            </p:contentPart>
          </mc:Choice>
          <mc:Fallback xmlns="">
            <p:pic>
              <p:nvPicPr>
                <p:cNvPr id="150" name="Inkt 149">
                  <a:extLst>
                    <a:ext uri="{FF2B5EF4-FFF2-40B4-BE49-F238E27FC236}">
                      <a16:creationId xmlns:a16="http://schemas.microsoft.com/office/drawing/2014/main" id="{408DEC01-8A3B-D42E-877D-A6B84E8086C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78099" y="2786097"/>
                  <a:ext cx="94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3" name="Inkt 152">
                  <a:extLst>
                    <a:ext uri="{FF2B5EF4-FFF2-40B4-BE49-F238E27FC236}">
                      <a16:creationId xmlns:a16="http://schemas.microsoft.com/office/drawing/2014/main" id="{029D4C2A-60F4-68AB-DA2D-06FF8A08D93D}"/>
                    </a:ext>
                  </a:extLst>
                </p14:cNvPr>
                <p14:cNvContentPartPr/>
                <p14:nvPr/>
              </p14:nvContentPartPr>
              <p14:xfrm>
                <a:off x="3627379" y="2891217"/>
                <a:ext cx="3125520" cy="671760"/>
              </p14:xfrm>
            </p:contentPart>
          </mc:Choice>
          <mc:Fallback xmlns="">
            <p:pic>
              <p:nvPicPr>
                <p:cNvPr id="153" name="Inkt 152">
                  <a:extLst>
                    <a:ext uri="{FF2B5EF4-FFF2-40B4-BE49-F238E27FC236}">
                      <a16:creationId xmlns:a16="http://schemas.microsoft.com/office/drawing/2014/main" id="{029D4C2A-60F4-68AB-DA2D-06FF8A08D93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618379" y="2882217"/>
                  <a:ext cx="3143160" cy="6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4" name="Inkt 153">
                  <a:extLst>
                    <a:ext uri="{FF2B5EF4-FFF2-40B4-BE49-F238E27FC236}">
                      <a16:creationId xmlns:a16="http://schemas.microsoft.com/office/drawing/2014/main" id="{8B22ECE3-7A09-E51D-91AC-052D9132453C}"/>
                    </a:ext>
                  </a:extLst>
                </p14:cNvPr>
                <p14:cNvContentPartPr/>
                <p14:nvPr/>
              </p14:nvContentPartPr>
              <p14:xfrm>
                <a:off x="6660739" y="3183897"/>
                <a:ext cx="113760" cy="114840"/>
              </p14:xfrm>
            </p:contentPart>
          </mc:Choice>
          <mc:Fallback xmlns="">
            <p:pic>
              <p:nvPicPr>
                <p:cNvPr id="154" name="Inkt 153">
                  <a:extLst>
                    <a:ext uri="{FF2B5EF4-FFF2-40B4-BE49-F238E27FC236}">
                      <a16:creationId xmlns:a16="http://schemas.microsoft.com/office/drawing/2014/main" id="{8B22ECE3-7A09-E51D-91AC-052D9132453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51739" y="3175257"/>
                  <a:ext cx="1314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55" name="Inkt 154">
                  <a:extLst>
                    <a:ext uri="{FF2B5EF4-FFF2-40B4-BE49-F238E27FC236}">
                      <a16:creationId xmlns:a16="http://schemas.microsoft.com/office/drawing/2014/main" id="{917D144B-6B38-0315-CA4A-147E73339E97}"/>
                    </a:ext>
                  </a:extLst>
                </p14:cNvPr>
                <p14:cNvContentPartPr/>
                <p14:nvPr/>
              </p14:nvContentPartPr>
              <p14:xfrm>
                <a:off x="5266099" y="3320697"/>
                <a:ext cx="204480" cy="95400"/>
              </p14:xfrm>
            </p:contentPart>
          </mc:Choice>
          <mc:Fallback xmlns="">
            <p:pic>
              <p:nvPicPr>
                <p:cNvPr id="155" name="Inkt 154">
                  <a:extLst>
                    <a:ext uri="{FF2B5EF4-FFF2-40B4-BE49-F238E27FC236}">
                      <a16:creationId xmlns:a16="http://schemas.microsoft.com/office/drawing/2014/main" id="{917D144B-6B38-0315-CA4A-147E73339E9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57459" y="3312057"/>
                  <a:ext cx="222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56" name="Inkt 155">
                  <a:extLst>
                    <a:ext uri="{FF2B5EF4-FFF2-40B4-BE49-F238E27FC236}">
                      <a16:creationId xmlns:a16="http://schemas.microsoft.com/office/drawing/2014/main" id="{6420794E-C857-EB0B-3AF9-7609EEB9E0D2}"/>
                    </a:ext>
                  </a:extLst>
                </p14:cNvPr>
                <p14:cNvContentPartPr/>
                <p14:nvPr/>
              </p14:nvContentPartPr>
              <p14:xfrm>
                <a:off x="5520979" y="3393777"/>
                <a:ext cx="26640" cy="47160"/>
              </p14:xfrm>
            </p:contentPart>
          </mc:Choice>
          <mc:Fallback xmlns="">
            <p:pic>
              <p:nvPicPr>
                <p:cNvPr id="156" name="Inkt 155">
                  <a:extLst>
                    <a:ext uri="{FF2B5EF4-FFF2-40B4-BE49-F238E27FC236}">
                      <a16:creationId xmlns:a16="http://schemas.microsoft.com/office/drawing/2014/main" id="{6420794E-C857-EB0B-3AF9-7609EEB9E0D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511979" y="3385137"/>
                  <a:ext cx="44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57" name="Inkt 156">
                  <a:extLst>
                    <a:ext uri="{FF2B5EF4-FFF2-40B4-BE49-F238E27FC236}">
                      <a16:creationId xmlns:a16="http://schemas.microsoft.com/office/drawing/2014/main" id="{45D5CFFC-40CA-8F4B-0AF1-5FF124AF1C15}"/>
                    </a:ext>
                  </a:extLst>
                </p14:cNvPr>
                <p14:cNvContentPartPr/>
                <p14:nvPr/>
              </p14:nvContentPartPr>
              <p14:xfrm>
                <a:off x="5623219" y="3306297"/>
                <a:ext cx="51480" cy="124200"/>
              </p14:xfrm>
            </p:contentPart>
          </mc:Choice>
          <mc:Fallback xmlns="">
            <p:pic>
              <p:nvPicPr>
                <p:cNvPr id="157" name="Inkt 156">
                  <a:extLst>
                    <a:ext uri="{FF2B5EF4-FFF2-40B4-BE49-F238E27FC236}">
                      <a16:creationId xmlns:a16="http://schemas.microsoft.com/office/drawing/2014/main" id="{45D5CFFC-40CA-8F4B-0AF1-5FF124AF1C1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614579" y="3297657"/>
                  <a:ext cx="69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58" name="Inkt 157">
                  <a:extLst>
                    <a:ext uri="{FF2B5EF4-FFF2-40B4-BE49-F238E27FC236}">
                      <a16:creationId xmlns:a16="http://schemas.microsoft.com/office/drawing/2014/main" id="{418B4FCF-E25C-A107-58D4-94BC6428ED4B}"/>
                    </a:ext>
                  </a:extLst>
                </p14:cNvPr>
                <p14:cNvContentPartPr/>
                <p14:nvPr/>
              </p14:nvContentPartPr>
              <p14:xfrm>
                <a:off x="5195899" y="3282897"/>
                <a:ext cx="84600" cy="147960"/>
              </p14:xfrm>
            </p:contentPart>
          </mc:Choice>
          <mc:Fallback xmlns="">
            <p:pic>
              <p:nvPicPr>
                <p:cNvPr id="158" name="Inkt 157">
                  <a:extLst>
                    <a:ext uri="{FF2B5EF4-FFF2-40B4-BE49-F238E27FC236}">
                      <a16:creationId xmlns:a16="http://schemas.microsoft.com/office/drawing/2014/main" id="{418B4FCF-E25C-A107-58D4-94BC6428ED4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87259" y="3273897"/>
                  <a:ext cx="102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61" name="Inkt 160">
                  <a:extLst>
                    <a:ext uri="{FF2B5EF4-FFF2-40B4-BE49-F238E27FC236}">
                      <a16:creationId xmlns:a16="http://schemas.microsoft.com/office/drawing/2014/main" id="{38AA3C5D-C58F-09FB-1D25-F572DB3EA278}"/>
                    </a:ext>
                  </a:extLst>
                </p14:cNvPr>
                <p14:cNvContentPartPr/>
                <p14:nvPr/>
              </p14:nvContentPartPr>
              <p14:xfrm>
                <a:off x="5805739" y="3276057"/>
                <a:ext cx="73440" cy="204840"/>
              </p14:xfrm>
            </p:contentPart>
          </mc:Choice>
          <mc:Fallback xmlns="">
            <p:pic>
              <p:nvPicPr>
                <p:cNvPr id="161" name="Inkt 160">
                  <a:extLst>
                    <a:ext uri="{FF2B5EF4-FFF2-40B4-BE49-F238E27FC236}">
                      <a16:creationId xmlns:a16="http://schemas.microsoft.com/office/drawing/2014/main" id="{38AA3C5D-C58F-09FB-1D25-F572DB3EA27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797099" y="3267417"/>
                  <a:ext cx="91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64" name="Inkt 163">
                  <a:extLst>
                    <a:ext uri="{FF2B5EF4-FFF2-40B4-BE49-F238E27FC236}">
                      <a16:creationId xmlns:a16="http://schemas.microsoft.com/office/drawing/2014/main" id="{8F4EC9A2-8D8E-66D9-DEA9-762B85D7B537}"/>
                    </a:ext>
                  </a:extLst>
                </p14:cNvPr>
                <p14:cNvContentPartPr/>
                <p14:nvPr/>
              </p14:nvContentPartPr>
              <p14:xfrm>
                <a:off x="5913379" y="3176697"/>
                <a:ext cx="87120" cy="109800"/>
              </p14:xfrm>
            </p:contentPart>
          </mc:Choice>
          <mc:Fallback xmlns="">
            <p:pic>
              <p:nvPicPr>
                <p:cNvPr id="164" name="Inkt 163">
                  <a:extLst>
                    <a:ext uri="{FF2B5EF4-FFF2-40B4-BE49-F238E27FC236}">
                      <a16:creationId xmlns:a16="http://schemas.microsoft.com/office/drawing/2014/main" id="{8F4EC9A2-8D8E-66D9-DEA9-762B85D7B53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904739" y="3167697"/>
                  <a:ext cx="1047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67" name="Inkt 166">
                  <a:extLst>
                    <a:ext uri="{FF2B5EF4-FFF2-40B4-BE49-F238E27FC236}">
                      <a16:creationId xmlns:a16="http://schemas.microsoft.com/office/drawing/2014/main" id="{EA130A1E-F161-17EC-E9F2-E320A94A623D}"/>
                    </a:ext>
                  </a:extLst>
                </p14:cNvPr>
                <p14:cNvContentPartPr/>
                <p14:nvPr/>
              </p14:nvContentPartPr>
              <p14:xfrm>
                <a:off x="5909779" y="3178137"/>
                <a:ext cx="52560" cy="30600"/>
              </p14:xfrm>
            </p:contentPart>
          </mc:Choice>
          <mc:Fallback xmlns="">
            <p:pic>
              <p:nvPicPr>
                <p:cNvPr id="167" name="Inkt 166">
                  <a:extLst>
                    <a:ext uri="{FF2B5EF4-FFF2-40B4-BE49-F238E27FC236}">
                      <a16:creationId xmlns:a16="http://schemas.microsoft.com/office/drawing/2014/main" id="{EA130A1E-F161-17EC-E9F2-E320A94A623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901139" y="3169137"/>
                  <a:ext cx="7020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6" name="Inkt 115">
                <a:extLst>
                  <a:ext uri="{FF2B5EF4-FFF2-40B4-BE49-F238E27FC236}">
                    <a16:creationId xmlns:a16="http://schemas.microsoft.com/office/drawing/2014/main" id="{5DA6A5B8-B1CE-9875-95DA-5975C80F85CC}"/>
                  </a:ext>
                </a:extLst>
              </p14:cNvPr>
              <p14:cNvContentPartPr/>
              <p14:nvPr/>
            </p14:nvContentPartPr>
            <p14:xfrm>
              <a:off x="9203354" y="2020993"/>
              <a:ext cx="69930" cy="58050"/>
            </p14:xfrm>
          </p:contentPart>
        </mc:Choice>
        <mc:Fallback>
          <p:pic>
            <p:nvPicPr>
              <p:cNvPr id="116" name="Inkt 115">
                <a:extLst>
                  <a:ext uri="{FF2B5EF4-FFF2-40B4-BE49-F238E27FC236}">
                    <a16:creationId xmlns:a16="http://schemas.microsoft.com/office/drawing/2014/main" id="{5DA6A5B8-B1CE-9875-95DA-5975C80F85CC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9194389" y="2012035"/>
                <a:ext cx="87502" cy="75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7" name="Inkt 116">
                <a:extLst>
                  <a:ext uri="{FF2B5EF4-FFF2-40B4-BE49-F238E27FC236}">
                    <a16:creationId xmlns:a16="http://schemas.microsoft.com/office/drawing/2014/main" id="{BBF71617-1608-32A5-888F-1C3BAFF20960}"/>
                  </a:ext>
                </a:extLst>
              </p14:cNvPr>
              <p14:cNvContentPartPr/>
              <p14:nvPr/>
            </p14:nvContentPartPr>
            <p14:xfrm>
              <a:off x="9300284" y="2075263"/>
              <a:ext cx="14580" cy="35370"/>
            </p14:xfrm>
          </p:contentPart>
        </mc:Choice>
        <mc:Fallback>
          <p:pic>
            <p:nvPicPr>
              <p:cNvPr id="117" name="Inkt 116">
                <a:extLst>
                  <a:ext uri="{FF2B5EF4-FFF2-40B4-BE49-F238E27FC236}">
                    <a16:creationId xmlns:a16="http://schemas.microsoft.com/office/drawing/2014/main" id="{BBF71617-1608-32A5-888F-1C3BAFF20960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291605" y="2066331"/>
                <a:ext cx="31590" cy="52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9" name="Inkt 118">
                <a:extLst>
                  <a:ext uri="{FF2B5EF4-FFF2-40B4-BE49-F238E27FC236}">
                    <a16:creationId xmlns:a16="http://schemas.microsoft.com/office/drawing/2014/main" id="{66772C29-E65F-51DC-628E-AE27F6F7BC56}"/>
                  </a:ext>
                </a:extLst>
              </p14:cNvPr>
              <p14:cNvContentPartPr/>
              <p14:nvPr/>
            </p14:nvContentPartPr>
            <p14:xfrm>
              <a:off x="9491984" y="2042053"/>
              <a:ext cx="5400" cy="57240"/>
            </p14:xfrm>
          </p:contentPart>
        </mc:Choice>
        <mc:Fallback>
          <p:pic>
            <p:nvPicPr>
              <p:cNvPr id="119" name="Inkt 118">
                <a:extLst>
                  <a:ext uri="{FF2B5EF4-FFF2-40B4-BE49-F238E27FC236}">
                    <a16:creationId xmlns:a16="http://schemas.microsoft.com/office/drawing/2014/main" id="{66772C29-E65F-51DC-628E-AE27F6F7BC5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482984" y="2033053"/>
                <a:ext cx="2304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ep 174">
            <a:extLst>
              <a:ext uri="{FF2B5EF4-FFF2-40B4-BE49-F238E27FC236}">
                <a16:creationId xmlns:a16="http://schemas.microsoft.com/office/drawing/2014/main" id="{88045CD2-A993-563F-AAD7-40E5ED9FCD51}"/>
              </a:ext>
            </a:extLst>
          </p:cNvPr>
          <p:cNvGrpSpPr/>
          <p:nvPr/>
        </p:nvGrpSpPr>
        <p:grpSpPr>
          <a:xfrm>
            <a:off x="8743814" y="1996153"/>
            <a:ext cx="347220" cy="73980"/>
            <a:chOff x="9626419" y="1518537"/>
            <a:chExt cx="46296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8" name="Inkt 107">
                  <a:extLst>
                    <a:ext uri="{FF2B5EF4-FFF2-40B4-BE49-F238E27FC236}">
                      <a16:creationId xmlns:a16="http://schemas.microsoft.com/office/drawing/2014/main" id="{6259A301-E55D-4D80-C996-A0A3FB5A6EBD}"/>
                    </a:ext>
                  </a:extLst>
                </p14:cNvPr>
                <p14:cNvContentPartPr/>
                <p14:nvPr/>
              </p14:nvContentPartPr>
              <p14:xfrm>
                <a:off x="9626419" y="1518537"/>
                <a:ext cx="79920" cy="73800"/>
              </p14:xfrm>
            </p:contentPart>
          </mc:Choice>
          <mc:Fallback xmlns="">
            <p:pic>
              <p:nvPicPr>
                <p:cNvPr id="108" name="Inkt 107">
                  <a:extLst>
                    <a:ext uri="{FF2B5EF4-FFF2-40B4-BE49-F238E27FC236}">
                      <a16:creationId xmlns:a16="http://schemas.microsoft.com/office/drawing/2014/main" id="{6259A301-E55D-4D80-C996-A0A3FB5A6EB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617419" y="1509897"/>
                  <a:ext cx="97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9" name="Inkt 108">
                  <a:extLst>
                    <a:ext uri="{FF2B5EF4-FFF2-40B4-BE49-F238E27FC236}">
                      <a16:creationId xmlns:a16="http://schemas.microsoft.com/office/drawing/2014/main" id="{A4ED0D04-B8D0-83AF-5B49-53D0919BEA8A}"/>
                    </a:ext>
                  </a:extLst>
                </p14:cNvPr>
                <p14:cNvContentPartPr/>
                <p14:nvPr/>
              </p14:nvContentPartPr>
              <p14:xfrm>
                <a:off x="9836659" y="1525017"/>
                <a:ext cx="41760" cy="80280"/>
              </p14:xfrm>
            </p:contentPart>
          </mc:Choice>
          <mc:Fallback xmlns="">
            <p:pic>
              <p:nvPicPr>
                <p:cNvPr id="109" name="Inkt 108">
                  <a:extLst>
                    <a:ext uri="{FF2B5EF4-FFF2-40B4-BE49-F238E27FC236}">
                      <a16:creationId xmlns:a16="http://schemas.microsoft.com/office/drawing/2014/main" id="{A4ED0D04-B8D0-83AF-5B49-53D0919BEA8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827659" y="1516017"/>
                  <a:ext cx="59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0" name="Inkt 109">
                  <a:extLst>
                    <a:ext uri="{FF2B5EF4-FFF2-40B4-BE49-F238E27FC236}">
                      <a16:creationId xmlns:a16="http://schemas.microsoft.com/office/drawing/2014/main" id="{0AA3BD47-DE87-3612-A6DD-28CBEBDC8E4C}"/>
                    </a:ext>
                  </a:extLst>
                </p14:cNvPr>
                <p14:cNvContentPartPr/>
                <p14:nvPr/>
              </p14:nvContentPartPr>
              <p14:xfrm>
                <a:off x="9814339" y="1546977"/>
                <a:ext cx="360" cy="360"/>
              </p14:xfrm>
            </p:contentPart>
          </mc:Choice>
          <mc:Fallback xmlns="">
            <p:pic>
              <p:nvPicPr>
                <p:cNvPr id="110" name="Inkt 109">
                  <a:extLst>
                    <a:ext uri="{FF2B5EF4-FFF2-40B4-BE49-F238E27FC236}">
                      <a16:creationId xmlns:a16="http://schemas.microsoft.com/office/drawing/2014/main" id="{0AA3BD47-DE87-3612-A6DD-28CBEBDC8E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05699" y="15383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t 110">
                  <a:extLst>
                    <a:ext uri="{FF2B5EF4-FFF2-40B4-BE49-F238E27FC236}">
                      <a16:creationId xmlns:a16="http://schemas.microsoft.com/office/drawing/2014/main" id="{0F6804B7-71B2-FA9F-B423-0139509DE1BE}"/>
                    </a:ext>
                  </a:extLst>
                </p14:cNvPr>
                <p14:cNvContentPartPr/>
                <p14:nvPr/>
              </p14:nvContentPartPr>
              <p14:xfrm>
                <a:off x="9906499" y="1601337"/>
                <a:ext cx="3240" cy="8640"/>
              </p14:xfrm>
            </p:contentPart>
          </mc:Choice>
          <mc:Fallback xmlns="">
            <p:pic>
              <p:nvPicPr>
                <p:cNvPr id="111" name="Inkt 110">
                  <a:extLst>
                    <a:ext uri="{FF2B5EF4-FFF2-40B4-BE49-F238E27FC236}">
                      <a16:creationId xmlns:a16="http://schemas.microsoft.com/office/drawing/2014/main" id="{0F6804B7-71B2-FA9F-B423-0139509DE1B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97859" y="1592697"/>
                  <a:ext cx="20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t 111">
                  <a:extLst>
                    <a:ext uri="{FF2B5EF4-FFF2-40B4-BE49-F238E27FC236}">
                      <a16:creationId xmlns:a16="http://schemas.microsoft.com/office/drawing/2014/main" id="{A5B726A1-7F4D-C513-F75B-430039BEA07D}"/>
                    </a:ext>
                  </a:extLst>
                </p14:cNvPr>
                <p14:cNvContentPartPr/>
                <p14:nvPr/>
              </p14:nvContentPartPr>
              <p14:xfrm>
                <a:off x="10005499" y="1563177"/>
                <a:ext cx="43920" cy="360"/>
              </p14:xfrm>
            </p:contentPart>
          </mc:Choice>
          <mc:Fallback xmlns="">
            <p:pic>
              <p:nvPicPr>
                <p:cNvPr id="112" name="Inkt 111">
                  <a:extLst>
                    <a:ext uri="{FF2B5EF4-FFF2-40B4-BE49-F238E27FC236}">
                      <a16:creationId xmlns:a16="http://schemas.microsoft.com/office/drawing/2014/main" id="{A5B726A1-7F4D-C513-F75B-430039BEA07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6859" y="1554177"/>
                  <a:ext cx="6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t 112">
                  <a:extLst>
                    <a:ext uri="{FF2B5EF4-FFF2-40B4-BE49-F238E27FC236}">
                      <a16:creationId xmlns:a16="http://schemas.microsoft.com/office/drawing/2014/main" id="{C7B85B79-F274-D147-DFA0-B06485972DDD}"/>
                    </a:ext>
                  </a:extLst>
                </p14:cNvPr>
                <p14:cNvContentPartPr/>
                <p14:nvPr/>
              </p14:nvContentPartPr>
              <p14:xfrm>
                <a:off x="10012339" y="1601697"/>
                <a:ext cx="77040" cy="3240"/>
              </p14:xfrm>
            </p:contentPart>
          </mc:Choice>
          <mc:Fallback xmlns="">
            <p:pic>
              <p:nvPicPr>
                <p:cNvPr id="113" name="Inkt 112">
                  <a:extLst>
                    <a:ext uri="{FF2B5EF4-FFF2-40B4-BE49-F238E27FC236}">
                      <a16:creationId xmlns:a16="http://schemas.microsoft.com/office/drawing/2014/main" id="{C7B85B79-F274-D147-DFA0-B06485972D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003339" y="1593057"/>
                  <a:ext cx="94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0" name="Inkt 169">
                  <a:extLst>
                    <a:ext uri="{FF2B5EF4-FFF2-40B4-BE49-F238E27FC236}">
                      <a16:creationId xmlns:a16="http://schemas.microsoft.com/office/drawing/2014/main" id="{5F5C6D4B-0CB0-185E-939D-D11AD19E8D2A}"/>
                    </a:ext>
                  </a:extLst>
                </p14:cNvPr>
                <p14:cNvContentPartPr/>
                <p14:nvPr/>
              </p14:nvContentPartPr>
              <p14:xfrm>
                <a:off x="9763579" y="1534737"/>
                <a:ext cx="47520" cy="82440"/>
              </p14:xfrm>
            </p:contentPart>
          </mc:Choice>
          <mc:Fallback xmlns="">
            <p:pic>
              <p:nvPicPr>
                <p:cNvPr id="170" name="Inkt 169">
                  <a:extLst>
                    <a:ext uri="{FF2B5EF4-FFF2-40B4-BE49-F238E27FC236}">
                      <a16:creationId xmlns:a16="http://schemas.microsoft.com/office/drawing/2014/main" id="{5F5C6D4B-0CB0-185E-939D-D11AD19E8D2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54579" y="1526097"/>
                  <a:ext cx="65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3" name="Inkt 172">
                  <a:extLst>
                    <a:ext uri="{FF2B5EF4-FFF2-40B4-BE49-F238E27FC236}">
                      <a16:creationId xmlns:a16="http://schemas.microsoft.com/office/drawing/2014/main" id="{5378C479-E216-72ED-F716-170A7EBBEA63}"/>
                    </a:ext>
                  </a:extLst>
                </p14:cNvPr>
                <p14:cNvContentPartPr/>
                <p14:nvPr/>
              </p14:nvContentPartPr>
              <p14:xfrm>
                <a:off x="9831619" y="1523217"/>
                <a:ext cx="360" cy="360"/>
              </p14:xfrm>
            </p:contentPart>
          </mc:Choice>
          <mc:Fallback xmlns="">
            <p:pic>
              <p:nvPicPr>
                <p:cNvPr id="173" name="Inkt 172">
                  <a:extLst>
                    <a:ext uri="{FF2B5EF4-FFF2-40B4-BE49-F238E27FC236}">
                      <a16:creationId xmlns:a16="http://schemas.microsoft.com/office/drawing/2014/main" id="{5378C479-E216-72ED-F716-170A7EBBEA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22979" y="15145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DF9897A-DBFE-78B2-9DD2-FBD3100378A8}"/>
              </a:ext>
            </a:extLst>
          </p:cNvPr>
          <p:cNvGrpSpPr/>
          <p:nvPr/>
        </p:nvGrpSpPr>
        <p:grpSpPr>
          <a:xfrm>
            <a:off x="9440684" y="2045833"/>
            <a:ext cx="171450" cy="47520"/>
            <a:chOff x="10555579" y="1584777"/>
            <a:chExt cx="228600" cy="6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76" name="Inkt 175">
                  <a:extLst>
                    <a:ext uri="{FF2B5EF4-FFF2-40B4-BE49-F238E27FC236}">
                      <a16:creationId xmlns:a16="http://schemas.microsoft.com/office/drawing/2014/main" id="{3F32C6F4-0628-7680-E021-CD6AE065BA99}"/>
                    </a:ext>
                  </a:extLst>
                </p14:cNvPr>
                <p14:cNvContentPartPr/>
                <p14:nvPr/>
              </p14:nvContentPartPr>
              <p14:xfrm>
                <a:off x="10555579" y="1584777"/>
                <a:ext cx="79560" cy="40320"/>
              </p14:xfrm>
            </p:contentPart>
          </mc:Choice>
          <mc:Fallback xmlns="">
            <p:pic>
              <p:nvPicPr>
                <p:cNvPr id="176" name="Inkt 175">
                  <a:extLst>
                    <a:ext uri="{FF2B5EF4-FFF2-40B4-BE49-F238E27FC236}">
                      <a16:creationId xmlns:a16="http://schemas.microsoft.com/office/drawing/2014/main" id="{3F32C6F4-0628-7680-E021-CD6AE065BA9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546939" y="1576137"/>
                  <a:ext cx="97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77" name="Inkt 176">
                  <a:extLst>
                    <a:ext uri="{FF2B5EF4-FFF2-40B4-BE49-F238E27FC236}">
                      <a16:creationId xmlns:a16="http://schemas.microsoft.com/office/drawing/2014/main" id="{B11C69D5-7797-7FFD-2573-913BE2D83E7B}"/>
                    </a:ext>
                  </a:extLst>
                </p14:cNvPr>
                <p14:cNvContentPartPr/>
                <p14:nvPr/>
              </p14:nvContentPartPr>
              <p14:xfrm>
                <a:off x="10710019" y="1587297"/>
                <a:ext cx="74160" cy="60840"/>
              </p14:xfrm>
            </p:contentPart>
          </mc:Choice>
          <mc:Fallback xmlns="">
            <p:pic>
              <p:nvPicPr>
                <p:cNvPr id="177" name="Inkt 176">
                  <a:extLst>
                    <a:ext uri="{FF2B5EF4-FFF2-40B4-BE49-F238E27FC236}">
                      <a16:creationId xmlns:a16="http://schemas.microsoft.com/office/drawing/2014/main" id="{B11C69D5-7797-7FFD-2573-913BE2D83E7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01019" y="1578297"/>
                  <a:ext cx="918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ep 182">
            <a:extLst>
              <a:ext uri="{FF2B5EF4-FFF2-40B4-BE49-F238E27FC236}">
                <a16:creationId xmlns:a16="http://schemas.microsoft.com/office/drawing/2014/main" id="{04037AB9-A959-C6F2-CA47-6CB9BBF6BE30}"/>
              </a:ext>
            </a:extLst>
          </p:cNvPr>
          <p:cNvGrpSpPr/>
          <p:nvPr/>
        </p:nvGrpSpPr>
        <p:grpSpPr>
          <a:xfrm>
            <a:off x="7734554" y="2465953"/>
            <a:ext cx="112590" cy="100170"/>
            <a:chOff x="8280739" y="2144937"/>
            <a:chExt cx="15012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80" name="Inkt 179">
                  <a:extLst>
                    <a:ext uri="{FF2B5EF4-FFF2-40B4-BE49-F238E27FC236}">
                      <a16:creationId xmlns:a16="http://schemas.microsoft.com/office/drawing/2014/main" id="{469445DE-E6F2-5FDF-479B-A64C38128C1E}"/>
                    </a:ext>
                  </a:extLst>
                </p14:cNvPr>
                <p14:cNvContentPartPr/>
                <p14:nvPr/>
              </p14:nvContentPartPr>
              <p14:xfrm>
                <a:off x="8280739" y="2144937"/>
                <a:ext cx="133560" cy="133560"/>
              </p14:xfrm>
            </p:contentPart>
          </mc:Choice>
          <mc:Fallback xmlns="">
            <p:pic>
              <p:nvPicPr>
                <p:cNvPr id="180" name="Inkt 179">
                  <a:extLst>
                    <a:ext uri="{FF2B5EF4-FFF2-40B4-BE49-F238E27FC236}">
                      <a16:creationId xmlns:a16="http://schemas.microsoft.com/office/drawing/2014/main" id="{469445DE-E6F2-5FDF-479B-A64C38128C1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71739" y="2135937"/>
                  <a:ext cx="151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81" name="Inkt 180">
                  <a:extLst>
                    <a:ext uri="{FF2B5EF4-FFF2-40B4-BE49-F238E27FC236}">
                      <a16:creationId xmlns:a16="http://schemas.microsoft.com/office/drawing/2014/main" id="{DF6F2E02-1B5C-C828-3780-F2A247347986}"/>
                    </a:ext>
                  </a:extLst>
                </p14:cNvPr>
                <p14:cNvContentPartPr/>
                <p14:nvPr/>
              </p14:nvContentPartPr>
              <p14:xfrm>
                <a:off x="8332219" y="2184897"/>
                <a:ext cx="98640" cy="85320"/>
              </p14:xfrm>
            </p:contentPart>
          </mc:Choice>
          <mc:Fallback xmlns="">
            <p:pic>
              <p:nvPicPr>
                <p:cNvPr id="181" name="Inkt 180">
                  <a:extLst>
                    <a:ext uri="{FF2B5EF4-FFF2-40B4-BE49-F238E27FC236}">
                      <a16:creationId xmlns:a16="http://schemas.microsoft.com/office/drawing/2014/main" id="{DF6F2E02-1B5C-C828-3780-F2A24734798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323579" y="2175897"/>
                  <a:ext cx="11628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ep 186">
            <a:extLst>
              <a:ext uri="{FF2B5EF4-FFF2-40B4-BE49-F238E27FC236}">
                <a16:creationId xmlns:a16="http://schemas.microsoft.com/office/drawing/2014/main" id="{BB138A7C-F54E-26AB-5692-A1A3884A423C}"/>
              </a:ext>
            </a:extLst>
          </p:cNvPr>
          <p:cNvGrpSpPr/>
          <p:nvPr/>
        </p:nvGrpSpPr>
        <p:grpSpPr>
          <a:xfrm>
            <a:off x="9397214" y="2512393"/>
            <a:ext cx="144990" cy="127170"/>
            <a:chOff x="10497619" y="2206857"/>
            <a:chExt cx="19332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84" name="Inkt 183">
                  <a:extLst>
                    <a:ext uri="{FF2B5EF4-FFF2-40B4-BE49-F238E27FC236}">
                      <a16:creationId xmlns:a16="http://schemas.microsoft.com/office/drawing/2014/main" id="{F78E0A06-DBC6-278F-EECC-E0840AA8BF66}"/>
                    </a:ext>
                  </a:extLst>
                </p14:cNvPr>
                <p14:cNvContentPartPr/>
                <p14:nvPr/>
              </p14:nvContentPartPr>
              <p14:xfrm>
                <a:off x="10497619" y="2206857"/>
                <a:ext cx="183960" cy="169560"/>
              </p14:xfrm>
            </p:contentPart>
          </mc:Choice>
          <mc:Fallback xmlns="">
            <p:pic>
              <p:nvPicPr>
                <p:cNvPr id="184" name="Inkt 183">
                  <a:extLst>
                    <a:ext uri="{FF2B5EF4-FFF2-40B4-BE49-F238E27FC236}">
                      <a16:creationId xmlns:a16="http://schemas.microsoft.com/office/drawing/2014/main" id="{F78E0A06-DBC6-278F-EECC-E0840AA8BF6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88979" y="2197857"/>
                  <a:ext cx="201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85" name="Inkt 184">
                  <a:extLst>
                    <a:ext uri="{FF2B5EF4-FFF2-40B4-BE49-F238E27FC236}">
                      <a16:creationId xmlns:a16="http://schemas.microsoft.com/office/drawing/2014/main" id="{ACA009AD-3F86-654D-DFEB-66FCB779850E}"/>
                    </a:ext>
                  </a:extLst>
                </p14:cNvPr>
                <p14:cNvContentPartPr/>
                <p14:nvPr/>
              </p14:nvContentPartPr>
              <p14:xfrm>
                <a:off x="10520659" y="2250057"/>
                <a:ext cx="170280" cy="115920"/>
              </p14:xfrm>
            </p:contentPart>
          </mc:Choice>
          <mc:Fallback xmlns="">
            <p:pic>
              <p:nvPicPr>
                <p:cNvPr id="185" name="Inkt 184">
                  <a:extLst>
                    <a:ext uri="{FF2B5EF4-FFF2-40B4-BE49-F238E27FC236}">
                      <a16:creationId xmlns:a16="http://schemas.microsoft.com/office/drawing/2014/main" id="{ACA009AD-3F86-654D-DFEB-66FCB779850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512019" y="2241057"/>
                  <a:ext cx="187920" cy="13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8380-3980-DBF0-4AE7-17EFB6C1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4DC1-179F-25EA-D103-A7827517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Verdisconteren/Discounting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pSp>
        <p:nvGrpSpPr>
          <p:cNvPr id="55" name="Groep 54">
            <a:extLst>
              <a:ext uri="{FF2B5EF4-FFF2-40B4-BE49-F238E27FC236}">
                <a16:creationId xmlns:a16="http://schemas.microsoft.com/office/drawing/2014/main" id="{B6A5ED98-AE79-2AA3-8CED-CC753991A3DF}"/>
              </a:ext>
            </a:extLst>
          </p:cNvPr>
          <p:cNvGrpSpPr/>
          <p:nvPr/>
        </p:nvGrpSpPr>
        <p:grpSpPr>
          <a:xfrm>
            <a:off x="2389904" y="1958893"/>
            <a:ext cx="1111860" cy="628020"/>
            <a:chOff x="1154539" y="1468857"/>
            <a:chExt cx="14824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t 3">
                  <a:extLst>
                    <a:ext uri="{FF2B5EF4-FFF2-40B4-BE49-F238E27FC236}">
                      <a16:creationId xmlns:a16="http://schemas.microsoft.com/office/drawing/2014/main" id="{A2B5EF8A-A326-3A0D-4E48-688B3FF08D2C}"/>
                    </a:ext>
                  </a:extLst>
                </p14:cNvPr>
                <p14:cNvContentPartPr/>
                <p14:nvPr/>
              </p14:nvContentPartPr>
              <p14:xfrm>
                <a:off x="1154539" y="1917057"/>
                <a:ext cx="245160" cy="221760"/>
              </p14:xfrm>
            </p:contentPart>
          </mc:Choice>
          <mc:Fallback xmlns="">
            <p:pic>
              <p:nvPicPr>
                <p:cNvPr id="4" name="Inkt 3">
                  <a:extLst>
                    <a:ext uri="{FF2B5EF4-FFF2-40B4-BE49-F238E27FC236}">
                      <a16:creationId xmlns:a16="http://schemas.microsoft.com/office/drawing/2014/main" id="{A2B5EF8A-A326-3A0D-4E48-688B3FF08D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5899" y="1908417"/>
                  <a:ext cx="26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t 4">
                  <a:extLst>
                    <a:ext uri="{FF2B5EF4-FFF2-40B4-BE49-F238E27FC236}">
                      <a16:creationId xmlns:a16="http://schemas.microsoft.com/office/drawing/2014/main" id="{CB9CB45B-B0CD-0A99-AB9F-CB223040AFD1}"/>
                    </a:ext>
                  </a:extLst>
                </p14:cNvPr>
                <p14:cNvContentPartPr/>
                <p14:nvPr/>
              </p14:nvContentPartPr>
              <p14:xfrm>
                <a:off x="1218619" y="1866297"/>
                <a:ext cx="11520" cy="83520"/>
              </p14:xfrm>
            </p:contentPart>
          </mc:Choice>
          <mc:Fallback xmlns="">
            <p:pic>
              <p:nvPicPr>
                <p:cNvPr id="5" name="Inkt 4">
                  <a:extLst>
                    <a:ext uri="{FF2B5EF4-FFF2-40B4-BE49-F238E27FC236}">
                      <a16:creationId xmlns:a16="http://schemas.microsoft.com/office/drawing/2014/main" id="{CB9CB45B-B0CD-0A99-AB9F-CB223040AFD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9619" y="1857657"/>
                  <a:ext cx="2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135EB5AC-DE10-4DE0-B9CE-5ED68ECD4784}"/>
                    </a:ext>
                  </a:extLst>
                </p14:cNvPr>
                <p14:cNvContentPartPr/>
                <p14:nvPr/>
              </p14:nvContentPartPr>
              <p14:xfrm>
                <a:off x="1265059" y="1875657"/>
                <a:ext cx="22680" cy="88200"/>
              </p14:xfrm>
            </p:contentPart>
          </mc:Choice>
          <mc:Fallback xmlns=""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135EB5AC-DE10-4DE0-B9CE-5ED68ECD47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6419" y="1866657"/>
                  <a:ext cx="4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05C6E427-502B-96FE-5410-5BBE55475BD1}"/>
                    </a:ext>
                  </a:extLst>
                </p14:cNvPr>
                <p14:cNvContentPartPr/>
                <p14:nvPr/>
              </p14:nvContentPartPr>
              <p14:xfrm>
                <a:off x="1318339" y="1919217"/>
                <a:ext cx="21240" cy="57240"/>
              </p14:xfrm>
            </p:contentPart>
          </mc:Choice>
          <mc:Fallback xmlns=""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05C6E427-502B-96FE-5410-5BBE55475B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9699" y="1910217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t 7">
                  <a:extLst>
                    <a:ext uri="{FF2B5EF4-FFF2-40B4-BE49-F238E27FC236}">
                      <a16:creationId xmlns:a16="http://schemas.microsoft.com/office/drawing/2014/main" id="{93458B7E-FA1D-2C5B-BEDC-5B59009BEC66}"/>
                    </a:ext>
                  </a:extLst>
                </p14:cNvPr>
                <p14:cNvContentPartPr/>
                <p14:nvPr/>
              </p14:nvContentPartPr>
              <p14:xfrm>
                <a:off x="1229779" y="2025417"/>
                <a:ext cx="3240" cy="3240"/>
              </p14:xfrm>
            </p:contentPart>
          </mc:Choice>
          <mc:Fallback xmlns="">
            <p:pic>
              <p:nvPicPr>
                <p:cNvPr id="8" name="Inkt 7">
                  <a:extLst>
                    <a:ext uri="{FF2B5EF4-FFF2-40B4-BE49-F238E27FC236}">
                      <a16:creationId xmlns:a16="http://schemas.microsoft.com/office/drawing/2014/main" id="{93458B7E-FA1D-2C5B-BEDC-5B59009BEC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0779" y="2016777"/>
                  <a:ext cx="20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3AECABD9-5852-AA1D-890A-A34D91151C82}"/>
                    </a:ext>
                  </a:extLst>
                </p14:cNvPr>
                <p14:cNvContentPartPr/>
                <p14:nvPr/>
              </p14:nvContentPartPr>
              <p14:xfrm>
                <a:off x="1306819" y="2025417"/>
                <a:ext cx="360" cy="360"/>
              </p14:xfrm>
            </p:contentPart>
          </mc:Choice>
          <mc:Fallback xmlns=""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3AECABD9-5852-AA1D-890A-A34D91151C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7819" y="20167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t 9">
                  <a:extLst>
                    <a:ext uri="{FF2B5EF4-FFF2-40B4-BE49-F238E27FC236}">
                      <a16:creationId xmlns:a16="http://schemas.microsoft.com/office/drawing/2014/main" id="{7F2565A4-9C6D-8375-614A-AB870B7A6F1B}"/>
                    </a:ext>
                  </a:extLst>
                </p14:cNvPr>
                <p14:cNvContentPartPr/>
                <p14:nvPr/>
              </p14:nvContentPartPr>
              <p14:xfrm>
                <a:off x="1265419" y="2054577"/>
                <a:ext cx="76320" cy="33480"/>
              </p14:xfrm>
            </p:contentPart>
          </mc:Choice>
          <mc:Fallback xmlns="">
            <p:pic>
              <p:nvPicPr>
                <p:cNvPr id="10" name="Inkt 9">
                  <a:extLst>
                    <a:ext uri="{FF2B5EF4-FFF2-40B4-BE49-F238E27FC236}">
                      <a16:creationId xmlns:a16="http://schemas.microsoft.com/office/drawing/2014/main" id="{7F2565A4-9C6D-8375-614A-AB870B7A6F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6779" y="2045577"/>
                  <a:ext cx="93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1466FE7E-6257-B035-F520-56B824630FD0}"/>
                    </a:ext>
                  </a:extLst>
                </p14:cNvPr>
                <p14:cNvContentPartPr/>
                <p14:nvPr/>
              </p14:nvContentPartPr>
              <p14:xfrm>
                <a:off x="1278379" y="2128737"/>
                <a:ext cx="3240" cy="79560"/>
              </p14:xfrm>
            </p:contentPart>
          </mc:Choice>
          <mc:Fallback xmlns=""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1466FE7E-6257-B035-F520-56B824630F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9379" y="2119737"/>
                  <a:ext cx="2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t 11">
                  <a:extLst>
                    <a:ext uri="{FF2B5EF4-FFF2-40B4-BE49-F238E27FC236}">
                      <a16:creationId xmlns:a16="http://schemas.microsoft.com/office/drawing/2014/main" id="{8711E80A-C1BC-6245-A2EE-9DC8EFF0DE84}"/>
                    </a:ext>
                  </a:extLst>
                </p14:cNvPr>
                <p14:cNvContentPartPr/>
                <p14:nvPr/>
              </p14:nvContentPartPr>
              <p14:xfrm>
                <a:off x="1230499" y="2210817"/>
                <a:ext cx="56520" cy="65880"/>
              </p14:xfrm>
            </p:contentPart>
          </mc:Choice>
          <mc:Fallback xmlns="">
            <p:pic>
              <p:nvPicPr>
                <p:cNvPr id="12" name="Inkt 11">
                  <a:extLst>
                    <a:ext uri="{FF2B5EF4-FFF2-40B4-BE49-F238E27FC236}">
                      <a16:creationId xmlns:a16="http://schemas.microsoft.com/office/drawing/2014/main" id="{8711E80A-C1BC-6245-A2EE-9DC8EFF0DE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21499" y="2201817"/>
                  <a:ext cx="74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t 12">
                  <a:extLst>
                    <a:ext uri="{FF2B5EF4-FFF2-40B4-BE49-F238E27FC236}">
                      <a16:creationId xmlns:a16="http://schemas.microsoft.com/office/drawing/2014/main" id="{54874A3B-C3BE-C3C2-9BB8-4C2FAC567F4F}"/>
                    </a:ext>
                  </a:extLst>
                </p14:cNvPr>
                <p14:cNvContentPartPr/>
                <p14:nvPr/>
              </p14:nvContentPartPr>
              <p14:xfrm>
                <a:off x="1285219" y="2236377"/>
                <a:ext cx="50400" cy="69840"/>
              </p14:xfrm>
            </p:contentPart>
          </mc:Choice>
          <mc:Fallback xmlns="">
            <p:pic>
              <p:nvPicPr>
                <p:cNvPr id="13" name="Inkt 12">
                  <a:extLst>
                    <a:ext uri="{FF2B5EF4-FFF2-40B4-BE49-F238E27FC236}">
                      <a16:creationId xmlns:a16="http://schemas.microsoft.com/office/drawing/2014/main" id="{54874A3B-C3BE-C3C2-9BB8-4C2FAC567F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76579" y="2227377"/>
                  <a:ext cx="68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t 13">
                  <a:extLst>
                    <a:ext uri="{FF2B5EF4-FFF2-40B4-BE49-F238E27FC236}">
                      <a16:creationId xmlns:a16="http://schemas.microsoft.com/office/drawing/2014/main" id="{45F284F3-E24B-F588-669C-164800F541AF}"/>
                    </a:ext>
                  </a:extLst>
                </p14:cNvPr>
                <p14:cNvContentPartPr/>
                <p14:nvPr/>
              </p14:nvContentPartPr>
              <p14:xfrm>
                <a:off x="1202059" y="2195697"/>
                <a:ext cx="142560" cy="6480"/>
              </p14:xfrm>
            </p:contentPart>
          </mc:Choice>
          <mc:Fallback xmlns="">
            <p:pic>
              <p:nvPicPr>
                <p:cNvPr id="14" name="Inkt 13">
                  <a:extLst>
                    <a:ext uri="{FF2B5EF4-FFF2-40B4-BE49-F238E27FC236}">
                      <a16:creationId xmlns:a16="http://schemas.microsoft.com/office/drawing/2014/main" id="{45F284F3-E24B-F588-669C-164800F541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3059" y="2186697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t 16">
                  <a:extLst>
                    <a:ext uri="{FF2B5EF4-FFF2-40B4-BE49-F238E27FC236}">
                      <a16:creationId xmlns:a16="http://schemas.microsoft.com/office/drawing/2014/main" id="{82294BD4-688A-AD8E-E29D-2D9E957E0F3D}"/>
                    </a:ext>
                  </a:extLst>
                </p14:cNvPr>
                <p14:cNvContentPartPr/>
                <p14:nvPr/>
              </p14:nvContentPartPr>
              <p14:xfrm>
                <a:off x="1386739" y="2161857"/>
                <a:ext cx="119880" cy="43560"/>
              </p14:xfrm>
            </p:contentPart>
          </mc:Choice>
          <mc:Fallback xmlns="">
            <p:pic>
              <p:nvPicPr>
                <p:cNvPr id="17" name="Inkt 16">
                  <a:extLst>
                    <a:ext uri="{FF2B5EF4-FFF2-40B4-BE49-F238E27FC236}">
                      <a16:creationId xmlns:a16="http://schemas.microsoft.com/office/drawing/2014/main" id="{82294BD4-688A-AD8E-E29D-2D9E957E0F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77739" y="2152857"/>
                  <a:ext cx="137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t 17">
                  <a:extLst>
                    <a:ext uri="{FF2B5EF4-FFF2-40B4-BE49-F238E27FC236}">
                      <a16:creationId xmlns:a16="http://schemas.microsoft.com/office/drawing/2014/main" id="{8C76BD66-7EA1-3236-3AC7-6770E0787B58}"/>
                    </a:ext>
                  </a:extLst>
                </p14:cNvPr>
                <p14:cNvContentPartPr/>
                <p14:nvPr/>
              </p14:nvContentPartPr>
              <p14:xfrm>
                <a:off x="1521019" y="2088057"/>
                <a:ext cx="19080" cy="67680"/>
              </p14:xfrm>
            </p:contentPart>
          </mc:Choice>
          <mc:Fallback xmlns="">
            <p:pic>
              <p:nvPicPr>
                <p:cNvPr id="18" name="Inkt 17">
                  <a:extLst>
                    <a:ext uri="{FF2B5EF4-FFF2-40B4-BE49-F238E27FC236}">
                      <a16:creationId xmlns:a16="http://schemas.microsoft.com/office/drawing/2014/main" id="{8C76BD66-7EA1-3236-3AC7-6770E0787B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2379" y="2079057"/>
                  <a:ext cx="36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t 18">
                  <a:extLst>
                    <a:ext uri="{FF2B5EF4-FFF2-40B4-BE49-F238E27FC236}">
                      <a16:creationId xmlns:a16="http://schemas.microsoft.com/office/drawing/2014/main" id="{D3BA47B2-F8E1-6C7B-76AF-82D3CAE05EE6}"/>
                    </a:ext>
                  </a:extLst>
                </p14:cNvPr>
                <p14:cNvContentPartPr/>
                <p14:nvPr/>
              </p14:nvContentPartPr>
              <p14:xfrm>
                <a:off x="1546219" y="2139177"/>
                <a:ext cx="79920" cy="17280"/>
              </p14:xfrm>
            </p:contentPart>
          </mc:Choice>
          <mc:Fallback xmlns="">
            <p:pic>
              <p:nvPicPr>
                <p:cNvPr id="19" name="Inkt 18">
                  <a:extLst>
                    <a:ext uri="{FF2B5EF4-FFF2-40B4-BE49-F238E27FC236}">
                      <a16:creationId xmlns:a16="http://schemas.microsoft.com/office/drawing/2014/main" id="{D3BA47B2-F8E1-6C7B-76AF-82D3CAE05E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37579" y="2130177"/>
                  <a:ext cx="9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t 19">
                  <a:extLst>
                    <a:ext uri="{FF2B5EF4-FFF2-40B4-BE49-F238E27FC236}">
                      <a16:creationId xmlns:a16="http://schemas.microsoft.com/office/drawing/2014/main" id="{099B6EA2-B3F5-114C-DC41-BFD3E8C60BE8}"/>
                    </a:ext>
                  </a:extLst>
                </p14:cNvPr>
                <p14:cNvContentPartPr/>
                <p14:nvPr/>
              </p14:nvContentPartPr>
              <p14:xfrm>
                <a:off x="1554859" y="2159697"/>
                <a:ext cx="57600" cy="32760"/>
              </p14:xfrm>
            </p:contentPart>
          </mc:Choice>
          <mc:Fallback xmlns="">
            <p:pic>
              <p:nvPicPr>
                <p:cNvPr id="20" name="Inkt 19">
                  <a:extLst>
                    <a:ext uri="{FF2B5EF4-FFF2-40B4-BE49-F238E27FC236}">
                      <a16:creationId xmlns:a16="http://schemas.microsoft.com/office/drawing/2014/main" id="{099B6EA2-B3F5-114C-DC41-BFD3E8C60B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45859" y="2151057"/>
                  <a:ext cx="75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t 22">
                  <a:extLst>
                    <a:ext uri="{FF2B5EF4-FFF2-40B4-BE49-F238E27FC236}">
                      <a16:creationId xmlns:a16="http://schemas.microsoft.com/office/drawing/2014/main" id="{FA39831D-9483-174F-9D8A-8D684A03C3C6}"/>
                    </a:ext>
                  </a:extLst>
                </p14:cNvPr>
                <p14:cNvContentPartPr/>
                <p14:nvPr/>
              </p14:nvContentPartPr>
              <p14:xfrm>
                <a:off x="1327699" y="2203977"/>
                <a:ext cx="85680" cy="5760"/>
              </p14:xfrm>
            </p:contentPart>
          </mc:Choice>
          <mc:Fallback xmlns="">
            <p:pic>
              <p:nvPicPr>
                <p:cNvPr id="23" name="Inkt 22">
                  <a:extLst>
                    <a:ext uri="{FF2B5EF4-FFF2-40B4-BE49-F238E27FC236}">
                      <a16:creationId xmlns:a16="http://schemas.microsoft.com/office/drawing/2014/main" id="{FA39831D-9483-174F-9D8A-8D684A03C3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19059" y="2194977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2" name="Inkt 51">
                  <a:extLst>
                    <a:ext uri="{FF2B5EF4-FFF2-40B4-BE49-F238E27FC236}">
                      <a16:creationId xmlns:a16="http://schemas.microsoft.com/office/drawing/2014/main" id="{AD0C1E31-9C1C-79A4-2DFB-42E56C6D2978}"/>
                    </a:ext>
                  </a:extLst>
                </p14:cNvPr>
                <p14:cNvContentPartPr/>
                <p14:nvPr/>
              </p14:nvContentPartPr>
              <p14:xfrm>
                <a:off x="1370179" y="1468857"/>
                <a:ext cx="1266840" cy="421200"/>
              </p14:xfrm>
            </p:contentPart>
          </mc:Choice>
          <mc:Fallback xmlns="">
            <p:pic>
              <p:nvPicPr>
                <p:cNvPr id="52" name="Inkt 51">
                  <a:extLst>
                    <a:ext uri="{FF2B5EF4-FFF2-40B4-BE49-F238E27FC236}">
                      <a16:creationId xmlns:a16="http://schemas.microsoft.com/office/drawing/2014/main" id="{AD0C1E31-9C1C-79A4-2DFB-42E56C6D29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61539" y="1459857"/>
                  <a:ext cx="1284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Inkt 52">
                  <a:extLst>
                    <a:ext uri="{FF2B5EF4-FFF2-40B4-BE49-F238E27FC236}">
                      <a16:creationId xmlns:a16="http://schemas.microsoft.com/office/drawing/2014/main" id="{E7A158DC-0B24-3EFF-76F6-C9D71BF17A6A}"/>
                    </a:ext>
                  </a:extLst>
                </p14:cNvPr>
                <p14:cNvContentPartPr/>
                <p14:nvPr/>
              </p14:nvContentPartPr>
              <p14:xfrm>
                <a:off x="1381339" y="1834617"/>
                <a:ext cx="22320" cy="52920"/>
              </p14:xfrm>
            </p:contentPart>
          </mc:Choice>
          <mc:Fallback xmlns="">
            <p:pic>
              <p:nvPicPr>
                <p:cNvPr id="53" name="Inkt 52">
                  <a:extLst>
                    <a:ext uri="{FF2B5EF4-FFF2-40B4-BE49-F238E27FC236}">
                      <a16:creationId xmlns:a16="http://schemas.microsoft.com/office/drawing/2014/main" id="{E7A158DC-0B24-3EFF-76F6-C9D71BF17A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72699" y="1825617"/>
                  <a:ext cx="3996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ep 71">
            <a:extLst>
              <a:ext uri="{FF2B5EF4-FFF2-40B4-BE49-F238E27FC236}">
                <a16:creationId xmlns:a16="http://schemas.microsoft.com/office/drawing/2014/main" id="{57A6EF95-0632-CFC9-88FE-C5D16E836A92}"/>
              </a:ext>
            </a:extLst>
          </p:cNvPr>
          <p:cNvGrpSpPr/>
          <p:nvPr/>
        </p:nvGrpSpPr>
        <p:grpSpPr>
          <a:xfrm>
            <a:off x="6475814" y="2073643"/>
            <a:ext cx="472770" cy="410940"/>
            <a:chOff x="6602419" y="1621857"/>
            <a:chExt cx="63036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5" name="Inkt 64">
                  <a:extLst>
                    <a:ext uri="{FF2B5EF4-FFF2-40B4-BE49-F238E27FC236}">
                      <a16:creationId xmlns:a16="http://schemas.microsoft.com/office/drawing/2014/main" id="{7ABDFD5A-06F8-68B5-0E66-DD5A21F35677}"/>
                    </a:ext>
                  </a:extLst>
                </p14:cNvPr>
                <p14:cNvContentPartPr/>
                <p14:nvPr/>
              </p14:nvContentPartPr>
              <p14:xfrm>
                <a:off x="6602419" y="1621857"/>
                <a:ext cx="172800" cy="240120"/>
              </p14:xfrm>
            </p:contentPart>
          </mc:Choice>
          <mc:Fallback xmlns="">
            <p:pic>
              <p:nvPicPr>
                <p:cNvPr id="65" name="Inkt 64">
                  <a:extLst>
                    <a:ext uri="{FF2B5EF4-FFF2-40B4-BE49-F238E27FC236}">
                      <a16:creationId xmlns:a16="http://schemas.microsoft.com/office/drawing/2014/main" id="{7ABDFD5A-06F8-68B5-0E66-DD5A21F356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93779" y="1613217"/>
                  <a:ext cx="190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6" name="Inkt 65">
                  <a:extLst>
                    <a:ext uri="{FF2B5EF4-FFF2-40B4-BE49-F238E27FC236}">
                      <a16:creationId xmlns:a16="http://schemas.microsoft.com/office/drawing/2014/main" id="{6B13D6C8-76D3-6E7C-0CB0-6A524AE40CA0}"/>
                    </a:ext>
                  </a:extLst>
                </p14:cNvPr>
                <p14:cNvContentPartPr/>
                <p14:nvPr/>
              </p14:nvContentPartPr>
              <p14:xfrm>
                <a:off x="6838579" y="1707177"/>
                <a:ext cx="109800" cy="157680"/>
              </p14:xfrm>
            </p:contentPart>
          </mc:Choice>
          <mc:Fallback xmlns="">
            <p:pic>
              <p:nvPicPr>
                <p:cNvPr id="66" name="Inkt 65">
                  <a:extLst>
                    <a:ext uri="{FF2B5EF4-FFF2-40B4-BE49-F238E27FC236}">
                      <a16:creationId xmlns:a16="http://schemas.microsoft.com/office/drawing/2014/main" id="{6B13D6C8-76D3-6E7C-0CB0-6A524AE40CA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29579" y="1698177"/>
                  <a:ext cx="127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9" name="Inkt 68">
                  <a:extLst>
                    <a:ext uri="{FF2B5EF4-FFF2-40B4-BE49-F238E27FC236}">
                      <a16:creationId xmlns:a16="http://schemas.microsoft.com/office/drawing/2014/main" id="{6FCFF6AD-6292-B85B-50F7-78D83B069AB7}"/>
                    </a:ext>
                  </a:extLst>
                </p14:cNvPr>
                <p14:cNvContentPartPr/>
                <p14:nvPr/>
              </p14:nvContentPartPr>
              <p14:xfrm>
                <a:off x="6838219" y="1896177"/>
                <a:ext cx="24840" cy="156960"/>
              </p14:xfrm>
            </p:contentPart>
          </mc:Choice>
          <mc:Fallback xmlns="">
            <p:pic>
              <p:nvPicPr>
                <p:cNvPr id="69" name="Inkt 68">
                  <a:extLst>
                    <a:ext uri="{FF2B5EF4-FFF2-40B4-BE49-F238E27FC236}">
                      <a16:creationId xmlns:a16="http://schemas.microsoft.com/office/drawing/2014/main" id="{6FCFF6AD-6292-B85B-50F7-78D83B069A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29579" y="1887177"/>
                  <a:ext cx="42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0" name="Inkt 69">
                  <a:extLst>
                    <a:ext uri="{FF2B5EF4-FFF2-40B4-BE49-F238E27FC236}">
                      <a16:creationId xmlns:a16="http://schemas.microsoft.com/office/drawing/2014/main" id="{CB02D967-B255-D2BE-D788-A4BECCDAF0AE}"/>
                    </a:ext>
                  </a:extLst>
                </p14:cNvPr>
                <p14:cNvContentPartPr/>
                <p14:nvPr/>
              </p14:nvContentPartPr>
              <p14:xfrm>
                <a:off x="6961339" y="2039457"/>
                <a:ext cx="271440" cy="130320"/>
              </p14:xfrm>
            </p:contentPart>
          </mc:Choice>
          <mc:Fallback xmlns="">
            <p:pic>
              <p:nvPicPr>
                <p:cNvPr id="70" name="Inkt 69">
                  <a:extLst>
                    <a:ext uri="{FF2B5EF4-FFF2-40B4-BE49-F238E27FC236}">
                      <a16:creationId xmlns:a16="http://schemas.microsoft.com/office/drawing/2014/main" id="{CB02D967-B255-D2BE-D788-A4BECCDAF0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52339" y="2030817"/>
                  <a:ext cx="2890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ep 102">
            <a:extLst>
              <a:ext uri="{FF2B5EF4-FFF2-40B4-BE49-F238E27FC236}">
                <a16:creationId xmlns:a16="http://schemas.microsoft.com/office/drawing/2014/main" id="{E450840C-50C0-94E7-5285-84BFD675E851}"/>
              </a:ext>
            </a:extLst>
          </p:cNvPr>
          <p:cNvGrpSpPr/>
          <p:nvPr/>
        </p:nvGrpSpPr>
        <p:grpSpPr>
          <a:xfrm>
            <a:off x="7980794" y="2333653"/>
            <a:ext cx="668250" cy="152010"/>
            <a:chOff x="8609059" y="1968537"/>
            <a:chExt cx="8910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5" name="Inkt 94">
                  <a:extLst>
                    <a:ext uri="{FF2B5EF4-FFF2-40B4-BE49-F238E27FC236}">
                      <a16:creationId xmlns:a16="http://schemas.microsoft.com/office/drawing/2014/main" id="{68905369-3F82-3794-C4B5-0F9F1C5FA43B}"/>
                    </a:ext>
                  </a:extLst>
                </p14:cNvPr>
                <p14:cNvContentPartPr/>
                <p14:nvPr/>
              </p14:nvContentPartPr>
              <p14:xfrm>
                <a:off x="8609059" y="1968537"/>
                <a:ext cx="294120" cy="202680"/>
              </p14:xfrm>
            </p:contentPart>
          </mc:Choice>
          <mc:Fallback xmlns="">
            <p:pic>
              <p:nvPicPr>
                <p:cNvPr id="95" name="Inkt 94">
                  <a:extLst>
                    <a:ext uri="{FF2B5EF4-FFF2-40B4-BE49-F238E27FC236}">
                      <a16:creationId xmlns:a16="http://schemas.microsoft.com/office/drawing/2014/main" id="{68905369-3F82-3794-C4B5-0F9F1C5FA4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00419" y="1959537"/>
                  <a:ext cx="311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6" name="Inkt 95">
                  <a:extLst>
                    <a:ext uri="{FF2B5EF4-FFF2-40B4-BE49-F238E27FC236}">
                      <a16:creationId xmlns:a16="http://schemas.microsoft.com/office/drawing/2014/main" id="{44B1E9CA-3EDB-FEED-8DFE-8D28AB6BD829}"/>
                    </a:ext>
                  </a:extLst>
                </p14:cNvPr>
                <p14:cNvContentPartPr/>
                <p14:nvPr/>
              </p14:nvContentPartPr>
              <p14:xfrm>
                <a:off x="9069499" y="2029737"/>
                <a:ext cx="20880" cy="131400"/>
              </p14:xfrm>
            </p:contentPart>
          </mc:Choice>
          <mc:Fallback xmlns="">
            <p:pic>
              <p:nvPicPr>
                <p:cNvPr id="96" name="Inkt 95">
                  <a:extLst>
                    <a:ext uri="{FF2B5EF4-FFF2-40B4-BE49-F238E27FC236}">
                      <a16:creationId xmlns:a16="http://schemas.microsoft.com/office/drawing/2014/main" id="{44B1E9CA-3EDB-FEED-8DFE-8D28AB6BD82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60499" y="2020737"/>
                  <a:ext cx="38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7" name="Inkt 96">
                  <a:extLst>
                    <a:ext uri="{FF2B5EF4-FFF2-40B4-BE49-F238E27FC236}">
                      <a16:creationId xmlns:a16="http://schemas.microsoft.com/office/drawing/2014/main" id="{16158B65-4872-417D-6EB2-75AB9EF519BC}"/>
                    </a:ext>
                  </a:extLst>
                </p14:cNvPr>
                <p14:cNvContentPartPr/>
                <p14:nvPr/>
              </p14:nvContentPartPr>
              <p14:xfrm>
                <a:off x="9032059" y="2102817"/>
                <a:ext cx="151200" cy="19800"/>
              </p14:xfrm>
            </p:contentPart>
          </mc:Choice>
          <mc:Fallback xmlns="">
            <p:pic>
              <p:nvPicPr>
                <p:cNvPr id="97" name="Inkt 96">
                  <a:extLst>
                    <a:ext uri="{FF2B5EF4-FFF2-40B4-BE49-F238E27FC236}">
                      <a16:creationId xmlns:a16="http://schemas.microsoft.com/office/drawing/2014/main" id="{16158B65-4872-417D-6EB2-75AB9EF519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23419" y="2093817"/>
                  <a:ext cx="168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0" name="Inkt 99">
                  <a:extLst>
                    <a:ext uri="{FF2B5EF4-FFF2-40B4-BE49-F238E27FC236}">
                      <a16:creationId xmlns:a16="http://schemas.microsoft.com/office/drawing/2014/main" id="{0972B248-BDF5-AFAE-9860-64A51C09893E}"/>
                    </a:ext>
                  </a:extLst>
                </p14:cNvPr>
                <p14:cNvContentPartPr/>
                <p14:nvPr/>
              </p14:nvContentPartPr>
              <p14:xfrm>
                <a:off x="9310699" y="1985817"/>
                <a:ext cx="47520" cy="165600"/>
              </p14:xfrm>
            </p:contentPart>
          </mc:Choice>
          <mc:Fallback xmlns="">
            <p:pic>
              <p:nvPicPr>
                <p:cNvPr id="100" name="Inkt 99">
                  <a:extLst>
                    <a:ext uri="{FF2B5EF4-FFF2-40B4-BE49-F238E27FC236}">
                      <a16:creationId xmlns:a16="http://schemas.microsoft.com/office/drawing/2014/main" id="{0972B248-BDF5-AFAE-9860-64A51C0989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01699" y="1977177"/>
                  <a:ext cx="65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1" name="Inkt 100">
                  <a:extLst>
                    <a:ext uri="{FF2B5EF4-FFF2-40B4-BE49-F238E27FC236}">
                      <a16:creationId xmlns:a16="http://schemas.microsoft.com/office/drawing/2014/main" id="{79D90189-87E2-0921-0C36-050A9D77C858}"/>
                    </a:ext>
                  </a:extLst>
                </p14:cNvPr>
                <p14:cNvContentPartPr/>
                <p14:nvPr/>
              </p14:nvContentPartPr>
              <p14:xfrm>
                <a:off x="9323299" y="1982937"/>
                <a:ext cx="176760" cy="169560"/>
              </p14:xfrm>
            </p:contentPart>
          </mc:Choice>
          <mc:Fallback xmlns="">
            <p:pic>
              <p:nvPicPr>
                <p:cNvPr id="101" name="Inkt 100">
                  <a:extLst>
                    <a:ext uri="{FF2B5EF4-FFF2-40B4-BE49-F238E27FC236}">
                      <a16:creationId xmlns:a16="http://schemas.microsoft.com/office/drawing/2014/main" id="{79D90189-87E2-0921-0C36-050A9D77C8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14659" y="1974297"/>
                  <a:ext cx="19440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ep 106">
            <a:extLst>
              <a:ext uri="{FF2B5EF4-FFF2-40B4-BE49-F238E27FC236}">
                <a16:creationId xmlns:a16="http://schemas.microsoft.com/office/drawing/2014/main" id="{1B4DA713-A828-836A-5692-70492E96198D}"/>
              </a:ext>
            </a:extLst>
          </p:cNvPr>
          <p:cNvGrpSpPr/>
          <p:nvPr/>
        </p:nvGrpSpPr>
        <p:grpSpPr>
          <a:xfrm>
            <a:off x="8515934" y="2062303"/>
            <a:ext cx="151740" cy="191430"/>
            <a:chOff x="9322579" y="1606737"/>
            <a:chExt cx="2023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4" name="Inkt 103">
                  <a:extLst>
                    <a:ext uri="{FF2B5EF4-FFF2-40B4-BE49-F238E27FC236}">
                      <a16:creationId xmlns:a16="http://schemas.microsoft.com/office/drawing/2014/main" id="{2C454F4E-AC32-3690-B31E-5C5F4AD2CC74}"/>
                    </a:ext>
                  </a:extLst>
                </p14:cNvPr>
                <p14:cNvContentPartPr/>
                <p14:nvPr/>
              </p14:nvContentPartPr>
              <p14:xfrm>
                <a:off x="9387379" y="1606737"/>
                <a:ext cx="137520" cy="225360"/>
              </p14:xfrm>
            </p:contentPart>
          </mc:Choice>
          <mc:Fallback xmlns="">
            <p:pic>
              <p:nvPicPr>
                <p:cNvPr id="104" name="Inkt 103">
                  <a:extLst>
                    <a:ext uri="{FF2B5EF4-FFF2-40B4-BE49-F238E27FC236}">
                      <a16:creationId xmlns:a16="http://schemas.microsoft.com/office/drawing/2014/main" id="{2C454F4E-AC32-3690-B31E-5C5F4AD2CC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78739" y="1598097"/>
                  <a:ext cx="155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5" name="Inkt 104">
                  <a:extLst>
                    <a:ext uri="{FF2B5EF4-FFF2-40B4-BE49-F238E27FC236}">
                      <a16:creationId xmlns:a16="http://schemas.microsoft.com/office/drawing/2014/main" id="{2EFD9119-C89D-7F0C-EC4A-266F787F7F32}"/>
                    </a:ext>
                  </a:extLst>
                </p14:cNvPr>
                <p14:cNvContentPartPr/>
                <p14:nvPr/>
              </p14:nvContentPartPr>
              <p14:xfrm>
                <a:off x="9322579" y="1794657"/>
                <a:ext cx="109440" cy="67320"/>
              </p14:xfrm>
            </p:contentPart>
          </mc:Choice>
          <mc:Fallback xmlns="">
            <p:pic>
              <p:nvPicPr>
                <p:cNvPr id="105" name="Inkt 104">
                  <a:extLst>
                    <a:ext uri="{FF2B5EF4-FFF2-40B4-BE49-F238E27FC236}">
                      <a16:creationId xmlns:a16="http://schemas.microsoft.com/office/drawing/2014/main" id="{2EFD9119-C89D-7F0C-EC4A-266F787F7F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13579" y="1786017"/>
                  <a:ext cx="127080" cy="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2" name="Inkt 121">
                <a:extLst>
                  <a:ext uri="{FF2B5EF4-FFF2-40B4-BE49-F238E27FC236}">
                    <a16:creationId xmlns:a16="http://schemas.microsoft.com/office/drawing/2014/main" id="{88BB4F8A-E2C7-8673-664E-5A0939636C40}"/>
                  </a:ext>
                </a:extLst>
              </p14:cNvPr>
              <p14:cNvContentPartPr/>
              <p14:nvPr/>
            </p14:nvContentPartPr>
            <p14:xfrm>
              <a:off x="7880894" y="2284783"/>
              <a:ext cx="101250" cy="293220"/>
            </p14:xfrm>
          </p:contentPart>
        </mc:Choice>
        <mc:Fallback>
          <p:pic>
            <p:nvPicPr>
              <p:cNvPr id="122" name="Inkt 121">
                <a:extLst>
                  <a:ext uri="{FF2B5EF4-FFF2-40B4-BE49-F238E27FC236}">
                    <a16:creationId xmlns:a16="http://schemas.microsoft.com/office/drawing/2014/main" id="{88BB4F8A-E2C7-8673-664E-5A0939636C4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71886" y="2275777"/>
                <a:ext cx="118906" cy="310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3" name="Inkt 122">
                <a:extLst>
                  <a:ext uri="{FF2B5EF4-FFF2-40B4-BE49-F238E27FC236}">
                    <a16:creationId xmlns:a16="http://schemas.microsoft.com/office/drawing/2014/main" id="{DFE69E6B-A906-36EC-F9AB-935BB4B311A9}"/>
                  </a:ext>
                </a:extLst>
              </p14:cNvPr>
              <p14:cNvContentPartPr/>
              <p14:nvPr/>
            </p14:nvContentPartPr>
            <p14:xfrm>
              <a:off x="8838314" y="2345263"/>
              <a:ext cx="27540" cy="231930"/>
            </p14:xfrm>
          </p:contentPart>
        </mc:Choice>
        <mc:Fallback>
          <p:pic>
            <p:nvPicPr>
              <p:cNvPr id="123" name="Inkt 122">
                <a:extLst>
                  <a:ext uri="{FF2B5EF4-FFF2-40B4-BE49-F238E27FC236}">
                    <a16:creationId xmlns:a16="http://schemas.microsoft.com/office/drawing/2014/main" id="{DFE69E6B-A906-36EC-F9AB-935BB4B311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29372" y="2336273"/>
                <a:ext cx="45065" cy="249549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ep 132">
            <a:extLst>
              <a:ext uri="{FF2B5EF4-FFF2-40B4-BE49-F238E27FC236}">
                <a16:creationId xmlns:a16="http://schemas.microsoft.com/office/drawing/2014/main" id="{45F67561-B613-E8DC-13F6-344085E10D85}"/>
              </a:ext>
            </a:extLst>
          </p:cNvPr>
          <p:cNvGrpSpPr/>
          <p:nvPr/>
        </p:nvGrpSpPr>
        <p:grpSpPr>
          <a:xfrm>
            <a:off x="9085094" y="2454613"/>
            <a:ext cx="157680" cy="65070"/>
            <a:chOff x="10081459" y="2129817"/>
            <a:chExt cx="21024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4" name="Inkt 123">
                  <a:extLst>
                    <a:ext uri="{FF2B5EF4-FFF2-40B4-BE49-F238E27FC236}">
                      <a16:creationId xmlns:a16="http://schemas.microsoft.com/office/drawing/2014/main" id="{E05E832B-D8EA-1D75-E543-3D68948F1394}"/>
                    </a:ext>
                  </a:extLst>
                </p14:cNvPr>
                <p14:cNvContentPartPr/>
                <p14:nvPr/>
              </p14:nvContentPartPr>
              <p14:xfrm>
                <a:off x="10081459" y="2129817"/>
                <a:ext cx="210240" cy="5760"/>
              </p14:xfrm>
            </p:contentPart>
          </mc:Choice>
          <mc:Fallback xmlns="">
            <p:pic>
              <p:nvPicPr>
                <p:cNvPr id="124" name="Inkt 123">
                  <a:extLst>
                    <a:ext uri="{FF2B5EF4-FFF2-40B4-BE49-F238E27FC236}">
                      <a16:creationId xmlns:a16="http://schemas.microsoft.com/office/drawing/2014/main" id="{E05E832B-D8EA-1D75-E543-3D68948F13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72459" y="2121177"/>
                  <a:ext cx="227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5" name="Inkt 124">
                  <a:extLst>
                    <a:ext uri="{FF2B5EF4-FFF2-40B4-BE49-F238E27FC236}">
                      <a16:creationId xmlns:a16="http://schemas.microsoft.com/office/drawing/2014/main" id="{D770F53A-4E28-2D9F-3007-38EC13506A33}"/>
                    </a:ext>
                  </a:extLst>
                </p14:cNvPr>
                <p14:cNvContentPartPr/>
                <p14:nvPr/>
              </p14:nvContentPartPr>
              <p14:xfrm>
                <a:off x="10150939" y="2216217"/>
                <a:ext cx="132480" cy="360"/>
              </p14:xfrm>
            </p:contentPart>
          </mc:Choice>
          <mc:Fallback xmlns="">
            <p:pic>
              <p:nvPicPr>
                <p:cNvPr id="125" name="Inkt 124">
                  <a:extLst>
                    <a:ext uri="{FF2B5EF4-FFF2-40B4-BE49-F238E27FC236}">
                      <a16:creationId xmlns:a16="http://schemas.microsoft.com/office/drawing/2014/main" id="{D770F53A-4E28-2D9F-3007-38EC13506A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41939" y="2207577"/>
                  <a:ext cx="1501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ep 130">
            <a:extLst>
              <a:ext uri="{FF2B5EF4-FFF2-40B4-BE49-F238E27FC236}">
                <a16:creationId xmlns:a16="http://schemas.microsoft.com/office/drawing/2014/main" id="{7B6A4D2B-2CAB-8A4F-77E4-C367A5195EBE}"/>
              </a:ext>
            </a:extLst>
          </p:cNvPr>
          <p:cNvGrpSpPr/>
          <p:nvPr/>
        </p:nvGrpSpPr>
        <p:grpSpPr>
          <a:xfrm>
            <a:off x="9473354" y="2312053"/>
            <a:ext cx="617490" cy="259740"/>
            <a:chOff x="10599139" y="1939737"/>
            <a:chExt cx="82332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6" name="Inkt 125">
                  <a:extLst>
                    <a:ext uri="{FF2B5EF4-FFF2-40B4-BE49-F238E27FC236}">
                      <a16:creationId xmlns:a16="http://schemas.microsoft.com/office/drawing/2014/main" id="{4FFBC9B8-6D7E-2574-EF10-AEBD9E79FABE}"/>
                    </a:ext>
                  </a:extLst>
                </p14:cNvPr>
                <p14:cNvContentPartPr/>
                <p14:nvPr/>
              </p14:nvContentPartPr>
              <p14:xfrm>
                <a:off x="10599139" y="1943697"/>
                <a:ext cx="339120" cy="234360"/>
              </p14:xfrm>
            </p:contentPart>
          </mc:Choice>
          <mc:Fallback xmlns="">
            <p:pic>
              <p:nvPicPr>
                <p:cNvPr id="126" name="Inkt 125">
                  <a:extLst>
                    <a:ext uri="{FF2B5EF4-FFF2-40B4-BE49-F238E27FC236}">
                      <a16:creationId xmlns:a16="http://schemas.microsoft.com/office/drawing/2014/main" id="{4FFBC9B8-6D7E-2574-EF10-AEBD9E79FA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90139" y="1934697"/>
                  <a:ext cx="356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7" name="Inkt 126">
                  <a:extLst>
                    <a:ext uri="{FF2B5EF4-FFF2-40B4-BE49-F238E27FC236}">
                      <a16:creationId xmlns:a16="http://schemas.microsoft.com/office/drawing/2014/main" id="{CBA225C1-08FC-88C7-2BDF-6AD4DE46F90A}"/>
                    </a:ext>
                  </a:extLst>
                </p14:cNvPr>
                <p14:cNvContentPartPr/>
                <p14:nvPr/>
              </p14:nvContentPartPr>
              <p14:xfrm>
                <a:off x="11052019" y="2127297"/>
                <a:ext cx="63360" cy="158760"/>
              </p14:xfrm>
            </p:contentPart>
          </mc:Choice>
          <mc:Fallback xmlns="">
            <p:pic>
              <p:nvPicPr>
                <p:cNvPr id="127" name="Inkt 126">
                  <a:extLst>
                    <a:ext uri="{FF2B5EF4-FFF2-40B4-BE49-F238E27FC236}">
                      <a16:creationId xmlns:a16="http://schemas.microsoft.com/office/drawing/2014/main" id="{CBA225C1-08FC-88C7-2BDF-6AD4DE46F9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43019" y="2118297"/>
                  <a:ext cx="81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8" name="Inkt 127">
                  <a:extLst>
                    <a:ext uri="{FF2B5EF4-FFF2-40B4-BE49-F238E27FC236}">
                      <a16:creationId xmlns:a16="http://schemas.microsoft.com/office/drawing/2014/main" id="{00F2B663-041B-9D92-B7E9-51D9A7772E80}"/>
                    </a:ext>
                  </a:extLst>
                </p14:cNvPr>
                <p14:cNvContentPartPr/>
                <p14:nvPr/>
              </p14:nvContentPartPr>
              <p14:xfrm>
                <a:off x="11217979" y="1939737"/>
                <a:ext cx="204480" cy="227160"/>
              </p14:xfrm>
            </p:contentPart>
          </mc:Choice>
          <mc:Fallback xmlns="">
            <p:pic>
              <p:nvPicPr>
                <p:cNvPr id="128" name="Inkt 127">
                  <a:extLst>
                    <a:ext uri="{FF2B5EF4-FFF2-40B4-BE49-F238E27FC236}">
                      <a16:creationId xmlns:a16="http://schemas.microsoft.com/office/drawing/2014/main" id="{00F2B663-041B-9D92-B7E9-51D9A7772E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08979" y="1931097"/>
                  <a:ext cx="22212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29" name="Inkt 128">
                <a:extLst>
                  <a:ext uri="{FF2B5EF4-FFF2-40B4-BE49-F238E27FC236}">
                    <a16:creationId xmlns:a16="http://schemas.microsoft.com/office/drawing/2014/main" id="{16DC40B5-85A3-9145-B33A-44FB8622925F}"/>
                  </a:ext>
                </a:extLst>
              </p14:cNvPr>
              <p14:cNvContentPartPr/>
              <p14:nvPr/>
            </p14:nvContentPartPr>
            <p14:xfrm>
              <a:off x="10222334" y="2357953"/>
              <a:ext cx="117450" cy="156060"/>
            </p14:xfrm>
          </p:contentPart>
        </mc:Choice>
        <mc:Fallback>
          <p:pic>
            <p:nvPicPr>
              <p:cNvPr id="129" name="Inkt 128">
                <a:extLst>
                  <a:ext uri="{FF2B5EF4-FFF2-40B4-BE49-F238E27FC236}">
                    <a16:creationId xmlns:a16="http://schemas.microsoft.com/office/drawing/2014/main" id="{16DC40B5-85A3-9145-B33A-44FB8622925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213355" y="2348984"/>
                <a:ext cx="135050" cy="1736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4" name="Inkt 133">
                <a:extLst>
                  <a:ext uri="{FF2B5EF4-FFF2-40B4-BE49-F238E27FC236}">
                    <a16:creationId xmlns:a16="http://schemas.microsoft.com/office/drawing/2014/main" id="{031503F9-B7B8-C817-21E4-2AA99E5944A1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4" name="Inkt 133">
                <a:extLst>
                  <a:ext uri="{FF2B5EF4-FFF2-40B4-BE49-F238E27FC236}">
                    <a16:creationId xmlns:a16="http://schemas.microsoft.com/office/drawing/2014/main" id="{031503F9-B7B8-C817-21E4-2AA99E5944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5" name="Inkt 134">
                <a:extLst>
                  <a:ext uri="{FF2B5EF4-FFF2-40B4-BE49-F238E27FC236}">
                    <a16:creationId xmlns:a16="http://schemas.microsoft.com/office/drawing/2014/main" id="{7A151DC6-EDA7-2FF2-455A-EEB7311FBCA1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5" name="Inkt 134">
                <a:extLst>
                  <a:ext uri="{FF2B5EF4-FFF2-40B4-BE49-F238E27FC236}">
                    <a16:creationId xmlns:a16="http://schemas.microsoft.com/office/drawing/2014/main" id="{7A151DC6-EDA7-2FF2-455A-EEB7311FBC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Tekstvak 135">
            <a:extLst>
              <a:ext uri="{FF2B5EF4-FFF2-40B4-BE49-F238E27FC236}">
                <a16:creationId xmlns:a16="http://schemas.microsoft.com/office/drawing/2014/main" id="{36D5B962-D6C6-9D60-3DFB-D9F9938AA401}"/>
              </a:ext>
            </a:extLst>
          </p:cNvPr>
          <p:cNvSpPr txBox="1"/>
          <p:nvPr/>
        </p:nvSpPr>
        <p:spPr>
          <a:xfrm rot="21210967">
            <a:off x="2564074" y="1946168"/>
            <a:ext cx="9252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Ik wil 10%</a:t>
            </a:r>
          </a:p>
        </p:txBody>
      </p: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C71107F5-20BB-FE81-0681-2D6124F67693}"/>
              </a:ext>
            </a:extLst>
          </p:cNvPr>
          <p:cNvGrpSpPr/>
          <p:nvPr/>
        </p:nvGrpSpPr>
        <p:grpSpPr>
          <a:xfrm>
            <a:off x="6595964" y="2718133"/>
            <a:ext cx="368550" cy="184140"/>
            <a:chOff x="6762619" y="2481177"/>
            <a:chExt cx="49140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3" name="Inkt 72">
                  <a:extLst>
                    <a:ext uri="{FF2B5EF4-FFF2-40B4-BE49-F238E27FC236}">
                      <a16:creationId xmlns:a16="http://schemas.microsoft.com/office/drawing/2014/main" id="{7CBBC7C1-2295-2A0D-15D9-3FD9446A7BD4}"/>
                    </a:ext>
                  </a:extLst>
                </p14:cNvPr>
                <p14:cNvContentPartPr/>
                <p14:nvPr/>
              </p14:nvContentPartPr>
              <p14:xfrm>
                <a:off x="6762619" y="2481177"/>
                <a:ext cx="27720" cy="230400"/>
              </p14:xfrm>
            </p:contentPart>
          </mc:Choice>
          <mc:Fallback xmlns="">
            <p:pic>
              <p:nvPicPr>
                <p:cNvPr id="73" name="Inkt 72">
                  <a:extLst>
                    <a:ext uri="{FF2B5EF4-FFF2-40B4-BE49-F238E27FC236}">
                      <a16:creationId xmlns:a16="http://schemas.microsoft.com/office/drawing/2014/main" id="{7CBBC7C1-2295-2A0D-15D9-3FD9446A7BD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53619" y="2472537"/>
                  <a:ext cx="45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4" name="Inkt 73">
                  <a:extLst>
                    <a:ext uri="{FF2B5EF4-FFF2-40B4-BE49-F238E27FC236}">
                      <a16:creationId xmlns:a16="http://schemas.microsoft.com/office/drawing/2014/main" id="{EE92E626-99FB-6F45-0A1C-9554317ECAB6}"/>
                    </a:ext>
                  </a:extLst>
                </p14:cNvPr>
                <p14:cNvContentPartPr/>
                <p14:nvPr/>
              </p14:nvContentPartPr>
              <p14:xfrm>
                <a:off x="6962779" y="2557497"/>
                <a:ext cx="125640" cy="169200"/>
              </p14:xfrm>
            </p:contentPart>
          </mc:Choice>
          <mc:Fallback xmlns="">
            <p:pic>
              <p:nvPicPr>
                <p:cNvPr id="74" name="Inkt 73">
                  <a:extLst>
                    <a:ext uri="{FF2B5EF4-FFF2-40B4-BE49-F238E27FC236}">
                      <a16:creationId xmlns:a16="http://schemas.microsoft.com/office/drawing/2014/main" id="{EE92E626-99FB-6F45-0A1C-9554317ECAB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53779" y="2548857"/>
                  <a:ext cx="143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5" name="Inkt 74">
                  <a:extLst>
                    <a:ext uri="{FF2B5EF4-FFF2-40B4-BE49-F238E27FC236}">
                      <a16:creationId xmlns:a16="http://schemas.microsoft.com/office/drawing/2014/main" id="{8BFDBCFD-A76A-9582-03B3-71AD7D2BDD10}"/>
                    </a:ext>
                  </a:extLst>
                </p14:cNvPr>
                <p14:cNvContentPartPr/>
                <p14:nvPr/>
              </p14:nvContentPartPr>
              <p14:xfrm>
                <a:off x="7230619" y="2554257"/>
                <a:ext cx="23400" cy="163440"/>
              </p14:xfrm>
            </p:contentPart>
          </mc:Choice>
          <mc:Fallback xmlns="">
            <p:pic>
              <p:nvPicPr>
                <p:cNvPr id="75" name="Inkt 74">
                  <a:extLst>
                    <a:ext uri="{FF2B5EF4-FFF2-40B4-BE49-F238E27FC236}">
                      <a16:creationId xmlns:a16="http://schemas.microsoft.com/office/drawing/2014/main" id="{8BFDBCFD-A76A-9582-03B3-71AD7D2BDD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21619" y="2545617"/>
                  <a:ext cx="4104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16" name="Inkt 115">
                <a:extLst>
                  <a:ext uri="{FF2B5EF4-FFF2-40B4-BE49-F238E27FC236}">
                    <a16:creationId xmlns:a16="http://schemas.microsoft.com/office/drawing/2014/main" id="{1E5607D0-3CFD-1774-7061-4C0D428EC598}"/>
                  </a:ext>
                </a:extLst>
              </p14:cNvPr>
              <p14:cNvContentPartPr/>
              <p14:nvPr/>
            </p14:nvContentPartPr>
            <p14:xfrm>
              <a:off x="9203354" y="2020993"/>
              <a:ext cx="69930" cy="58050"/>
            </p14:xfrm>
          </p:contentPart>
        </mc:Choice>
        <mc:Fallback>
          <p:pic>
            <p:nvPicPr>
              <p:cNvPr id="116" name="Inkt 115">
                <a:extLst>
                  <a:ext uri="{FF2B5EF4-FFF2-40B4-BE49-F238E27FC236}">
                    <a16:creationId xmlns:a16="http://schemas.microsoft.com/office/drawing/2014/main" id="{1E5607D0-3CFD-1774-7061-4C0D428EC59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194389" y="2012035"/>
                <a:ext cx="87502" cy="75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17" name="Inkt 116">
                <a:extLst>
                  <a:ext uri="{FF2B5EF4-FFF2-40B4-BE49-F238E27FC236}">
                    <a16:creationId xmlns:a16="http://schemas.microsoft.com/office/drawing/2014/main" id="{82FDFE48-DDEA-8AAD-6896-A34F7F333DD9}"/>
                  </a:ext>
                </a:extLst>
              </p14:cNvPr>
              <p14:cNvContentPartPr/>
              <p14:nvPr/>
            </p14:nvContentPartPr>
            <p14:xfrm>
              <a:off x="9300284" y="2075263"/>
              <a:ext cx="14580" cy="35370"/>
            </p14:xfrm>
          </p:contentPart>
        </mc:Choice>
        <mc:Fallback>
          <p:pic>
            <p:nvPicPr>
              <p:cNvPr id="117" name="Inkt 116">
                <a:extLst>
                  <a:ext uri="{FF2B5EF4-FFF2-40B4-BE49-F238E27FC236}">
                    <a16:creationId xmlns:a16="http://schemas.microsoft.com/office/drawing/2014/main" id="{82FDFE48-DDEA-8AAD-6896-A34F7F333DD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291605" y="2066331"/>
                <a:ext cx="31590" cy="52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19" name="Inkt 118">
                <a:extLst>
                  <a:ext uri="{FF2B5EF4-FFF2-40B4-BE49-F238E27FC236}">
                    <a16:creationId xmlns:a16="http://schemas.microsoft.com/office/drawing/2014/main" id="{55FE949C-C41F-4C36-F090-2870C9B3A347}"/>
                  </a:ext>
                </a:extLst>
              </p14:cNvPr>
              <p14:cNvContentPartPr/>
              <p14:nvPr/>
            </p14:nvContentPartPr>
            <p14:xfrm>
              <a:off x="9491984" y="2042053"/>
              <a:ext cx="5400" cy="57240"/>
            </p14:xfrm>
          </p:contentPart>
        </mc:Choice>
        <mc:Fallback>
          <p:pic>
            <p:nvPicPr>
              <p:cNvPr id="119" name="Inkt 118">
                <a:extLst>
                  <a:ext uri="{FF2B5EF4-FFF2-40B4-BE49-F238E27FC236}">
                    <a16:creationId xmlns:a16="http://schemas.microsoft.com/office/drawing/2014/main" id="{55FE949C-C41F-4C36-F090-2870C9B3A34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482984" y="2033053"/>
                <a:ext cx="23040" cy="7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0936F49-1929-4017-A08A-3F311D818303}"/>
              </a:ext>
            </a:extLst>
          </p:cNvPr>
          <p:cNvGrpSpPr/>
          <p:nvPr/>
        </p:nvGrpSpPr>
        <p:grpSpPr>
          <a:xfrm>
            <a:off x="8743814" y="1996153"/>
            <a:ext cx="347220" cy="73980"/>
            <a:chOff x="9626419" y="1518537"/>
            <a:chExt cx="46296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8" name="Inkt 107">
                  <a:extLst>
                    <a:ext uri="{FF2B5EF4-FFF2-40B4-BE49-F238E27FC236}">
                      <a16:creationId xmlns:a16="http://schemas.microsoft.com/office/drawing/2014/main" id="{445969DB-370F-B37C-F087-CEB02C9127D8}"/>
                    </a:ext>
                  </a:extLst>
                </p14:cNvPr>
                <p14:cNvContentPartPr/>
                <p14:nvPr/>
              </p14:nvContentPartPr>
              <p14:xfrm>
                <a:off x="9626419" y="1518537"/>
                <a:ext cx="79920" cy="73800"/>
              </p14:xfrm>
            </p:contentPart>
          </mc:Choice>
          <mc:Fallback xmlns="">
            <p:pic>
              <p:nvPicPr>
                <p:cNvPr id="108" name="Inkt 107">
                  <a:extLst>
                    <a:ext uri="{FF2B5EF4-FFF2-40B4-BE49-F238E27FC236}">
                      <a16:creationId xmlns:a16="http://schemas.microsoft.com/office/drawing/2014/main" id="{445969DB-370F-B37C-F087-CEB02C9127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17419" y="1509897"/>
                  <a:ext cx="97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9" name="Inkt 108">
                  <a:extLst>
                    <a:ext uri="{FF2B5EF4-FFF2-40B4-BE49-F238E27FC236}">
                      <a16:creationId xmlns:a16="http://schemas.microsoft.com/office/drawing/2014/main" id="{6A29CF2F-3977-D808-4E11-249759915EFF}"/>
                    </a:ext>
                  </a:extLst>
                </p14:cNvPr>
                <p14:cNvContentPartPr/>
                <p14:nvPr/>
              </p14:nvContentPartPr>
              <p14:xfrm>
                <a:off x="9836659" y="1525017"/>
                <a:ext cx="41760" cy="80280"/>
              </p14:xfrm>
            </p:contentPart>
          </mc:Choice>
          <mc:Fallback xmlns="">
            <p:pic>
              <p:nvPicPr>
                <p:cNvPr id="109" name="Inkt 108">
                  <a:extLst>
                    <a:ext uri="{FF2B5EF4-FFF2-40B4-BE49-F238E27FC236}">
                      <a16:creationId xmlns:a16="http://schemas.microsoft.com/office/drawing/2014/main" id="{6A29CF2F-3977-D808-4E11-249759915EF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827659" y="1516017"/>
                  <a:ext cx="59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10" name="Inkt 109">
                  <a:extLst>
                    <a:ext uri="{FF2B5EF4-FFF2-40B4-BE49-F238E27FC236}">
                      <a16:creationId xmlns:a16="http://schemas.microsoft.com/office/drawing/2014/main" id="{5D5891F1-598B-AB8D-7934-C2F61C4C9046}"/>
                    </a:ext>
                  </a:extLst>
                </p14:cNvPr>
                <p14:cNvContentPartPr/>
                <p14:nvPr/>
              </p14:nvContentPartPr>
              <p14:xfrm>
                <a:off x="9814339" y="1546977"/>
                <a:ext cx="360" cy="360"/>
              </p14:xfrm>
            </p:contentPart>
          </mc:Choice>
          <mc:Fallback xmlns="">
            <p:pic>
              <p:nvPicPr>
                <p:cNvPr id="110" name="Inkt 109">
                  <a:extLst>
                    <a:ext uri="{FF2B5EF4-FFF2-40B4-BE49-F238E27FC236}">
                      <a16:creationId xmlns:a16="http://schemas.microsoft.com/office/drawing/2014/main" id="{5D5891F1-598B-AB8D-7934-C2F61C4C90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05699" y="15383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1" name="Inkt 110">
                  <a:extLst>
                    <a:ext uri="{FF2B5EF4-FFF2-40B4-BE49-F238E27FC236}">
                      <a16:creationId xmlns:a16="http://schemas.microsoft.com/office/drawing/2014/main" id="{1DF518B1-B247-D5A7-B912-C1363AF43F51}"/>
                    </a:ext>
                  </a:extLst>
                </p14:cNvPr>
                <p14:cNvContentPartPr/>
                <p14:nvPr/>
              </p14:nvContentPartPr>
              <p14:xfrm>
                <a:off x="9906499" y="1601337"/>
                <a:ext cx="3240" cy="8640"/>
              </p14:xfrm>
            </p:contentPart>
          </mc:Choice>
          <mc:Fallback xmlns="">
            <p:pic>
              <p:nvPicPr>
                <p:cNvPr id="111" name="Inkt 110">
                  <a:extLst>
                    <a:ext uri="{FF2B5EF4-FFF2-40B4-BE49-F238E27FC236}">
                      <a16:creationId xmlns:a16="http://schemas.microsoft.com/office/drawing/2014/main" id="{1DF518B1-B247-D5A7-B912-C1363AF43F5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97859" y="1592697"/>
                  <a:ext cx="20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2" name="Inkt 111">
                  <a:extLst>
                    <a:ext uri="{FF2B5EF4-FFF2-40B4-BE49-F238E27FC236}">
                      <a16:creationId xmlns:a16="http://schemas.microsoft.com/office/drawing/2014/main" id="{757C6C3E-8C41-34B1-16F3-252D23B9E143}"/>
                    </a:ext>
                  </a:extLst>
                </p14:cNvPr>
                <p14:cNvContentPartPr/>
                <p14:nvPr/>
              </p14:nvContentPartPr>
              <p14:xfrm>
                <a:off x="10005499" y="1563177"/>
                <a:ext cx="43920" cy="360"/>
              </p14:xfrm>
            </p:contentPart>
          </mc:Choice>
          <mc:Fallback xmlns="">
            <p:pic>
              <p:nvPicPr>
                <p:cNvPr id="112" name="Inkt 111">
                  <a:extLst>
                    <a:ext uri="{FF2B5EF4-FFF2-40B4-BE49-F238E27FC236}">
                      <a16:creationId xmlns:a16="http://schemas.microsoft.com/office/drawing/2014/main" id="{757C6C3E-8C41-34B1-16F3-252D23B9E14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96859" y="1554177"/>
                  <a:ext cx="6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3" name="Inkt 112">
                  <a:extLst>
                    <a:ext uri="{FF2B5EF4-FFF2-40B4-BE49-F238E27FC236}">
                      <a16:creationId xmlns:a16="http://schemas.microsoft.com/office/drawing/2014/main" id="{2E9F9FA1-C504-3F5C-B492-3670934D9C23}"/>
                    </a:ext>
                  </a:extLst>
                </p14:cNvPr>
                <p14:cNvContentPartPr/>
                <p14:nvPr/>
              </p14:nvContentPartPr>
              <p14:xfrm>
                <a:off x="10012339" y="1601697"/>
                <a:ext cx="77040" cy="3240"/>
              </p14:xfrm>
            </p:contentPart>
          </mc:Choice>
          <mc:Fallback xmlns="">
            <p:pic>
              <p:nvPicPr>
                <p:cNvPr id="113" name="Inkt 112">
                  <a:extLst>
                    <a:ext uri="{FF2B5EF4-FFF2-40B4-BE49-F238E27FC236}">
                      <a16:creationId xmlns:a16="http://schemas.microsoft.com/office/drawing/2014/main" id="{2E9F9FA1-C504-3F5C-B492-3670934D9C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03339" y="1593057"/>
                  <a:ext cx="94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0" name="Inkt 169">
                  <a:extLst>
                    <a:ext uri="{FF2B5EF4-FFF2-40B4-BE49-F238E27FC236}">
                      <a16:creationId xmlns:a16="http://schemas.microsoft.com/office/drawing/2014/main" id="{0B158020-39F3-D8B0-3189-774A06338CA6}"/>
                    </a:ext>
                  </a:extLst>
                </p14:cNvPr>
                <p14:cNvContentPartPr/>
                <p14:nvPr/>
              </p14:nvContentPartPr>
              <p14:xfrm>
                <a:off x="9763579" y="1534737"/>
                <a:ext cx="47520" cy="82440"/>
              </p14:xfrm>
            </p:contentPart>
          </mc:Choice>
          <mc:Fallback xmlns="">
            <p:pic>
              <p:nvPicPr>
                <p:cNvPr id="170" name="Inkt 169">
                  <a:extLst>
                    <a:ext uri="{FF2B5EF4-FFF2-40B4-BE49-F238E27FC236}">
                      <a16:creationId xmlns:a16="http://schemas.microsoft.com/office/drawing/2014/main" id="{0B158020-39F3-D8B0-3189-774A06338CA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54579" y="1526097"/>
                  <a:ext cx="651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3" name="Inkt 172">
                  <a:extLst>
                    <a:ext uri="{FF2B5EF4-FFF2-40B4-BE49-F238E27FC236}">
                      <a16:creationId xmlns:a16="http://schemas.microsoft.com/office/drawing/2014/main" id="{13C5E8A5-471B-7FE8-F441-54ADC0D0C321}"/>
                    </a:ext>
                  </a:extLst>
                </p14:cNvPr>
                <p14:cNvContentPartPr/>
                <p14:nvPr/>
              </p14:nvContentPartPr>
              <p14:xfrm>
                <a:off x="9831619" y="1523217"/>
                <a:ext cx="360" cy="360"/>
              </p14:xfrm>
            </p:contentPart>
          </mc:Choice>
          <mc:Fallback xmlns="">
            <p:pic>
              <p:nvPicPr>
                <p:cNvPr id="173" name="Inkt 172">
                  <a:extLst>
                    <a:ext uri="{FF2B5EF4-FFF2-40B4-BE49-F238E27FC236}">
                      <a16:creationId xmlns:a16="http://schemas.microsoft.com/office/drawing/2014/main" id="{13C5E8A5-471B-7FE8-F441-54ADC0D0C3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22979" y="15145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12757B09-2F16-DE36-24AD-27FA39D0618B}"/>
              </a:ext>
            </a:extLst>
          </p:cNvPr>
          <p:cNvGrpSpPr/>
          <p:nvPr/>
        </p:nvGrpSpPr>
        <p:grpSpPr>
          <a:xfrm>
            <a:off x="9440684" y="2045833"/>
            <a:ext cx="171450" cy="47520"/>
            <a:chOff x="10555579" y="1584777"/>
            <a:chExt cx="228600" cy="6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76" name="Inkt 175">
                  <a:extLst>
                    <a:ext uri="{FF2B5EF4-FFF2-40B4-BE49-F238E27FC236}">
                      <a16:creationId xmlns:a16="http://schemas.microsoft.com/office/drawing/2014/main" id="{D64AAE82-CFD7-5EDD-2925-4DAE5A470244}"/>
                    </a:ext>
                  </a:extLst>
                </p14:cNvPr>
                <p14:cNvContentPartPr/>
                <p14:nvPr/>
              </p14:nvContentPartPr>
              <p14:xfrm>
                <a:off x="10555579" y="1584777"/>
                <a:ext cx="79560" cy="40320"/>
              </p14:xfrm>
            </p:contentPart>
          </mc:Choice>
          <mc:Fallback xmlns="">
            <p:pic>
              <p:nvPicPr>
                <p:cNvPr id="176" name="Inkt 175">
                  <a:extLst>
                    <a:ext uri="{FF2B5EF4-FFF2-40B4-BE49-F238E27FC236}">
                      <a16:creationId xmlns:a16="http://schemas.microsoft.com/office/drawing/2014/main" id="{D64AAE82-CFD7-5EDD-2925-4DAE5A4702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46939" y="1576137"/>
                  <a:ext cx="97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7" name="Inkt 176">
                  <a:extLst>
                    <a:ext uri="{FF2B5EF4-FFF2-40B4-BE49-F238E27FC236}">
                      <a16:creationId xmlns:a16="http://schemas.microsoft.com/office/drawing/2014/main" id="{420D07FC-1F32-A7BA-FF0F-88CE7A380431}"/>
                    </a:ext>
                  </a:extLst>
                </p14:cNvPr>
                <p14:cNvContentPartPr/>
                <p14:nvPr/>
              </p14:nvContentPartPr>
              <p14:xfrm>
                <a:off x="10710019" y="1587297"/>
                <a:ext cx="74160" cy="60840"/>
              </p14:xfrm>
            </p:contentPart>
          </mc:Choice>
          <mc:Fallback xmlns="">
            <p:pic>
              <p:nvPicPr>
                <p:cNvPr id="177" name="Inkt 176">
                  <a:extLst>
                    <a:ext uri="{FF2B5EF4-FFF2-40B4-BE49-F238E27FC236}">
                      <a16:creationId xmlns:a16="http://schemas.microsoft.com/office/drawing/2014/main" id="{420D07FC-1F32-A7BA-FF0F-88CE7A38043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01019" y="1578297"/>
                  <a:ext cx="918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ep 182">
            <a:extLst>
              <a:ext uri="{FF2B5EF4-FFF2-40B4-BE49-F238E27FC236}">
                <a16:creationId xmlns:a16="http://schemas.microsoft.com/office/drawing/2014/main" id="{6B7BA87F-08C2-1A61-7E40-17BD0960F90F}"/>
              </a:ext>
            </a:extLst>
          </p:cNvPr>
          <p:cNvGrpSpPr/>
          <p:nvPr/>
        </p:nvGrpSpPr>
        <p:grpSpPr>
          <a:xfrm>
            <a:off x="7734554" y="2465953"/>
            <a:ext cx="112590" cy="100170"/>
            <a:chOff x="8280739" y="2144937"/>
            <a:chExt cx="150120" cy="1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0" name="Inkt 179">
                  <a:extLst>
                    <a:ext uri="{FF2B5EF4-FFF2-40B4-BE49-F238E27FC236}">
                      <a16:creationId xmlns:a16="http://schemas.microsoft.com/office/drawing/2014/main" id="{42A0864F-C398-A1B5-0E03-05B992856B30}"/>
                    </a:ext>
                  </a:extLst>
                </p14:cNvPr>
                <p14:cNvContentPartPr/>
                <p14:nvPr/>
              </p14:nvContentPartPr>
              <p14:xfrm>
                <a:off x="8280739" y="2144937"/>
                <a:ext cx="133560" cy="133560"/>
              </p14:xfrm>
            </p:contentPart>
          </mc:Choice>
          <mc:Fallback xmlns="">
            <p:pic>
              <p:nvPicPr>
                <p:cNvPr id="180" name="Inkt 179">
                  <a:extLst>
                    <a:ext uri="{FF2B5EF4-FFF2-40B4-BE49-F238E27FC236}">
                      <a16:creationId xmlns:a16="http://schemas.microsoft.com/office/drawing/2014/main" id="{42A0864F-C398-A1B5-0E03-05B992856B3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71739" y="2135937"/>
                  <a:ext cx="151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1" name="Inkt 180">
                  <a:extLst>
                    <a:ext uri="{FF2B5EF4-FFF2-40B4-BE49-F238E27FC236}">
                      <a16:creationId xmlns:a16="http://schemas.microsoft.com/office/drawing/2014/main" id="{E906555E-9952-16F4-70E6-E74337985F83}"/>
                    </a:ext>
                  </a:extLst>
                </p14:cNvPr>
                <p14:cNvContentPartPr/>
                <p14:nvPr/>
              </p14:nvContentPartPr>
              <p14:xfrm>
                <a:off x="8332219" y="2184897"/>
                <a:ext cx="98640" cy="85320"/>
              </p14:xfrm>
            </p:contentPart>
          </mc:Choice>
          <mc:Fallback xmlns="">
            <p:pic>
              <p:nvPicPr>
                <p:cNvPr id="181" name="Inkt 180">
                  <a:extLst>
                    <a:ext uri="{FF2B5EF4-FFF2-40B4-BE49-F238E27FC236}">
                      <a16:creationId xmlns:a16="http://schemas.microsoft.com/office/drawing/2014/main" id="{E906555E-9952-16F4-70E6-E74337985F8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323579" y="2175897"/>
                  <a:ext cx="11628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ep 186">
            <a:extLst>
              <a:ext uri="{FF2B5EF4-FFF2-40B4-BE49-F238E27FC236}">
                <a16:creationId xmlns:a16="http://schemas.microsoft.com/office/drawing/2014/main" id="{DD9378A1-BBF3-2B86-AD55-24CE44AB74C0}"/>
              </a:ext>
            </a:extLst>
          </p:cNvPr>
          <p:cNvGrpSpPr/>
          <p:nvPr/>
        </p:nvGrpSpPr>
        <p:grpSpPr>
          <a:xfrm>
            <a:off x="9397214" y="2512393"/>
            <a:ext cx="144990" cy="127170"/>
            <a:chOff x="10497619" y="2206857"/>
            <a:chExt cx="19332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4" name="Inkt 183">
                  <a:extLst>
                    <a:ext uri="{FF2B5EF4-FFF2-40B4-BE49-F238E27FC236}">
                      <a16:creationId xmlns:a16="http://schemas.microsoft.com/office/drawing/2014/main" id="{CB8F21D9-D656-119E-05DA-086802F7EBA2}"/>
                    </a:ext>
                  </a:extLst>
                </p14:cNvPr>
                <p14:cNvContentPartPr/>
                <p14:nvPr/>
              </p14:nvContentPartPr>
              <p14:xfrm>
                <a:off x="10497619" y="2206857"/>
                <a:ext cx="183960" cy="169560"/>
              </p14:xfrm>
            </p:contentPart>
          </mc:Choice>
          <mc:Fallback xmlns="">
            <p:pic>
              <p:nvPicPr>
                <p:cNvPr id="184" name="Inkt 183">
                  <a:extLst>
                    <a:ext uri="{FF2B5EF4-FFF2-40B4-BE49-F238E27FC236}">
                      <a16:creationId xmlns:a16="http://schemas.microsoft.com/office/drawing/2014/main" id="{CB8F21D9-D656-119E-05DA-086802F7EB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88979" y="2197857"/>
                  <a:ext cx="201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5" name="Inkt 184">
                  <a:extLst>
                    <a:ext uri="{FF2B5EF4-FFF2-40B4-BE49-F238E27FC236}">
                      <a16:creationId xmlns:a16="http://schemas.microsoft.com/office/drawing/2014/main" id="{494A5CBA-5436-C498-09F0-28E7442D4769}"/>
                    </a:ext>
                  </a:extLst>
                </p14:cNvPr>
                <p14:cNvContentPartPr/>
                <p14:nvPr/>
              </p14:nvContentPartPr>
              <p14:xfrm>
                <a:off x="10520659" y="2250057"/>
                <a:ext cx="170280" cy="115920"/>
              </p14:xfrm>
            </p:contentPart>
          </mc:Choice>
          <mc:Fallback xmlns="">
            <p:pic>
              <p:nvPicPr>
                <p:cNvPr id="185" name="Inkt 184">
                  <a:extLst>
                    <a:ext uri="{FF2B5EF4-FFF2-40B4-BE49-F238E27FC236}">
                      <a16:creationId xmlns:a16="http://schemas.microsoft.com/office/drawing/2014/main" id="{494A5CBA-5436-C498-09F0-28E7442D476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12019" y="2241057"/>
                  <a:ext cx="18792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1E4CA699-9F6A-A5BD-538A-B77F0DEB898A}"/>
                  </a:ext>
                </a:extLst>
              </p14:cNvPr>
              <p14:cNvContentPartPr/>
              <p14:nvPr/>
            </p14:nvContentPartPr>
            <p14:xfrm>
              <a:off x="4022324" y="2927923"/>
              <a:ext cx="2713230" cy="506520"/>
            </p14:xfrm>
          </p:contentPart>
        </mc:Choice>
        <mc:Fallback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1E4CA699-9F6A-A5BD-538A-B77F0DEB898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013324" y="2918923"/>
                <a:ext cx="2730869" cy="52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ep 91">
            <a:extLst>
              <a:ext uri="{FF2B5EF4-FFF2-40B4-BE49-F238E27FC236}">
                <a16:creationId xmlns:a16="http://schemas.microsoft.com/office/drawing/2014/main" id="{01A2D64D-A516-7CEA-4601-ECC362F1E646}"/>
              </a:ext>
            </a:extLst>
          </p:cNvPr>
          <p:cNvGrpSpPr/>
          <p:nvPr/>
        </p:nvGrpSpPr>
        <p:grpSpPr>
          <a:xfrm>
            <a:off x="6589484" y="2241583"/>
            <a:ext cx="89100" cy="199800"/>
            <a:chOff x="6753979" y="1845777"/>
            <a:chExt cx="11880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Inkt 87">
                  <a:extLst>
                    <a:ext uri="{FF2B5EF4-FFF2-40B4-BE49-F238E27FC236}">
                      <a16:creationId xmlns:a16="http://schemas.microsoft.com/office/drawing/2014/main" id="{ABA7E503-6FEA-485A-56A3-C18DDE7BD548}"/>
                    </a:ext>
                  </a:extLst>
                </p14:cNvPr>
                <p14:cNvContentPartPr/>
                <p14:nvPr/>
              </p14:nvContentPartPr>
              <p14:xfrm>
                <a:off x="6753979" y="1856577"/>
                <a:ext cx="80280" cy="41760"/>
              </p14:xfrm>
            </p:contentPart>
          </mc:Choice>
          <mc:Fallback xmlns="">
            <p:pic>
              <p:nvPicPr>
                <p:cNvPr id="88" name="Inkt 87">
                  <a:extLst>
                    <a:ext uri="{FF2B5EF4-FFF2-40B4-BE49-F238E27FC236}">
                      <a16:creationId xmlns:a16="http://schemas.microsoft.com/office/drawing/2014/main" id="{ABA7E503-6FEA-485A-56A3-C18DDE7BD54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45339" y="1847937"/>
                  <a:ext cx="97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Inkt 88">
                  <a:extLst>
                    <a:ext uri="{FF2B5EF4-FFF2-40B4-BE49-F238E27FC236}">
                      <a16:creationId xmlns:a16="http://schemas.microsoft.com/office/drawing/2014/main" id="{E2C565E7-9DB4-1D6F-C537-FB7CA2A741B9}"/>
                    </a:ext>
                  </a:extLst>
                </p14:cNvPr>
                <p14:cNvContentPartPr/>
                <p14:nvPr/>
              </p14:nvContentPartPr>
              <p14:xfrm>
                <a:off x="6833179" y="1845777"/>
                <a:ext cx="39600" cy="65880"/>
              </p14:xfrm>
            </p:contentPart>
          </mc:Choice>
          <mc:Fallback xmlns="">
            <p:pic>
              <p:nvPicPr>
                <p:cNvPr id="89" name="Inkt 88">
                  <a:extLst>
                    <a:ext uri="{FF2B5EF4-FFF2-40B4-BE49-F238E27FC236}">
                      <a16:creationId xmlns:a16="http://schemas.microsoft.com/office/drawing/2014/main" id="{E2C565E7-9DB4-1D6F-C537-FB7CA2A741B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24179" y="1836777"/>
                  <a:ext cx="57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Inkt 89">
                  <a:extLst>
                    <a:ext uri="{FF2B5EF4-FFF2-40B4-BE49-F238E27FC236}">
                      <a16:creationId xmlns:a16="http://schemas.microsoft.com/office/drawing/2014/main" id="{E8CBABBA-219D-4FD2-9E63-1F72BF60C1D1}"/>
                    </a:ext>
                  </a:extLst>
                </p14:cNvPr>
                <p14:cNvContentPartPr/>
                <p14:nvPr/>
              </p14:nvContentPartPr>
              <p14:xfrm>
                <a:off x="6824899" y="1914177"/>
                <a:ext cx="36720" cy="198000"/>
              </p14:xfrm>
            </p:contentPart>
          </mc:Choice>
          <mc:Fallback xmlns="">
            <p:pic>
              <p:nvPicPr>
                <p:cNvPr id="90" name="Inkt 89">
                  <a:extLst>
                    <a:ext uri="{FF2B5EF4-FFF2-40B4-BE49-F238E27FC236}">
                      <a16:creationId xmlns:a16="http://schemas.microsoft.com/office/drawing/2014/main" id="{E8CBABBA-219D-4FD2-9E63-1F72BF60C1D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15899" y="1905177"/>
                  <a:ext cx="5436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ep 105">
            <a:extLst>
              <a:ext uri="{FF2B5EF4-FFF2-40B4-BE49-F238E27FC236}">
                <a16:creationId xmlns:a16="http://schemas.microsoft.com/office/drawing/2014/main" id="{2D3797AC-BE89-1E6F-1E64-0A95E5F605A6}"/>
              </a:ext>
            </a:extLst>
          </p:cNvPr>
          <p:cNvGrpSpPr/>
          <p:nvPr/>
        </p:nvGrpSpPr>
        <p:grpSpPr>
          <a:xfrm>
            <a:off x="6541964" y="4153723"/>
            <a:ext cx="429840" cy="159570"/>
            <a:chOff x="6690619" y="4395297"/>
            <a:chExt cx="57312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Inkt 92">
                  <a:extLst>
                    <a:ext uri="{FF2B5EF4-FFF2-40B4-BE49-F238E27FC236}">
                      <a16:creationId xmlns:a16="http://schemas.microsoft.com/office/drawing/2014/main" id="{17AAEE42-5BC0-74D0-7280-C2671C18C23E}"/>
                    </a:ext>
                  </a:extLst>
                </p14:cNvPr>
                <p14:cNvContentPartPr/>
                <p14:nvPr/>
              </p14:nvContentPartPr>
              <p14:xfrm>
                <a:off x="6690619" y="4395297"/>
                <a:ext cx="183960" cy="212760"/>
              </p14:xfrm>
            </p:contentPart>
          </mc:Choice>
          <mc:Fallback xmlns="">
            <p:pic>
              <p:nvPicPr>
                <p:cNvPr id="93" name="Inkt 92">
                  <a:extLst>
                    <a:ext uri="{FF2B5EF4-FFF2-40B4-BE49-F238E27FC236}">
                      <a16:creationId xmlns:a16="http://schemas.microsoft.com/office/drawing/2014/main" id="{17AAEE42-5BC0-74D0-7280-C2671C18C23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81979" y="4386297"/>
                  <a:ext cx="201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Inkt 93">
                  <a:extLst>
                    <a:ext uri="{FF2B5EF4-FFF2-40B4-BE49-F238E27FC236}">
                      <a16:creationId xmlns:a16="http://schemas.microsoft.com/office/drawing/2014/main" id="{4D086F8C-7B85-8305-F378-5890E1CDA781}"/>
                    </a:ext>
                  </a:extLst>
                </p14:cNvPr>
                <p14:cNvContentPartPr/>
                <p14:nvPr/>
              </p14:nvContentPartPr>
              <p14:xfrm>
                <a:off x="6984019" y="4413657"/>
                <a:ext cx="89280" cy="150480"/>
              </p14:xfrm>
            </p:contentPart>
          </mc:Choice>
          <mc:Fallback xmlns="">
            <p:pic>
              <p:nvPicPr>
                <p:cNvPr id="94" name="Inkt 93">
                  <a:extLst>
                    <a:ext uri="{FF2B5EF4-FFF2-40B4-BE49-F238E27FC236}">
                      <a16:creationId xmlns:a16="http://schemas.microsoft.com/office/drawing/2014/main" id="{4D086F8C-7B85-8305-F378-5890E1CDA78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75379" y="4404657"/>
                  <a:ext cx="106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8" name="Inkt 97">
                  <a:extLst>
                    <a:ext uri="{FF2B5EF4-FFF2-40B4-BE49-F238E27FC236}">
                      <a16:creationId xmlns:a16="http://schemas.microsoft.com/office/drawing/2014/main" id="{A973F286-A95C-77B1-81F7-EF8E7D497E47}"/>
                    </a:ext>
                  </a:extLst>
                </p14:cNvPr>
                <p14:cNvContentPartPr/>
                <p14:nvPr/>
              </p14:nvContentPartPr>
              <p14:xfrm>
                <a:off x="6999499" y="4446057"/>
                <a:ext cx="114840" cy="5760"/>
              </p14:xfrm>
            </p:contentPart>
          </mc:Choice>
          <mc:Fallback xmlns="">
            <p:pic>
              <p:nvPicPr>
                <p:cNvPr id="98" name="Inkt 97">
                  <a:extLst>
                    <a:ext uri="{FF2B5EF4-FFF2-40B4-BE49-F238E27FC236}">
                      <a16:creationId xmlns:a16="http://schemas.microsoft.com/office/drawing/2014/main" id="{A973F286-A95C-77B1-81F7-EF8E7D497E4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990499" y="4437057"/>
                  <a:ext cx="132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9" name="Inkt 98">
                  <a:extLst>
                    <a:ext uri="{FF2B5EF4-FFF2-40B4-BE49-F238E27FC236}">
                      <a16:creationId xmlns:a16="http://schemas.microsoft.com/office/drawing/2014/main" id="{E2D6C650-9B4B-A349-1ED8-907BC4897E36}"/>
                    </a:ext>
                  </a:extLst>
                </p14:cNvPr>
                <p14:cNvContentPartPr/>
                <p14:nvPr/>
              </p14:nvContentPartPr>
              <p14:xfrm>
                <a:off x="7154659" y="4455057"/>
                <a:ext cx="109080" cy="103320"/>
              </p14:xfrm>
            </p:contentPart>
          </mc:Choice>
          <mc:Fallback xmlns="">
            <p:pic>
              <p:nvPicPr>
                <p:cNvPr id="99" name="Inkt 98">
                  <a:extLst>
                    <a:ext uri="{FF2B5EF4-FFF2-40B4-BE49-F238E27FC236}">
                      <a16:creationId xmlns:a16="http://schemas.microsoft.com/office/drawing/2014/main" id="{E2D6C650-9B4B-A349-1ED8-907BC4897E3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146019" y="4446057"/>
                  <a:ext cx="1267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ep 142">
            <a:extLst>
              <a:ext uri="{FF2B5EF4-FFF2-40B4-BE49-F238E27FC236}">
                <a16:creationId xmlns:a16="http://schemas.microsoft.com/office/drawing/2014/main" id="{FB3D3B39-E231-0299-9B90-8E9C825AF2B7}"/>
              </a:ext>
            </a:extLst>
          </p:cNvPr>
          <p:cNvGrpSpPr/>
          <p:nvPr/>
        </p:nvGrpSpPr>
        <p:grpSpPr>
          <a:xfrm>
            <a:off x="3915944" y="2024503"/>
            <a:ext cx="178470" cy="256230"/>
            <a:chOff x="3189259" y="1556337"/>
            <a:chExt cx="23796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21" name="Inkt 120">
                  <a:extLst>
                    <a:ext uri="{FF2B5EF4-FFF2-40B4-BE49-F238E27FC236}">
                      <a16:creationId xmlns:a16="http://schemas.microsoft.com/office/drawing/2014/main" id="{D308C39B-BDAA-3F18-DA40-8CC45A3B048F}"/>
                    </a:ext>
                  </a:extLst>
                </p14:cNvPr>
                <p14:cNvContentPartPr/>
                <p14:nvPr/>
              </p14:nvContentPartPr>
              <p14:xfrm>
                <a:off x="3189259" y="1556337"/>
                <a:ext cx="113400" cy="156960"/>
              </p14:xfrm>
            </p:contentPart>
          </mc:Choice>
          <mc:Fallback xmlns="">
            <p:pic>
              <p:nvPicPr>
                <p:cNvPr id="121" name="Inkt 120">
                  <a:extLst>
                    <a:ext uri="{FF2B5EF4-FFF2-40B4-BE49-F238E27FC236}">
                      <a16:creationId xmlns:a16="http://schemas.microsoft.com/office/drawing/2014/main" id="{D308C39B-BDAA-3F18-DA40-8CC45A3B048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80259" y="1547337"/>
                  <a:ext cx="131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0" name="Inkt 129">
                  <a:extLst>
                    <a:ext uri="{FF2B5EF4-FFF2-40B4-BE49-F238E27FC236}">
                      <a16:creationId xmlns:a16="http://schemas.microsoft.com/office/drawing/2014/main" id="{E4E5318E-C04C-46C4-83F8-5EA19A8A2601}"/>
                    </a:ext>
                  </a:extLst>
                </p14:cNvPr>
                <p14:cNvContentPartPr/>
                <p14:nvPr/>
              </p14:nvContentPartPr>
              <p14:xfrm>
                <a:off x="3233899" y="1566057"/>
                <a:ext cx="135720" cy="263880"/>
              </p14:xfrm>
            </p:contentPart>
          </mc:Choice>
          <mc:Fallback xmlns="">
            <p:pic>
              <p:nvPicPr>
                <p:cNvPr id="130" name="Inkt 129">
                  <a:extLst>
                    <a:ext uri="{FF2B5EF4-FFF2-40B4-BE49-F238E27FC236}">
                      <a16:creationId xmlns:a16="http://schemas.microsoft.com/office/drawing/2014/main" id="{E4E5318E-C04C-46C4-83F8-5EA19A8A260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224899" y="1557057"/>
                  <a:ext cx="1533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2" name="Inkt 131">
                  <a:extLst>
                    <a:ext uri="{FF2B5EF4-FFF2-40B4-BE49-F238E27FC236}">
                      <a16:creationId xmlns:a16="http://schemas.microsoft.com/office/drawing/2014/main" id="{96DE41A3-EFAF-2CB4-6F1F-F3B685F94DD6}"/>
                    </a:ext>
                  </a:extLst>
                </p14:cNvPr>
                <p14:cNvContentPartPr/>
                <p14:nvPr/>
              </p14:nvContentPartPr>
              <p14:xfrm>
                <a:off x="3352699" y="1800417"/>
                <a:ext cx="74520" cy="97560"/>
              </p14:xfrm>
            </p:contentPart>
          </mc:Choice>
          <mc:Fallback xmlns="">
            <p:pic>
              <p:nvPicPr>
                <p:cNvPr id="132" name="Inkt 131">
                  <a:extLst>
                    <a:ext uri="{FF2B5EF4-FFF2-40B4-BE49-F238E27FC236}">
                      <a16:creationId xmlns:a16="http://schemas.microsoft.com/office/drawing/2014/main" id="{96DE41A3-EFAF-2CB4-6F1F-F3B685F94DD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344059" y="1791777"/>
                  <a:ext cx="921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ep 150">
            <a:extLst>
              <a:ext uri="{FF2B5EF4-FFF2-40B4-BE49-F238E27FC236}">
                <a16:creationId xmlns:a16="http://schemas.microsoft.com/office/drawing/2014/main" id="{2644566E-47C9-5495-3621-FA9E6D4F8A4E}"/>
              </a:ext>
            </a:extLst>
          </p:cNvPr>
          <p:cNvGrpSpPr/>
          <p:nvPr/>
        </p:nvGrpSpPr>
        <p:grpSpPr>
          <a:xfrm>
            <a:off x="3864644" y="2835043"/>
            <a:ext cx="246240" cy="247590"/>
            <a:chOff x="3120859" y="2637057"/>
            <a:chExt cx="32832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5" name="Inkt 14">
                  <a:extLst>
                    <a:ext uri="{FF2B5EF4-FFF2-40B4-BE49-F238E27FC236}">
                      <a16:creationId xmlns:a16="http://schemas.microsoft.com/office/drawing/2014/main" id="{A032E79D-F0DC-E416-F7F7-8BB2A17DE7E5}"/>
                    </a:ext>
                  </a:extLst>
                </p14:cNvPr>
                <p14:cNvContentPartPr/>
                <p14:nvPr/>
              </p14:nvContentPartPr>
              <p14:xfrm>
                <a:off x="3274579" y="2725617"/>
                <a:ext cx="12240" cy="154800"/>
              </p14:xfrm>
            </p:contentPart>
          </mc:Choice>
          <mc:Fallback xmlns="">
            <p:pic>
              <p:nvPicPr>
                <p:cNvPr id="15" name="Inkt 14">
                  <a:extLst>
                    <a:ext uri="{FF2B5EF4-FFF2-40B4-BE49-F238E27FC236}">
                      <a16:creationId xmlns:a16="http://schemas.microsoft.com/office/drawing/2014/main" id="{A032E79D-F0DC-E416-F7F7-8BB2A17DE7E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265579" y="2716977"/>
                  <a:ext cx="298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6" name="Inkt 15">
                  <a:extLst>
                    <a:ext uri="{FF2B5EF4-FFF2-40B4-BE49-F238E27FC236}">
                      <a16:creationId xmlns:a16="http://schemas.microsoft.com/office/drawing/2014/main" id="{0CBE3848-A227-8104-3324-A2FC2D32FF2F}"/>
                    </a:ext>
                  </a:extLst>
                </p14:cNvPr>
                <p14:cNvContentPartPr/>
                <p14:nvPr/>
              </p14:nvContentPartPr>
              <p14:xfrm>
                <a:off x="3120859" y="2658657"/>
                <a:ext cx="279720" cy="308520"/>
              </p14:xfrm>
            </p:contentPart>
          </mc:Choice>
          <mc:Fallback xmlns="">
            <p:pic>
              <p:nvPicPr>
                <p:cNvPr id="16" name="Inkt 15">
                  <a:extLst>
                    <a:ext uri="{FF2B5EF4-FFF2-40B4-BE49-F238E27FC236}">
                      <a16:creationId xmlns:a16="http://schemas.microsoft.com/office/drawing/2014/main" id="{0CBE3848-A227-8104-3324-A2FC2D32FF2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111859" y="2649657"/>
                  <a:ext cx="297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1" name="Inkt 20">
                  <a:extLst>
                    <a:ext uri="{FF2B5EF4-FFF2-40B4-BE49-F238E27FC236}">
                      <a16:creationId xmlns:a16="http://schemas.microsoft.com/office/drawing/2014/main" id="{D47D0298-D7DD-24CC-761B-7159F4E3FDF8}"/>
                    </a:ext>
                  </a:extLst>
                </p14:cNvPr>
                <p14:cNvContentPartPr/>
                <p14:nvPr/>
              </p14:nvContentPartPr>
              <p14:xfrm>
                <a:off x="3254419" y="2672337"/>
                <a:ext cx="36720" cy="227160"/>
              </p14:xfrm>
            </p:contentPart>
          </mc:Choice>
          <mc:Fallback xmlns="">
            <p:pic>
              <p:nvPicPr>
                <p:cNvPr id="21" name="Inkt 20">
                  <a:extLst>
                    <a:ext uri="{FF2B5EF4-FFF2-40B4-BE49-F238E27FC236}">
                      <a16:creationId xmlns:a16="http://schemas.microsoft.com/office/drawing/2014/main" id="{D47D0298-D7DD-24CC-761B-7159F4E3FDF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245419" y="2663337"/>
                  <a:ext cx="54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4" name="Inkt 143">
                  <a:extLst>
                    <a:ext uri="{FF2B5EF4-FFF2-40B4-BE49-F238E27FC236}">
                      <a16:creationId xmlns:a16="http://schemas.microsoft.com/office/drawing/2014/main" id="{9EA01248-7084-4354-41FC-757B56DBEDFD}"/>
                    </a:ext>
                  </a:extLst>
                </p14:cNvPr>
                <p14:cNvContentPartPr/>
                <p14:nvPr/>
              </p14:nvContentPartPr>
              <p14:xfrm>
                <a:off x="3219859" y="2637057"/>
                <a:ext cx="229320" cy="278280"/>
              </p14:xfrm>
            </p:contentPart>
          </mc:Choice>
          <mc:Fallback xmlns="">
            <p:pic>
              <p:nvPicPr>
                <p:cNvPr id="144" name="Inkt 143">
                  <a:extLst>
                    <a:ext uri="{FF2B5EF4-FFF2-40B4-BE49-F238E27FC236}">
                      <a16:creationId xmlns:a16="http://schemas.microsoft.com/office/drawing/2014/main" id="{9EA01248-7084-4354-41FC-757B56DBEDF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10859" y="2628417"/>
                  <a:ext cx="24696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ep 195">
            <a:extLst>
              <a:ext uri="{FF2B5EF4-FFF2-40B4-BE49-F238E27FC236}">
                <a16:creationId xmlns:a16="http://schemas.microsoft.com/office/drawing/2014/main" id="{F961AA93-0982-8763-3703-7D3793AC8A8A}"/>
              </a:ext>
            </a:extLst>
          </p:cNvPr>
          <p:cNvGrpSpPr/>
          <p:nvPr/>
        </p:nvGrpSpPr>
        <p:grpSpPr>
          <a:xfrm>
            <a:off x="4802084" y="3088303"/>
            <a:ext cx="993600" cy="295650"/>
            <a:chOff x="4370779" y="2974737"/>
            <a:chExt cx="132480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63" name="Inkt 162">
                  <a:extLst>
                    <a:ext uri="{FF2B5EF4-FFF2-40B4-BE49-F238E27FC236}">
                      <a16:creationId xmlns:a16="http://schemas.microsoft.com/office/drawing/2014/main" id="{1DF86C4C-FB95-0275-C39D-3F1EEE35D4CD}"/>
                    </a:ext>
                  </a:extLst>
                </p14:cNvPr>
                <p14:cNvContentPartPr/>
                <p14:nvPr/>
              </p14:nvContentPartPr>
              <p14:xfrm>
                <a:off x="4370779" y="2974737"/>
                <a:ext cx="116640" cy="158040"/>
              </p14:xfrm>
            </p:contentPart>
          </mc:Choice>
          <mc:Fallback xmlns="">
            <p:pic>
              <p:nvPicPr>
                <p:cNvPr id="163" name="Inkt 162">
                  <a:extLst>
                    <a:ext uri="{FF2B5EF4-FFF2-40B4-BE49-F238E27FC236}">
                      <a16:creationId xmlns:a16="http://schemas.microsoft.com/office/drawing/2014/main" id="{1DF86C4C-FB95-0275-C39D-3F1EEE35D4C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361779" y="2966097"/>
                  <a:ext cx="134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65" name="Inkt 164">
                  <a:extLst>
                    <a:ext uri="{FF2B5EF4-FFF2-40B4-BE49-F238E27FC236}">
                      <a16:creationId xmlns:a16="http://schemas.microsoft.com/office/drawing/2014/main" id="{9B354A0F-2CD7-7842-0986-871D1385DF7D}"/>
                    </a:ext>
                  </a:extLst>
                </p14:cNvPr>
                <p14:cNvContentPartPr/>
                <p14:nvPr/>
              </p14:nvContentPartPr>
              <p14:xfrm>
                <a:off x="4559059" y="2981217"/>
                <a:ext cx="71280" cy="174240"/>
              </p14:xfrm>
            </p:contentPart>
          </mc:Choice>
          <mc:Fallback xmlns="">
            <p:pic>
              <p:nvPicPr>
                <p:cNvPr id="165" name="Inkt 164">
                  <a:extLst>
                    <a:ext uri="{FF2B5EF4-FFF2-40B4-BE49-F238E27FC236}">
                      <a16:creationId xmlns:a16="http://schemas.microsoft.com/office/drawing/2014/main" id="{9B354A0F-2CD7-7842-0986-871D1385DF7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50059" y="2972217"/>
                  <a:ext cx="88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66" name="Inkt 165">
                  <a:extLst>
                    <a:ext uri="{FF2B5EF4-FFF2-40B4-BE49-F238E27FC236}">
                      <a16:creationId xmlns:a16="http://schemas.microsoft.com/office/drawing/2014/main" id="{1399F0CB-E0A0-9C0D-EBE5-092834617EDF}"/>
                    </a:ext>
                  </a:extLst>
                </p14:cNvPr>
                <p14:cNvContentPartPr/>
                <p14:nvPr/>
              </p14:nvContentPartPr>
              <p14:xfrm>
                <a:off x="4682539" y="3011097"/>
                <a:ext cx="134280" cy="150480"/>
              </p14:xfrm>
            </p:contentPart>
          </mc:Choice>
          <mc:Fallback xmlns="">
            <p:pic>
              <p:nvPicPr>
                <p:cNvPr id="166" name="Inkt 165">
                  <a:extLst>
                    <a:ext uri="{FF2B5EF4-FFF2-40B4-BE49-F238E27FC236}">
                      <a16:creationId xmlns:a16="http://schemas.microsoft.com/office/drawing/2014/main" id="{1399F0CB-E0A0-9C0D-EBE5-092834617ED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673539" y="3002457"/>
                  <a:ext cx="151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72" name="Inkt 171">
                  <a:extLst>
                    <a:ext uri="{FF2B5EF4-FFF2-40B4-BE49-F238E27FC236}">
                      <a16:creationId xmlns:a16="http://schemas.microsoft.com/office/drawing/2014/main" id="{A4BE3EE6-3E82-AB4B-B6AD-B410F29F5897}"/>
                    </a:ext>
                  </a:extLst>
                </p14:cNvPr>
                <p14:cNvContentPartPr/>
                <p14:nvPr/>
              </p14:nvContentPartPr>
              <p14:xfrm>
                <a:off x="4956139" y="3125937"/>
                <a:ext cx="69120" cy="52560"/>
              </p14:xfrm>
            </p:contentPart>
          </mc:Choice>
          <mc:Fallback xmlns="">
            <p:pic>
              <p:nvPicPr>
                <p:cNvPr id="172" name="Inkt 171">
                  <a:extLst>
                    <a:ext uri="{FF2B5EF4-FFF2-40B4-BE49-F238E27FC236}">
                      <a16:creationId xmlns:a16="http://schemas.microsoft.com/office/drawing/2014/main" id="{A4BE3EE6-3E82-AB4B-B6AD-B410F29F58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947499" y="3116937"/>
                  <a:ext cx="86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74" name="Inkt 173">
                  <a:extLst>
                    <a:ext uri="{FF2B5EF4-FFF2-40B4-BE49-F238E27FC236}">
                      <a16:creationId xmlns:a16="http://schemas.microsoft.com/office/drawing/2014/main" id="{112F7B1C-6311-7512-F5E3-7B53C5E6B4A3}"/>
                    </a:ext>
                  </a:extLst>
                </p14:cNvPr>
                <p14:cNvContentPartPr/>
                <p14:nvPr/>
              </p14:nvContentPartPr>
              <p14:xfrm>
                <a:off x="4942819" y="3127377"/>
                <a:ext cx="109800" cy="54000"/>
              </p14:xfrm>
            </p:contentPart>
          </mc:Choice>
          <mc:Fallback xmlns="">
            <p:pic>
              <p:nvPicPr>
                <p:cNvPr id="174" name="Inkt 173">
                  <a:extLst>
                    <a:ext uri="{FF2B5EF4-FFF2-40B4-BE49-F238E27FC236}">
                      <a16:creationId xmlns:a16="http://schemas.microsoft.com/office/drawing/2014/main" id="{112F7B1C-6311-7512-F5E3-7B53C5E6B4A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34179" y="3118377"/>
                  <a:ext cx="127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86" name="Inkt 185">
                  <a:extLst>
                    <a:ext uri="{FF2B5EF4-FFF2-40B4-BE49-F238E27FC236}">
                      <a16:creationId xmlns:a16="http://schemas.microsoft.com/office/drawing/2014/main" id="{18B1B46E-3EBF-DDAE-2717-3278BA1DA5FA}"/>
                    </a:ext>
                  </a:extLst>
                </p14:cNvPr>
                <p14:cNvContentPartPr/>
                <p14:nvPr/>
              </p14:nvContentPartPr>
              <p14:xfrm>
                <a:off x="5269699" y="3001377"/>
                <a:ext cx="144000" cy="86040"/>
              </p14:xfrm>
            </p:contentPart>
          </mc:Choice>
          <mc:Fallback xmlns="">
            <p:pic>
              <p:nvPicPr>
                <p:cNvPr id="186" name="Inkt 185">
                  <a:extLst>
                    <a:ext uri="{FF2B5EF4-FFF2-40B4-BE49-F238E27FC236}">
                      <a16:creationId xmlns:a16="http://schemas.microsoft.com/office/drawing/2014/main" id="{18B1B46E-3EBF-DDAE-2717-3278BA1DA5F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260699" y="2992377"/>
                  <a:ext cx="161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88" name="Inkt 187">
                  <a:extLst>
                    <a:ext uri="{FF2B5EF4-FFF2-40B4-BE49-F238E27FC236}">
                      <a16:creationId xmlns:a16="http://schemas.microsoft.com/office/drawing/2014/main" id="{0EA85FF8-66D9-4D7D-0CA3-B708BB398B87}"/>
                    </a:ext>
                  </a:extLst>
                </p14:cNvPr>
                <p14:cNvContentPartPr/>
                <p14:nvPr/>
              </p14:nvContentPartPr>
              <p14:xfrm>
                <a:off x="5175739" y="3165177"/>
                <a:ext cx="519840" cy="32400"/>
              </p14:xfrm>
            </p:contentPart>
          </mc:Choice>
          <mc:Fallback xmlns="">
            <p:pic>
              <p:nvPicPr>
                <p:cNvPr id="188" name="Inkt 187">
                  <a:extLst>
                    <a:ext uri="{FF2B5EF4-FFF2-40B4-BE49-F238E27FC236}">
                      <a16:creationId xmlns:a16="http://schemas.microsoft.com/office/drawing/2014/main" id="{0EA85FF8-66D9-4D7D-0CA3-B708BB398B8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167099" y="3156177"/>
                  <a:ext cx="537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89" name="Inkt 188">
                  <a:extLst>
                    <a:ext uri="{FF2B5EF4-FFF2-40B4-BE49-F238E27FC236}">
                      <a16:creationId xmlns:a16="http://schemas.microsoft.com/office/drawing/2014/main" id="{317853CF-5DB3-CDCB-D54B-1C1793AB7D82}"/>
                    </a:ext>
                  </a:extLst>
                </p14:cNvPr>
                <p14:cNvContentPartPr/>
                <p14:nvPr/>
              </p14:nvContentPartPr>
              <p14:xfrm>
                <a:off x="5225419" y="3295857"/>
                <a:ext cx="106920" cy="46800"/>
              </p14:xfrm>
            </p:contentPart>
          </mc:Choice>
          <mc:Fallback xmlns="">
            <p:pic>
              <p:nvPicPr>
                <p:cNvPr id="189" name="Inkt 188">
                  <a:extLst>
                    <a:ext uri="{FF2B5EF4-FFF2-40B4-BE49-F238E27FC236}">
                      <a16:creationId xmlns:a16="http://schemas.microsoft.com/office/drawing/2014/main" id="{317853CF-5DB3-CDCB-D54B-1C1793AB7D8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16779" y="3287217"/>
                  <a:ext cx="124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90" name="Inkt 189">
                  <a:extLst>
                    <a:ext uri="{FF2B5EF4-FFF2-40B4-BE49-F238E27FC236}">
                      <a16:creationId xmlns:a16="http://schemas.microsoft.com/office/drawing/2014/main" id="{8E6E33E5-6653-F49A-97B5-558BF2B06409}"/>
                    </a:ext>
                  </a:extLst>
                </p14:cNvPr>
                <p14:cNvContentPartPr/>
                <p14:nvPr/>
              </p14:nvContentPartPr>
              <p14:xfrm>
                <a:off x="5391019" y="3345177"/>
                <a:ext cx="5760" cy="23760"/>
              </p14:xfrm>
            </p:contentPart>
          </mc:Choice>
          <mc:Fallback xmlns="">
            <p:pic>
              <p:nvPicPr>
                <p:cNvPr id="190" name="Inkt 189">
                  <a:extLst>
                    <a:ext uri="{FF2B5EF4-FFF2-40B4-BE49-F238E27FC236}">
                      <a16:creationId xmlns:a16="http://schemas.microsoft.com/office/drawing/2014/main" id="{8E6E33E5-6653-F49A-97B5-558BF2B0640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82019" y="3336537"/>
                  <a:ext cx="23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91" name="Inkt 190">
                  <a:extLst>
                    <a:ext uri="{FF2B5EF4-FFF2-40B4-BE49-F238E27FC236}">
                      <a16:creationId xmlns:a16="http://schemas.microsoft.com/office/drawing/2014/main" id="{F2D5183C-4609-5BC8-72E8-6AA4807F052F}"/>
                    </a:ext>
                  </a:extLst>
                </p14:cNvPr>
                <p14:cNvContentPartPr/>
                <p14:nvPr/>
              </p14:nvContentPartPr>
              <p14:xfrm>
                <a:off x="5450419" y="3279297"/>
                <a:ext cx="65880" cy="68400"/>
              </p14:xfrm>
            </p:contentPart>
          </mc:Choice>
          <mc:Fallback xmlns="">
            <p:pic>
              <p:nvPicPr>
                <p:cNvPr id="191" name="Inkt 190">
                  <a:extLst>
                    <a:ext uri="{FF2B5EF4-FFF2-40B4-BE49-F238E27FC236}">
                      <a16:creationId xmlns:a16="http://schemas.microsoft.com/office/drawing/2014/main" id="{F2D5183C-4609-5BC8-72E8-6AA4807F052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441419" y="3270297"/>
                  <a:ext cx="835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94" name="Inkt 193">
                  <a:extLst>
                    <a:ext uri="{FF2B5EF4-FFF2-40B4-BE49-F238E27FC236}">
                      <a16:creationId xmlns:a16="http://schemas.microsoft.com/office/drawing/2014/main" id="{ABD07CEF-BA62-49A4-0880-A5A92ABAB0A0}"/>
                    </a:ext>
                  </a:extLst>
                </p14:cNvPr>
                <p14:cNvContentPartPr/>
                <p14:nvPr/>
              </p14:nvContentPartPr>
              <p14:xfrm>
                <a:off x="5547979" y="3236817"/>
                <a:ext cx="82800" cy="77400"/>
              </p14:xfrm>
            </p:contentPart>
          </mc:Choice>
          <mc:Fallback xmlns="">
            <p:pic>
              <p:nvPicPr>
                <p:cNvPr id="194" name="Inkt 193">
                  <a:extLst>
                    <a:ext uri="{FF2B5EF4-FFF2-40B4-BE49-F238E27FC236}">
                      <a16:creationId xmlns:a16="http://schemas.microsoft.com/office/drawing/2014/main" id="{ABD07CEF-BA62-49A4-0880-A5A92ABAB0A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39339" y="3228177"/>
                  <a:ext cx="10044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ep 224">
            <a:extLst>
              <a:ext uri="{FF2B5EF4-FFF2-40B4-BE49-F238E27FC236}">
                <a16:creationId xmlns:a16="http://schemas.microsoft.com/office/drawing/2014/main" id="{A6ABE44D-7DF2-6733-37BC-D502F87157DB}"/>
              </a:ext>
            </a:extLst>
          </p:cNvPr>
          <p:cNvGrpSpPr/>
          <p:nvPr/>
        </p:nvGrpSpPr>
        <p:grpSpPr>
          <a:xfrm>
            <a:off x="4229684" y="4499593"/>
            <a:ext cx="2585790" cy="643410"/>
            <a:chOff x="3607579" y="4856457"/>
            <a:chExt cx="3447720" cy="85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52" name="Inkt 151">
                  <a:extLst>
                    <a:ext uri="{FF2B5EF4-FFF2-40B4-BE49-F238E27FC236}">
                      <a16:creationId xmlns:a16="http://schemas.microsoft.com/office/drawing/2014/main" id="{3C845C42-B0AB-7929-612C-F398483806DF}"/>
                    </a:ext>
                  </a:extLst>
                </p14:cNvPr>
                <p14:cNvContentPartPr/>
                <p14:nvPr/>
              </p14:nvContentPartPr>
              <p14:xfrm>
                <a:off x="3666259" y="4856457"/>
                <a:ext cx="3389040" cy="857880"/>
              </p14:xfrm>
            </p:contentPart>
          </mc:Choice>
          <mc:Fallback xmlns="">
            <p:pic>
              <p:nvPicPr>
                <p:cNvPr id="152" name="Inkt 151">
                  <a:extLst>
                    <a:ext uri="{FF2B5EF4-FFF2-40B4-BE49-F238E27FC236}">
                      <a16:creationId xmlns:a16="http://schemas.microsoft.com/office/drawing/2014/main" id="{3C845C42-B0AB-7929-612C-F398483806D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657259" y="4847457"/>
                  <a:ext cx="340668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59" name="Inkt 158">
                  <a:extLst>
                    <a:ext uri="{FF2B5EF4-FFF2-40B4-BE49-F238E27FC236}">
                      <a16:creationId xmlns:a16="http://schemas.microsoft.com/office/drawing/2014/main" id="{A6BB9ADB-D58F-6D2D-DDA9-9779E85BBAAD}"/>
                    </a:ext>
                  </a:extLst>
                </p14:cNvPr>
                <p14:cNvContentPartPr/>
                <p14:nvPr/>
              </p14:nvContentPartPr>
              <p14:xfrm>
                <a:off x="3625579" y="4867617"/>
                <a:ext cx="121680" cy="214560"/>
              </p14:xfrm>
            </p:contentPart>
          </mc:Choice>
          <mc:Fallback xmlns="">
            <p:pic>
              <p:nvPicPr>
                <p:cNvPr id="159" name="Inkt 158">
                  <a:extLst>
                    <a:ext uri="{FF2B5EF4-FFF2-40B4-BE49-F238E27FC236}">
                      <a16:creationId xmlns:a16="http://schemas.microsoft.com/office/drawing/2014/main" id="{A6BB9ADB-D58F-6D2D-DDA9-9779E85BBAA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16939" y="4858617"/>
                  <a:ext cx="139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97" name="Inkt 196">
                  <a:extLst>
                    <a:ext uri="{FF2B5EF4-FFF2-40B4-BE49-F238E27FC236}">
                      <a16:creationId xmlns:a16="http://schemas.microsoft.com/office/drawing/2014/main" id="{38A06C8F-91C7-B566-DFC2-C28414FDE0F0}"/>
                    </a:ext>
                  </a:extLst>
                </p14:cNvPr>
                <p14:cNvContentPartPr/>
                <p14:nvPr/>
              </p14:nvContentPartPr>
              <p14:xfrm>
                <a:off x="4443499" y="5304297"/>
                <a:ext cx="142560" cy="164880"/>
              </p14:xfrm>
            </p:contentPart>
          </mc:Choice>
          <mc:Fallback xmlns="">
            <p:pic>
              <p:nvPicPr>
                <p:cNvPr id="197" name="Inkt 196">
                  <a:extLst>
                    <a:ext uri="{FF2B5EF4-FFF2-40B4-BE49-F238E27FC236}">
                      <a16:creationId xmlns:a16="http://schemas.microsoft.com/office/drawing/2014/main" id="{38A06C8F-91C7-B566-DFC2-C28414FDE0F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434499" y="5295657"/>
                  <a:ext cx="160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98" name="Inkt 197">
                  <a:extLst>
                    <a:ext uri="{FF2B5EF4-FFF2-40B4-BE49-F238E27FC236}">
                      <a16:creationId xmlns:a16="http://schemas.microsoft.com/office/drawing/2014/main" id="{0B21706C-B20A-1C95-5A6F-381528F6100B}"/>
                    </a:ext>
                  </a:extLst>
                </p14:cNvPr>
                <p14:cNvContentPartPr/>
                <p14:nvPr/>
              </p14:nvContentPartPr>
              <p14:xfrm>
                <a:off x="4662739" y="5354697"/>
                <a:ext cx="73800" cy="118440"/>
              </p14:xfrm>
            </p:contentPart>
          </mc:Choice>
          <mc:Fallback xmlns="">
            <p:pic>
              <p:nvPicPr>
                <p:cNvPr id="198" name="Inkt 197">
                  <a:extLst>
                    <a:ext uri="{FF2B5EF4-FFF2-40B4-BE49-F238E27FC236}">
                      <a16:creationId xmlns:a16="http://schemas.microsoft.com/office/drawing/2014/main" id="{0B21706C-B20A-1C95-5A6F-381528F6100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53739" y="5346057"/>
                  <a:ext cx="91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99" name="Inkt 198">
                  <a:extLst>
                    <a:ext uri="{FF2B5EF4-FFF2-40B4-BE49-F238E27FC236}">
                      <a16:creationId xmlns:a16="http://schemas.microsoft.com/office/drawing/2014/main" id="{9653C186-5D5E-58EB-1601-B59F1DBDB627}"/>
                    </a:ext>
                  </a:extLst>
                </p14:cNvPr>
                <p14:cNvContentPartPr/>
                <p14:nvPr/>
              </p14:nvContentPartPr>
              <p14:xfrm>
                <a:off x="4677859" y="5356497"/>
                <a:ext cx="81000" cy="9360"/>
              </p14:xfrm>
            </p:contentPart>
          </mc:Choice>
          <mc:Fallback xmlns="">
            <p:pic>
              <p:nvPicPr>
                <p:cNvPr id="199" name="Inkt 198">
                  <a:extLst>
                    <a:ext uri="{FF2B5EF4-FFF2-40B4-BE49-F238E27FC236}">
                      <a16:creationId xmlns:a16="http://schemas.microsoft.com/office/drawing/2014/main" id="{9653C186-5D5E-58EB-1601-B59F1DBDB62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669219" y="5347857"/>
                  <a:ext cx="98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02" name="Inkt 201">
                  <a:extLst>
                    <a:ext uri="{FF2B5EF4-FFF2-40B4-BE49-F238E27FC236}">
                      <a16:creationId xmlns:a16="http://schemas.microsoft.com/office/drawing/2014/main" id="{9EE937CC-1303-4243-9AC6-3F68CD8527C6}"/>
                    </a:ext>
                  </a:extLst>
                </p14:cNvPr>
                <p14:cNvContentPartPr/>
                <p14:nvPr/>
              </p14:nvContentPartPr>
              <p14:xfrm>
                <a:off x="4821499" y="5409057"/>
                <a:ext cx="91440" cy="79920"/>
              </p14:xfrm>
            </p:contentPart>
          </mc:Choice>
          <mc:Fallback xmlns="">
            <p:pic>
              <p:nvPicPr>
                <p:cNvPr id="202" name="Inkt 201">
                  <a:extLst>
                    <a:ext uri="{FF2B5EF4-FFF2-40B4-BE49-F238E27FC236}">
                      <a16:creationId xmlns:a16="http://schemas.microsoft.com/office/drawing/2014/main" id="{9EE937CC-1303-4243-9AC6-3F68CD8527C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812499" y="5400417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05" name="Inkt 204">
                  <a:extLst>
                    <a:ext uri="{FF2B5EF4-FFF2-40B4-BE49-F238E27FC236}">
                      <a16:creationId xmlns:a16="http://schemas.microsoft.com/office/drawing/2014/main" id="{6F30EB55-C92C-AA2D-79A0-FF3C0488DE95}"/>
                    </a:ext>
                  </a:extLst>
                </p14:cNvPr>
                <p14:cNvContentPartPr/>
                <p14:nvPr/>
              </p14:nvContentPartPr>
              <p14:xfrm>
                <a:off x="5033179" y="5468457"/>
                <a:ext cx="65880" cy="59760"/>
              </p14:xfrm>
            </p:contentPart>
          </mc:Choice>
          <mc:Fallback xmlns="">
            <p:pic>
              <p:nvPicPr>
                <p:cNvPr id="205" name="Inkt 204">
                  <a:extLst>
                    <a:ext uri="{FF2B5EF4-FFF2-40B4-BE49-F238E27FC236}">
                      <a16:creationId xmlns:a16="http://schemas.microsoft.com/office/drawing/2014/main" id="{6F30EB55-C92C-AA2D-79A0-FF3C0488DE9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024179" y="5459817"/>
                  <a:ext cx="83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06" name="Inkt 205">
                  <a:extLst>
                    <a:ext uri="{FF2B5EF4-FFF2-40B4-BE49-F238E27FC236}">
                      <a16:creationId xmlns:a16="http://schemas.microsoft.com/office/drawing/2014/main" id="{EEAAB29B-1882-8F41-1EB2-FA4702E142D7}"/>
                    </a:ext>
                  </a:extLst>
                </p14:cNvPr>
                <p14:cNvContentPartPr/>
                <p14:nvPr/>
              </p14:nvContentPartPr>
              <p14:xfrm>
                <a:off x="5024899" y="5485377"/>
                <a:ext cx="109440" cy="45720"/>
              </p14:xfrm>
            </p:contentPart>
          </mc:Choice>
          <mc:Fallback xmlns="">
            <p:pic>
              <p:nvPicPr>
                <p:cNvPr id="206" name="Inkt 205">
                  <a:extLst>
                    <a:ext uri="{FF2B5EF4-FFF2-40B4-BE49-F238E27FC236}">
                      <a16:creationId xmlns:a16="http://schemas.microsoft.com/office/drawing/2014/main" id="{EEAAB29B-1882-8F41-1EB2-FA4702E142D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015899" y="5476377"/>
                  <a:ext cx="1270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09" name="Inkt 208">
                  <a:extLst>
                    <a:ext uri="{FF2B5EF4-FFF2-40B4-BE49-F238E27FC236}">
                      <a16:creationId xmlns:a16="http://schemas.microsoft.com/office/drawing/2014/main" id="{A97B680D-1679-2DD7-A0A0-7C1748AE2647}"/>
                    </a:ext>
                  </a:extLst>
                </p14:cNvPr>
                <p14:cNvContentPartPr/>
                <p14:nvPr/>
              </p14:nvContentPartPr>
              <p14:xfrm>
                <a:off x="5292019" y="5307177"/>
                <a:ext cx="151560" cy="102960"/>
              </p14:xfrm>
            </p:contentPart>
          </mc:Choice>
          <mc:Fallback xmlns="">
            <p:pic>
              <p:nvPicPr>
                <p:cNvPr id="209" name="Inkt 208">
                  <a:extLst>
                    <a:ext uri="{FF2B5EF4-FFF2-40B4-BE49-F238E27FC236}">
                      <a16:creationId xmlns:a16="http://schemas.microsoft.com/office/drawing/2014/main" id="{A97B680D-1679-2DD7-A0A0-7C1748AE264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83019" y="5298537"/>
                  <a:ext cx="169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12" name="Inkt 211">
                  <a:extLst>
                    <a:ext uri="{FF2B5EF4-FFF2-40B4-BE49-F238E27FC236}">
                      <a16:creationId xmlns:a16="http://schemas.microsoft.com/office/drawing/2014/main" id="{9BA6F763-E196-D063-1D5A-21D668D0B29C}"/>
                    </a:ext>
                  </a:extLst>
                </p14:cNvPr>
                <p14:cNvContentPartPr/>
                <p14:nvPr/>
              </p14:nvContentPartPr>
              <p14:xfrm>
                <a:off x="5253499" y="5454057"/>
                <a:ext cx="533160" cy="42840"/>
              </p14:xfrm>
            </p:contentPart>
          </mc:Choice>
          <mc:Fallback xmlns="">
            <p:pic>
              <p:nvPicPr>
                <p:cNvPr id="212" name="Inkt 211">
                  <a:extLst>
                    <a:ext uri="{FF2B5EF4-FFF2-40B4-BE49-F238E27FC236}">
                      <a16:creationId xmlns:a16="http://schemas.microsoft.com/office/drawing/2014/main" id="{9BA6F763-E196-D063-1D5A-21D668D0B2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44859" y="5445057"/>
                  <a:ext cx="550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15" name="Inkt 214">
                  <a:extLst>
                    <a:ext uri="{FF2B5EF4-FFF2-40B4-BE49-F238E27FC236}">
                      <a16:creationId xmlns:a16="http://schemas.microsoft.com/office/drawing/2014/main" id="{BD9DF76C-B262-3E8E-E2EC-6F9DA86CFC31}"/>
                    </a:ext>
                  </a:extLst>
                </p14:cNvPr>
                <p14:cNvContentPartPr/>
                <p14:nvPr/>
              </p14:nvContentPartPr>
              <p14:xfrm>
                <a:off x="5291299" y="5577177"/>
                <a:ext cx="115560" cy="71640"/>
              </p14:xfrm>
            </p:contentPart>
          </mc:Choice>
          <mc:Fallback xmlns="">
            <p:pic>
              <p:nvPicPr>
                <p:cNvPr id="215" name="Inkt 214">
                  <a:extLst>
                    <a:ext uri="{FF2B5EF4-FFF2-40B4-BE49-F238E27FC236}">
                      <a16:creationId xmlns:a16="http://schemas.microsoft.com/office/drawing/2014/main" id="{BD9DF76C-B262-3E8E-E2EC-6F9DA86CFC3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82659" y="5568537"/>
                  <a:ext cx="133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16" name="Inkt 215">
                  <a:extLst>
                    <a:ext uri="{FF2B5EF4-FFF2-40B4-BE49-F238E27FC236}">
                      <a16:creationId xmlns:a16="http://schemas.microsoft.com/office/drawing/2014/main" id="{E50A0348-9966-BD3C-002D-FC907425D4C2}"/>
                    </a:ext>
                  </a:extLst>
                </p14:cNvPr>
                <p14:cNvContentPartPr/>
                <p14:nvPr/>
              </p14:nvContentPartPr>
              <p14:xfrm>
                <a:off x="5441419" y="5645577"/>
                <a:ext cx="33840" cy="60840"/>
              </p14:xfrm>
            </p:contentPart>
          </mc:Choice>
          <mc:Fallback xmlns="">
            <p:pic>
              <p:nvPicPr>
                <p:cNvPr id="216" name="Inkt 215">
                  <a:extLst>
                    <a:ext uri="{FF2B5EF4-FFF2-40B4-BE49-F238E27FC236}">
                      <a16:creationId xmlns:a16="http://schemas.microsoft.com/office/drawing/2014/main" id="{E50A0348-9966-BD3C-002D-FC907425D4C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432419" y="5636937"/>
                  <a:ext cx="51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17" name="Inkt 216">
                  <a:extLst>
                    <a:ext uri="{FF2B5EF4-FFF2-40B4-BE49-F238E27FC236}">
                      <a16:creationId xmlns:a16="http://schemas.microsoft.com/office/drawing/2014/main" id="{350BCD7F-D185-879C-BA8B-6E38104E7BAE}"/>
                    </a:ext>
                  </a:extLst>
                </p14:cNvPr>
                <p14:cNvContentPartPr/>
                <p14:nvPr/>
              </p14:nvContentPartPr>
              <p14:xfrm>
                <a:off x="5520979" y="5573937"/>
                <a:ext cx="63720" cy="90360"/>
              </p14:xfrm>
            </p:contentPart>
          </mc:Choice>
          <mc:Fallback xmlns="">
            <p:pic>
              <p:nvPicPr>
                <p:cNvPr id="217" name="Inkt 216">
                  <a:extLst>
                    <a:ext uri="{FF2B5EF4-FFF2-40B4-BE49-F238E27FC236}">
                      <a16:creationId xmlns:a16="http://schemas.microsoft.com/office/drawing/2014/main" id="{350BCD7F-D185-879C-BA8B-6E38104E7BA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12339" y="5565297"/>
                  <a:ext cx="81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20" name="Inkt 219">
                  <a:extLst>
                    <a:ext uri="{FF2B5EF4-FFF2-40B4-BE49-F238E27FC236}">
                      <a16:creationId xmlns:a16="http://schemas.microsoft.com/office/drawing/2014/main" id="{C9AA9D21-D85E-B611-0359-580A3EED6380}"/>
                    </a:ext>
                  </a:extLst>
                </p14:cNvPr>
                <p14:cNvContentPartPr/>
                <p14:nvPr/>
              </p14:nvContentPartPr>
              <p14:xfrm>
                <a:off x="5632939" y="5524977"/>
                <a:ext cx="134640" cy="113760"/>
              </p14:xfrm>
            </p:contentPart>
          </mc:Choice>
          <mc:Fallback xmlns="">
            <p:pic>
              <p:nvPicPr>
                <p:cNvPr id="220" name="Inkt 219">
                  <a:extLst>
                    <a:ext uri="{FF2B5EF4-FFF2-40B4-BE49-F238E27FC236}">
                      <a16:creationId xmlns:a16="http://schemas.microsoft.com/office/drawing/2014/main" id="{C9AA9D21-D85E-B611-0359-580A3EED638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623939" y="5515977"/>
                  <a:ext cx="152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23" name="Inkt 222">
                  <a:extLst>
                    <a:ext uri="{FF2B5EF4-FFF2-40B4-BE49-F238E27FC236}">
                      <a16:creationId xmlns:a16="http://schemas.microsoft.com/office/drawing/2014/main" id="{3CDD4565-4DF6-E143-017D-E7613FD14D13}"/>
                    </a:ext>
                  </a:extLst>
                </p14:cNvPr>
                <p14:cNvContentPartPr/>
                <p14:nvPr/>
              </p14:nvContentPartPr>
              <p14:xfrm>
                <a:off x="3607579" y="4867977"/>
                <a:ext cx="186480" cy="185400"/>
              </p14:xfrm>
            </p:contentPart>
          </mc:Choice>
          <mc:Fallback xmlns="">
            <p:pic>
              <p:nvPicPr>
                <p:cNvPr id="223" name="Inkt 222">
                  <a:extLst>
                    <a:ext uri="{FF2B5EF4-FFF2-40B4-BE49-F238E27FC236}">
                      <a16:creationId xmlns:a16="http://schemas.microsoft.com/office/drawing/2014/main" id="{3CDD4565-4DF6-E143-017D-E7613FD14D1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598939" y="4858977"/>
                  <a:ext cx="20412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ep 233">
            <a:extLst>
              <a:ext uri="{FF2B5EF4-FFF2-40B4-BE49-F238E27FC236}">
                <a16:creationId xmlns:a16="http://schemas.microsoft.com/office/drawing/2014/main" id="{681D7843-1A84-36FD-2699-CEBE7E08151C}"/>
              </a:ext>
            </a:extLst>
          </p:cNvPr>
          <p:cNvGrpSpPr/>
          <p:nvPr/>
        </p:nvGrpSpPr>
        <p:grpSpPr>
          <a:xfrm>
            <a:off x="3406454" y="4101343"/>
            <a:ext cx="738990" cy="257310"/>
            <a:chOff x="2509939" y="4325457"/>
            <a:chExt cx="98532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26" name="Inkt 225">
                  <a:extLst>
                    <a:ext uri="{FF2B5EF4-FFF2-40B4-BE49-F238E27FC236}">
                      <a16:creationId xmlns:a16="http://schemas.microsoft.com/office/drawing/2014/main" id="{7B96CCA4-A201-28EA-FA78-4DCECBA48848}"/>
                    </a:ext>
                  </a:extLst>
                </p14:cNvPr>
                <p14:cNvContentPartPr/>
                <p14:nvPr/>
              </p14:nvContentPartPr>
              <p14:xfrm>
                <a:off x="2509939" y="4394217"/>
                <a:ext cx="141120" cy="243000"/>
              </p14:xfrm>
            </p:contentPart>
          </mc:Choice>
          <mc:Fallback xmlns="">
            <p:pic>
              <p:nvPicPr>
                <p:cNvPr id="226" name="Inkt 225">
                  <a:extLst>
                    <a:ext uri="{FF2B5EF4-FFF2-40B4-BE49-F238E27FC236}">
                      <a16:creationId xmlns:a16="http://schemas.microsoft.com/office/drawing/2014/main" id="{7B96CCA4-A201-28EA-FA78-4DCECBA4884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501299" y="4385577"/>
                  <a:ext cx="158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27" name="Inkt 226">
                  <a:extLst>
                    <a:ext uri="{FF2B5EF4-FFF2-40B4-BE49-F238E27FC236}">
                      <a16:creationId xmlns:a16="http://schemas.microsoft.com/office/drawing/2014/main" id="{B6FE922D-C4C8-79F7-8E94-C6BC04B593C5}"/>
                    </a:ext>
                  </a:extLst>
                </p14:cNvPr>
                <p14:cNvContentPartPr/>
                <p14:nvPr/>
              </p14:nvContentPartPr>
              <p14:xfrm>
                <a:off x="2725219" y="4378737"/>
                <a:ext cx="135720" cy="218520"/>
              </p14:xfrm>
            </p:contentPart>
          </mc:Choice>
          <mc:Fallback xmlns="">
            <p:pic>
              <p:nvPicPr>
                <p:cNvPr id="227" name="Inkt 226">
                  <a:extLst>
                    <a:ext uri="{FF2B5EF4-FFF2-40B4-BE49-F238E27FC236}">
                      <a16:creationId xmlns:a16="http://schemas.microsoft.com/office/drawing/2014/main" id="{B6FE922D-C4C8-79F7-8E94-C6BC04B593C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716579" y="4370097"/>
                  <a:ext cx="153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30" name="Inkt 229">
                  <a:extLst>
                    <a:ext uri="{FF2B5EF4-FFF2-40B4-BE49-F238E27FC236}">
                      <a16:creationId xmlns:a16="http://schemas.microsoft.com/office/drawing/2014/main" id="{A2B038AF-68A7-01A0-BB33-D35DC2CB05D2}"/>
                    </a:ext>
                  </a:extLst>
                </p14:cNvPr>
                <p14:cNvContentPartPr/>
                <p14:nvPr/>
              </p14:nvContentPartPr>
              <p14:xfrm>
                <a:off x="2940859" y="4347777"/>
                <a:ext cx="186480" cy="194400"/>
              </p14:xfrm>
            </p:contentPart>
          </mc:Choice>
          <mc:Fallback xmlns="">
            <p:pic>
              <p:nvPicPr>
                <p:cNvPr id="230" name="Inkt 229">
                  <a:extLst>
                    <a:ext uri="{FF2B5EF4-FFF2-40B4-BE49-F238E27FC236}">
                      <a16:creationId xmlns:a16="http://schemas.microsoft.com/office/drawing/2014/main" id="{A2B038AF-68A7-01A0-BB33-D35DC2CB05D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931859" y="4339137"/>
                  <a:ext cx="204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31" name="Inkt 230">
                  <a:extLst>
                    <a:ext uri="{FF2B5EF4-FFF2-40B4-BE49-F238E27FC236}">
                      <a16:creationId xmlns:a16="http://schemas.microsoft.com/office/drawing/2014/main" id="{8816C9D6-2486-4F0C-CDF8-23CAF735C011}"/>
                    </a:ext>
                  </a:extLst>
                </p14:cNvPr>
                <p14:cNvContentPartPr/>
                <p14:nvPr/>
              </p14:nvContentPartPr>
              <p14:xfrm>
                <a:off x="3162619" y="4513377"/>
                <a:ext cx="74880" cy="155160"/>
              </p14:xfrm>
            </p:contentPart>
          </mc:Choice>
          <mc:Fallback xmlns="">
            <p:pic>
              <p:nvPicPr>
                <p:cNvPr id="231" name="Inkt 230">
                  <a:extLst>
                    <a:ext uri="{FF2B5EF4-FFF2-40B4-BE49-F238E27FC236}">
                      <a16:creationId xmlns:a16="http://schemas.microsoft.com/office/drawing/2014/main" id="{8816C9D6-2486-4F0C-CDF8-23CAF735C01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153979" y="4504737"/>
                  <a:ext cx="92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32" name="Inkt 231">
                  <a:extLst>
                    <a:ext uri="{FF2B5EF4-FFF2-40B4-BE49-F238E27FC236}">
                      <a16:creationId xmlns:a16="http://schemas.microsoft.com/office/drawing/2014/main" id="{2B702D52-8DAC-6911-83F9-7C875E5342AC}"/>
                    </a:ext>
                  </a:extLst>
                </p14:cNvPr>
                <p14:cNvContentPartPr/>
                <p14:nvPr/>
              </p14:nvContentPartPr>
              <p14:xfrm>
                <a:off x="3354139" y="4325457"/>
                <a:ext cx="141120" cy="234720"/>
              </p14:xfrm>
            </p:contentPart>
          </mc:Choice>
          <mc:Fallback xmlns="">
            <p:pic>
              <p:nvPicPr>
                <p:cNvPr id="232" name="Inkt 231">
                  <a:extLst>
                    <a:ext uri="{FF2B5EF4-FFF2-40B4-BE49-F238E27FC236}">
                      <a16:creationId xmlns:a16="http://schemas.microsoft.com/office/drawing/2014/main" id="{2B702D52-8DAC-6911-83F9-7C875E5342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345139" y="4316817"/>
                  <a:ext cx="15876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ep 236">
            <a:extLst>
              <a:ext uri="{FF2B5EF4-FFF2-40B4-BE49-F238E27FC236}">
                <a16:creationId xmlns:a16="http://schemas.microsoft.com/office/drawing/2014/main" id="{181E86DE-DC7C-6BB0-E033-0687FECBE9D2}"/>
              </a:ext>
            </a:extLst>
          </p:cNvPr>
          <p:cNvGrpSpPr/>
          <p:nvPr/>
        </p:nvGrpSpPr>
        <p:grpSpPr>
          <a:xfrm>
            <a:off x="3769604" y="2462983"/>
            <a:ext cx="511920" cy="198180"/>
            <a:chOff x="2994139" y="2140977"/>
            <a:chExt cx="68256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83" name="Inkt 82">
                  <a:extLst>
                    <a:ext uri="{FF2B5EF4-FFF2-40B4-BE49-F238E27FC236}">
                      <a16:creationId xmlns:a16="http://schemas.microsoft.com/office/drawing/2014/main" id="{49F12117-53F5-820E-991D-854F17AC52BA}"/>
                    </a:ext>
                  </a:extLst>
                </p14:cNvPr>
                <p14:cNvContentPartPr/>
                <p14:nvPr/>
              </p14:nvContentPartPr>
              <p14:xfrm>
                <a:off x="2994139" y="2140977"/>
                <a:ext cx="278280" cy="231120"/>
              </p14:xfrm>
            </p:contentPart>
          </mc:Choice>
          <mc:Fallback xmlns="">
            <p:pic>
              <p:nvPicPr>
                <p:cNvPr id="83" name="Inkt 82">
                  <a:extLst>
                    <a:ext uri="{FF2B5EF4-FFF2-40B4-BE49-F238E27FC236}">
                      <a16:creationId xmlns:a16="http://schemas.microsoft.com/office/drawing/2014/main" id="{49F12117-53F5-820E-991D-854F17AC52B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5139" y="2131977"/>
                  <a:ext cx="2959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84" name="Inkt 83">
                  <a:extLst>
                    <a:ext uri="{FF2B5EF4-FFF2-40B4-BE49-F238E27FC236}">
                      <a16:creationId xmlns:a16="http://schemas.microsoft.com/office/drawing/2014/main" id="{3DF5EB6F-467E-325D-2669-C7E1D887F39B}"/>
                    </a:ext>
                  </a:extLst>
                </p14:cNvPr>
                <p14:cNvContentPartPr/>
                <p14:nvPr/>
              </p14:nvContentPartPr>
              <p14:xfrm>
                <a:off x="3338659" y="2256897"/>
                <a:ext cx="128520" cy="148320"/>
              </p14:xfrm>
            </p:contentPart>
          </mc:Choice>
          <mc:Fallback xmlns="">
            <p:pic>
              <p:nvPicPr>
                <p:cNvPr id="84" name="Inkt 83">
                  <a:extLst>
                    <a:ext uri="{FF2B5EF4-FFF2-40B4-BE49-F238E27FC236}">
                      <a16:creationId xmlns:a16="http://schemas.microsoft.com/office/drawing/2014/main" id="{3DF5EB6F-467E-325D-2669-C7E1D887F39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30019" y="2248257"/>
                  <a:ext cx="146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85" name="Inkt 84">
                  <a:extLst>
                    <a:ext uri="{FF2B5EF4-FFF2-40B4-BE49-F238E27FC236}">
                      <a16:creationId xmlns:a16="http://schemas.microsoft.com/office/drawing/2014/main" id="{B0C69BC3-E674-65B3-D767-390792C8FF92}"/>
                    </a:ext>
                  </a:extLst>
                </p14:cNvPr>
                <p14:cNvContentPartPr/>
                <p14:nvPr/>
              </p14:nvContentPartPr>
              <p14:xfrm>
                <a:off x="3552499" y="2208297"/>
                <a:ext cx="124200" cy="160920"/>
              </p14:xfrm>
            </p:contentPart>
          </mc:Choice>
          <mc:Fallback xmlns="">
            <p:pic>
              <p:nvPicPr>
                <p:cNvPr id="85" name="Inkt 84">
                  <a:extLst>
                    <a:ext uri="{FF2B5EF4-FFF2-40B4-BE49-F238E27FC236}">
                      <a16:creationId xmlns:a16="http://schemas.microsoft.com/office/drawing/2014/main" id="{B0C69BC3-E674-65B3-D767-390792C8FF9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543499" y="2199297"/>
                  <a:ext cx="141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5" name="Inkt 234">
                  <a:extLst>
                    <a:ext uri="{FF2B5EF4-FFF2-40B4-BE49-F238E27FC236}">
                      <a16:creationId xmlns:a16="http://schemas.microsoft.com/office/drawing/2014/main" id="{6832B30A-8B22-EFB0-CBB7-1674A529082B}"/>
                    </a:ext>
                  </a:extLst>
                </p14:cNvPr>
                <p14:cNvContentPartPr/>
                <p14:nvPr/>
              </p14:nvContentPartPr>
              <p14:xfrm>
                <a:off x="3366019" y="2280657"/>
                <a:ext cx="69120" cy="11520"/>
              </p14:xfrm>
            </p:contentPart>
          </mc:Choice>
          <mc:Fallback xmlns="">
            <p:pic>
              <p:nvPicPr>
                <p:cNvPr id="235" name="Inkt 234">
                  <a:extLst>
                    <a:ext uri="{FF2B5EF4-FFF2-40B4-BE49-F238E27FC236}">
                      <a16:creationId xmlns:a16="http://schemas.microsoft.com/office/drawing/2014/main" id="{6832B30A-8B22-EFB0-CBB7-1674A529082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357019" y="2272017"/>
                  <a:ext cx="86760" cy="2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0011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A707-23CF-09FC-FB84-76DD5047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7523-7DCA-A203-8397-6B7B85532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Verdisconteren/Discounting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pSp>
        <p:nvGrpSpPr>
          <p:cNvPr id="55" name="Groep 54">
            <a:extLst>
              <a:ext uri="{FF2B5EF4-FFF2-40B4-BE49-F238E27FC236}">
                <a16:creationId xmlns:a16="http://schemas.microsoft.com/office/drawing/2014/main" id="{80C6A537-C9B7-99D7-8781-76DC3260634C}"/>
              </a:ext>
            </a:extLst>
          </p:cNvPr>
          <p:cNvGrpSpPr/>
          <p:nvPr/>
        </p:nvGrpSpPr>
        <p:grpSpPr>
          <a:xfrm>
            <a:off x="2389904" y="1958893"/>
            <a:ext cx="1111860" cy="628020"/>
            <a:chOff x="1154539" y="1468857"/>
            <a:chExt cx="14824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t 3">
                  <a:extLst>
                    <a:ext uri="{FF2B5EF4-FFF2-40B4-BE49-F238E27FC236}">
                      <a16:creationId xmlns:a16="http://schemas.microsoft.com/office/drawing/2014/main" id="{9C8B7127-6819-B3BD-D22F-30FEFB51CF96}"/>
                    </a:ext>
                  </a:extLst>
                </p14:cNvPr>
                <p14:cNvContentPartPr/>
                <p14:nvPr/>
              </p14:nvContentPartPr>
              <p14:xfrm>
                <a:off x="1154539" y="1917057"/>
                <a:ext cx="245160" cy="221760"/>
              </p14:xfrm>
            </p:contentPart>
          </mc:Choice>
          <mc:Fallback xmlns="">
            <p:pic>
              <p:nvPicPr>
                <p:cNvPr id="4" name="Inkt 3">
                  <a:extLst>
                    <a:ext uri="{FF2B5EF4-FFF2-40B4-BE49-F238E27FC236}">
                      <a16:creationId xmlns:a16="http://schemas.microsoft.com/office/drawing/2014/main" id="{9C8B7127-6819-B3BD-D22F-30FEFB51CF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5899" y="1908417"/>
                  <a:ext cx="26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t 4">
                  <a:extLst>
                    <a:ext uri="{FF2B5EF4-FFF2-40B4-BE49-F238E27FC236}">
                      <a16:creationId xmlns:a16="http://schemas.microsoft.com/office/drawing/2014/main" id="{D3514C5C-EA29-AC8F-47E8-8301955077A5}"/>
                    </a:ext>
                  </a:extLst>
                </p14:cNvPr>
                <p14:cNvContentPartPr/>
                <p14:nvPr/>
              </p14:nvContentPartPr>
              <p14:xfrm>
                <a:off x="1218619" y="1866297"/>
                <a:ext cx="11520" cy="83520"/>
              </p14:xfrm>
            </p:contentPart>
          </mc:Choice>
          <mc:Fallback xmlns="">
            <p:pic>
              <p:nvPicPr>
                <p:cNvPr id="5" name="Inkt 4">
                  <a:extLst>
                    <a:ext uri="{FF2B5EF4-FFF2-40B4-BE49-F238E27FC236}">
                      <a16:creationId xmlns:a16="http://schemas.microsoft.com/office/drawing/2014/main" id="{D3514C5C-EA29-AC8F-47E8-8301955077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9619" y="1857657"/>
                  <a:ext cx="2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382F52AB-BC9B-5D5B-C9EA-BE2499F1556F}"/>
                    </a:ext>
                  </a:extLst>
                </p14:cNvPr>
                <p14:cNvContentPartPr/>
                <p14:nvPr/>
              </p14:nvContentPartPr>
              <p14:xfrm>
                <a:off x="1265059" y="1875657"/>
                <a:ext cx="22680" cy="88200"/>
              </p14:xfrm>
            </p:contentPart>
          </mc:Choice>
          <mc:Fallback xmlns=""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382F52AB-BC9B-5D5B-C9EA-BE2499F155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6419" y="1866657"/>
                  <a:ext cx="4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9DF838E4-98F9-6DD3-46EA-B89B73E07A91}"/>
                    </a:ext>
                  </a:extLst>
                </p14:cNvPr>
                <p14:cNvContentPartPr/>
                <p14:nvPr/>
              </p14:nvContentPartPr>
              <p14:xfrm>
                <a:off x="1318339" y="1919217"/>
                <a:ext cx="21240" cy="57240"/>
              </p14:xfrm>
            </p:contentPart>
          </mc:Choice>
          <mc:Fallback xmlns=""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9DF838E4-98F9-6DD3-46EA-B89B73E07A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9699" y="1910217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t 7">
                  <a:extLst>
                    <a:ext uri="{FF2B5EF4-FFF2-40B4-BE49-F238E27FC236}">
                      <a16:creationId xmlns:a16="http://schemas.microsoft.com/office/drawing/2014/main" id="{493EE405-FF23-3CCB-88C1-0FE6D69DDC7F}"/>
                    </a:ext>
                  </a:extLst>
                </p14:cNvPr>
                <p14:cNvContentPartPr/>
                <p14:nvPr/>
              </p14:nvContentPartPr>
              <p14:xfrm>
                <a:off x="1229779" y="2025417"/>
                <a:ext cx="3240" cy="3240"/>
              </p14:xfrm>
            </p:contentPart>
          </mc:Choice>
          <mc:Fallback xmlns="">
            <p:pic>
              <p:nvPicPr>
                <p:cNvPr id="8" name="Inkt 7">
                  <a:extLst>
                    <a:ext uri="{FF2B5EF4-FFF2-40B4-BE49-F238E27FC236}">
                      <a16:creationId xmlns:a16="http://schemas.microsoft.com/office/drawing/2014/main" id="{493EE405-FF23-3CCB-88C1-0FE6D69DDC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0779" y="2016777"/>
                  <a:ext cx="20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DC2CA779-EDA1-E5E5-9C1C-2ECD7DA467F2}"/>
                    </a:ext>
                  </a:extLst>
                </p14:cNvPr>
                <p14:cNvContentPartPr/>
                <p14:nvPr/>
              </p14:nvContentPartPr>
              <p14:xfrm>
                <a:off x="1306819" y="2025417"/>
                <a:ext cx="360" cy="360"/>
              </p14:xfrm>
            </p:contentPart>
          </mc:Choice>
          <mc:Fallback xmlns=""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DC2CA779-EDA1-E5E5-9C1C-2ECD7DA467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7819" y="20167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t 9">
                  <a:extLst>
                    <a:ext uri="{FF2B5EF4-FFF2-40B4-BE49-F238E27FC236}">
                      <a16:creationId xmlns:a16="http://schemas.microsoft.com/office/drawing/2014/main" id="{5B56E81D-A08E-6A3F-22BB-7EF508145EBE}"/>
                    </a:ext>
                  </a:extLst>
                </p14:cNvPr>
                <p14:cNvContentPartPr/>
                <p14:nvPr/>
              </p14:nvContentPartPr>
              <p14:xfrm>
                <a:off x="1265419" y="2054577"/>
                <a:ext cx="76320" cy="33480"/>
              </p14:xfrm>
            </p:contentPart>
          </mc:Choice>
          <mc:Fallback xmlns="">
            <p:pic>
              <p:nvPicPr>
                <p:cNvPr id="10" name="Inkt 9">
                  <a:extLst>
                    <a:ext uri="{FF2B5EF4-FFF2-40B4-BE49-F238E27FC236}">
                      <a16:creationId xmlns:a16="http://schemas.microsoft.com/office/drawing/2014/main" id="{5B56E81D-A08E-6A3F-22BB-7EF508145EB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6779" y="2045577"/>
                  <a:ext cx="93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CAC797E3-C5D2-0E21-A275-EFBDDAC713FD}"/>
                    </a:ext>
                  </a:extLst>
                </p14:cNvPr>
                <p14:cNvContentPartPr/>
                <p14:nvPr/>
              </p14:nvContentPartPr>
              <p14:xfrm>
                <a:off x="1278379" y="2128737"/>
                <a:ext cx="3240" cy="79560"/>
              </p14:xfrm>
            </p:contentPart>
          </mc:Choice>
          <mc:Fallback xmlns=""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CAC797E3-C5D2-0E21-A275-EFBDDAC713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9379" y="2119737"/>
                  <a:ext cx="2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t 11">
                  <a:extLst>
                    <a:ext uri="{FF2B5EF4-FFF2-40B4-BE49-F238E27FC236}">
                      <a16:creationId xmlns:a16="http://schemas.microsoft.com/office/drawing/2014/main" id="{CF05E86F-FE0F-AE1F-725E-760AC5F76303}"/>
                    </a:ext>
                  </a:extLst>
                </p14:cNvPr>
                <p14:cNvContentPartPr/>
                <p14:nvPr/>
              </p14:nvContentPartPr>
              <p14:xfrm>
                <a:off x="1230499" y="2210817"/>
                <a:ext cx="56520" cy="65880"/>
              </p14:xfrm>
            </p:contentPart>
          </mc:Choice>
          <mc:Fallback xmlns="">
            <p:pic>
              <p:nvPicPr>
                <p:cNvPr id="12" name="Inkt 11">
                  <a:extLst>
                    <a:ext uri="{FF2B5EF4-FFF2-40B4-BE49-F238E27FC236}">
                      <a16:creationId xmlns:a16="http://schemas.microsoft.com/office/drawing/2014/main" id="{CF05E86F-FE0F-AE1F-725E-760AC5F7630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21499" y="2201817"/>
                  <a:ext cx="74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t 12">
                  <a:extLst>
                    <a:ext uri="{FF2B5EF4-FFF2-40B4-BE49-F238E27FC236}">
                      <a16:creationId xmlns:a16="http://schemas.microsoft.com/office/drawing/2014/main" id="{D6155941-BEEF-800F-F979-C6B58F0F0AEF}"/>
                    </a:ext>
                  </a:extLst>
                </p14:cNvPr>
                <p14:cNvContentPartPr/>
                <p14:nvPr/>
              </p14:nvContentPartPr>
              <p14:xfrm>
                <a:off x="1285219" y="2236377"/>
                <a:ext cx="50400" cy="69840"/>
              </p14:xfrm>
            </p:contentPart>
          </mc:Choice>
          <mc:Fallback xmlns="">
            <p:pic>
              <p:nvPicPr>
                <p:cNvPr id="13" name="Inkt 12">
                  <a:extLst>
                    <a:ext uri="{FF2B5EF4-FFF2-40B4-BE49-F238E27FC236}">
                      <a16:creationId xmlns:a16="http://schemas.microsoft.com/office/drawing/2014/main" id="{D6155941-BEEF-800F-F979-C6B58F0F0AE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76579" y="2227377"/>
                  <a:ext cx="68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t 13">
                  <a:extLst>
                    <a:ext uri="{FF2B5EF4-FFF2-40B4-BE49-F238E27FC236}">
                      <a16:creationId xmlns:a16="http://schemas.microsoft.com/office/drawing/2014/main" id="{C134154D-4C5C-1E4B-7189-F1AAE9B77507}"/>
                    </a:ext>
                  </a:extLst>
                </p14:cNvPr>
                <p14:cNvContentPartPr/>
                <p14:nvPr/>
              </p14:nvContentPartPr>
              <p14:xfrm>
                <a:off x="1202059" y="2195697"/>
                <a:ext cx="142560" cy="6480"/>
              </p14:xfrm>
            </p:contentPart>
          </mc:Choice>
          <mc:Fallback xmlns="">
            <p:pic>
              <p:nvPicPr>
                <p:cNvPr id="14" name="Inkt 13">
                  <a:extLst>
                    <a:ext uri="{FF2B5EF4-FFF2-40B4-BE49-F238E27FC236}">
                      <a16:creationId xmlns:a16="http://schemas.microsoft.com/office/drawing/2014/main" id="{C134154D-4C5C-1E4B-7189-F1AAE9B775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3059" y="2186697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t 22">
                  <a:extLst>
                    <a:ext uri="{FF2B5EF4-FFF2-40B4-BE49-F238E27FC236}">
                      <a16:creationId xmlns:a16="http://schemas.microsoft.com/office/drawing/2014/main" id="{55D91B15-5C10-E8A2-3B05-01B9588C55A3}"/>
                    </a:ext>
                  </a:extLst>
                </p14:cNvPr>
                <p14:cNvContentPartPr/>
                <p14:nvPr/>
              </p14:nvContentPartPr>
              <p14:xfrm>
                <a:off x="1327699" y="2203977"/>
                <a:ext cx="85680" cy="5760"/>
              </p14:xfrm>
            </p:contentPart>
          </mc:Choice>
          <mc:Fallback xmlns="">
            <p:pic>
              <p:nvPicPr>
                <p:cNvPr id="23" name="Inkt 22">
                  <a:extLst>
                    <a:ext uri="{FF2B5EF4-FFF2-40B4-BE49-F238E27FC236}">
                      <a16:creationId xmlns:a16="http://schemas.microsoft.com/office/drawing/2014/main" id="{55D91B15-5C10-E8A2-3B05-01B9588C55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19059" y="2194977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t 51">
                  <a:extLst>
                    <a:ext uri="{FF2B5EF4-FFF2-40B4-BE49-F238E27FC236}">
                      <a16:creationId xmlns:a16="http://schemas.microsoft.com/office/drawing/2014/main" id="{2AE69682-FA72-45AE-EF1E-4EEEB79B87F2}"/>
                    </a:ext>
                  </a:extLst>
                </p14:cNvPr>
                <p14:cNvContentPartPr/>
                <p14:nvPr/>
              </p14:nvContentPartPr>
              <p14:xfrm>
                <a:off x="1370179" y="1468857"/>
                <a:ext cx="1266840" cy="421200"/>
              </p14:xfrm>
            </p:contentPart>
          </mc:Choice>
          <mc:Fallback xmlns="">
            <p:pic>
              <p:nvPicPr>
                <p:cNvPr id="52" name="Inkt 51">
                  <a:extLst>
                    <a:ext uri="{FF2B5EF4-FFF2-40B4-BE49-F238E27FC236}">
                      <a16:creationId xmlns:a16="http://schemas.microsoft.com/office/drawing/2014/main" id="{2AE69682-FA72-45AE-EF1E-4EEEB79B87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61539" y="1459857"/>
                  <a:ext cx="1284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t 52">
                  <a:extLst>
                    <a:ext uri="{FF2B5EF4-FFF2-40B4-BE49-F238E27FC236}">
                      <a16:creationId xmlns:a16="http://schemas.microsoft.com/office/drawing/2014/main" id="{CA09B1B0-D2CE-5983-633E-3C5C8C6FA5B3}"/>
                    </a:ext>
                  </a:extLst>
                </p14:cNvPr>
                <p14:cNvContentPartPr/>
                <p14:nvPr/>
              </p14:nvContentPartPr>
              <p14:xfrm>
                <a:off x="1381339" y="1834617"/>
                <a:ext cx="22320" cy="52920"/>
              </p14:xfrm>
            </p:contentPart>
          </mc:Choice>
          <mc:Fallback xmlns="">
            <p:pic>
              <p:nvPicPr>
                <p:cNvPr id="53" name="Inkt 52">
                  <a:extLst>
                    <a:ext uri="{FF2B5EF4-FFF2-40B4-BE49-F238E27FC236}">
                      <a16:creationId xmlns:a16="http://schemas.microsoft.com/office/drawing/2014/main" id="{CA09B1B0-D2CE-5983-633E-3C5C8C6FA5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72699" y="1825617"/>
                  <a:ext cx="3996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4" name="Inkt 133">
                <a:extLst>
                  <a:ext uri="{FF2B5EF4-FFF2-40B4-BE49-F238E27FC236}">
                    <a16:creationId xmlns:a16="http://schemas.microsoft.com/office/drawing/2014/main" id="{D348DD5D-D89C-DB21-4F07-2E4B0A0097EC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4" name="Inkt 133">
                <a:extLst>
                  <a:ext uri="{FF2B5EF4-FFF2-40B4-BE49-F238E27FC236}">
                    <a16:creationId xmlns:a16="http://schemas.microsoft.com/office/drawing/2014/main" id="{D348DD5D-D89C-DB21-4F07-2E4B0A0097E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5" name="Inkt 134">
                <a:extLst>
                  <a:ext uri="{FF2B5EF4-FFF2-40B4-BE49-F238E27FC236}">
                    <a16:creationId xmlns:a16="http://schemas.microsoft.com/office/drawing/2014/main" id="{325A8F12-4912-6993-4164-17E0CE7A7696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5" name="Inkt 134">
                <a:extLst>
                  <a:ext uri="{FF2B5EF4-FFF2-40B4-BE49-F238E27FC236}">
                    <a16:creationId xmlns:a16="http://schemas.microsoft.com/office/drawing/2014/main" id="{325A8F12-4912-6993-4164-17E0CE7A76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Tekstvak 135">
            <a:extLst>
              <a:ext uri="{FF2B5EF4-FFF2-40B4-BE49-F238E27FC236}">
                <a16:creationId xmlns:a16="http://schemas.microsoft.com/office/drawing/2014/main" id="{FB9E7D73-C1C8-0742-34CB-4351C992CE55}"/>
              </a:ext>
            </a:extLst>
          </p:cNvPr>
          <p:cNvSpPr txBox="1"/>
          <p:nvPr/>
        </p:nvSpPr>
        <p:spPr>
          <a:xfrm rot="21210967">
            <a:off x="2564074" y="1946168"/>
            <a:ext cx="9252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Ik wil 10%</a:t>
            </a:r>
          </a:p>
        </p:txBody>
      </p:sp>
      <p:pic>
        <p:nvPicPr>
          <p:cNvPr id="27" name="Afbeelding 26" descr="Afbeelding met tekst, schermopname, Lettertype, ontvangst&#10;&#10;Automatisch gegenereerde beschrijving">
            <a:extLst>
              <a:ext uri="{FF2B5EF4-FFF2-40B4-BE49-F238E27FC236}">
                <a16:creationId xmlns:a16="http://schemas.microsoft.com/office/drawing/2014/main" id="{3E6AF6F0-8E84-3EC3-B15D-58A7CFAEF8A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690" y="2423294"/>
            <a:ext cx="57054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81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9E7A9-B1CC-2294-8356-7247811D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937F-80C3-F34C-D4B4-CB88C04E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Verdisconteren/Discounting</a:t>
            </a:r>
            <a:endParaRPr lang="en-BE" dirty="0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pSp>
        <p:nvGrpSpPr>
          <p:cNvPr id="55" name="Groep 54">
            <a:extLst>
              <a:ext uri="{FF2B5EF4-FFF2-40B4-BE49-F238E27FC236}">
                <a16:creationId xmlns:a16="http://schemas.microsoft.com/office/drawing/2014/main" id="{CAE77A85-B906-AD6E-8580-85AA4512FE21}"/>
              </a:ext>
            </a:extLst>
          </p:cNvPr>
          <p:cNvGrpSpPr/>
          <p:nvPr/>
        </p:nvGrpSpPr>
        <p:grpSpPr>
          <a:xfrm>
            <a:off x="2389904" y="1958893"/>
            <a:ext cx="1111860" cy="628020"/>
            <a:chOff x="1154539" y="1468857"/>
            <a:chExt cx="1482480" cy="83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t 3">
                  <a:extLst>
                    <a:ext uri="{FF2B5EF4-FFF2-40B4-BE49-F238E27FC236}">
                      <a16:creationId xmlns:a16="http://schemas.microsoft.com/office/drawing/2014/main" id="{186AAE14-2260-437D-9ABE-38AE97FEF915}"/>
                    </a:ext>
                  </a:extLst>
                </p14:cNvPr>
                <p14:cNvContentPartPr/>
                <p14:nvPr/>
              </p14:nvContentPartPr>
              <p14:xfrm>
                <a:off x="1154539" y="1917057"/>
                <a:ext cx="245160" cy="221760"/>
              </p14:xfrm>
            </p:contentPart>
          </mc:Choice>
          <mc:Fallback xmlns="">
            <p:pic>
              <p:nvPicPr>
                <p:cNvPr id="4" name="Inkt 3">
                  <a:extLst>
                    <a:ext uri="{FF2B5EF4-FFF2-40B4-BE49-F238E27FC236}">
                      <a16:creationId xmlns:a16="http://schemas.microsoft.com/office/drawing/2014/main" id="{186AAE14-2260-437D-9ABE-38AE97FEF91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5899" y="1908417"/>
                  <a:ext cx="26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t 4">
                  <a:extLst>
                    <a:ext uri="{FF2B5EF4-FFF2-40B4-BE49-F238E27FC236}">
                      <a16:creationId xmlns:a16="http://schemas.microsoft.com/office/drawing/2014/main" id="{F6AD46E8-686D-9F98-3AAB-3D0396EF5DB1}"/>
                    </a:ext>
                  </a:extLst>
                </p14:cNvPr>
                <p14:cNvContentPartPr/>
                <p14:nvPr/>
              </p14:nvContentPartPr>
              <p14:xfrm>
                <a:off x="1218619" y="1866297"/>
                <a:ext cx="11520" cy="83520"/>
              </p14:xfrm>
            </p:contentPart>
          </mc:Choice>
          <mc:Fallback xmlns="">
            <p:pic>
              <p:nvPicPr>
                <p:cNvPr id="5" name="Inkt 4">
                  <a:extLst>
                    <a:ext uri="{FF2B5EF4-FFF2-40B4-BE49-F238E27FC236}">
                      <a16:creationId xmlns:a16="http://schemas.microsoft.com/office/drawing/2014/main" id="{F6AD46E8-686D-9F98-3AAB-3D0396EF5DB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9619" y="1857657"/>
                  <a:ext cx="2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A5798159-2676-0960-1B35-76B4730B4BB9}"/>
                    </a:ext>
                  </a:extLst>
                </p14:cNvPr>
                <p14:cNvContentPartPr/>
                <p14:nvPr/>
              </p14:nvContentPartPr>
              <p14:xfrm>
                <a:off x="1265059" y="1875657"/>
                <a:ext cx="22680" cy="88200"/>
              </p14:xfrm>
            </p:contentPart>
          </mc:Choice>
          <mc:Fallback xmlns=""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A5798159-2676-0960-1B35-76B4730B4B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6419" y="1866657"/>
                  <a:ext cx="4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B00E347C-75AD-4B2A-BEBB-4F400B8D9C51}"/>
                    </a:ext>
                  </a:extLst>
                </p14:cNvPr>
                <p14:cNvContentPartPr/>
                <p14:nvPr/>
              </p14:nvContentPartPr>
              <p14:xfrm>
                <a:off x="1318339" y="1919217"/>
                <a:ext cx="21240" cy="57240"/>
              </p14:xfrm>
            </p:contentPart>
          </mc:Choice>
          <mc:Fallback xmlns=""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B00E347C-75AD-4B2A-BEBB-4F400B8D9C5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9699" y="1910217"/>
                  <a:ext cx="38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t 7">
                  <a:extLst>
                    <a:ext uri="{FF2B5EF4-FFF2-40B4-BE49-F238E27FC236}">
                      <a16:creationId xmlns:a16="http://schemas.microsoft.com/office/drawing/2014/main" id="{E56C1482-C61A-630E-B15C-22C99202F3C0}"/>
                    </a:ext>
                  </a:extLst>
                </p14:cNvPr>
                <p14:cNvContentPartPr/>
                <p14:nvPr/>
              </p14:nvContentPartPr>
              <p14:xfrm>
                <a:off x="1229779" y="2025417"/>
                <a:ext cx="3240" cy="3240"/>
              </p14:xfrm>
            </p:contentPart>
          </mc:Choice>
          <mc:Fallback xmlns="">
            <p:pic>
              <p:nvPicPr>
                <p:cNvPr id="8" name="Inkt 7">
                  <a:extLst>
                    <a:ext uri="{FF2B5EF4-FFF2-40B4-BE49-F238E27FC236}">
                      <a16:creationId xmlns:a16="http://schemas.microsoft.com/office/drawing/2014/main" id="{E56C1482-C61A-630E-B15C-22C99202F3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0779" y="2016777"/>
                  <a:ext cx="20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99DFD248-8274-DA4E-B753-1C57D21DF8D0}"/>
                    </a:ext>
                  </a:extLst>
                </p14:cNvPr>
                <p14:cNvContentPartPr/>
                <p14:nvPr/>
              </p14:nvContentPartPr>
              <p14:xfrm>
                <a:off x="1306819" y="2025417"/>
                <a:ext cx="360" cy="360"/>
              </p14:xfrm>
            </p:contentPart>
          </mc:Choice>
          <mc:Fallback xmlns=""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99DFD248-8274-DA4E-B753-1C57D21DF8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7819" y="20167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t 9">
                  <a:extLst>
                    <a:ext uri="{FF2B5EF4-FFF2-40B4-BE49-F238E27FC236}">
                      <a16:creationId xmlns:a16="http://schemas.microsoft.com/office/drawing/2014/main" id="{874A6C8A-D286-DA6F-A2E6-0BB9FB2898F7}"/>
                    </a:ext>
                  </a:extLst>
                </p14:cNvPr>
                <p14:cNvContentPartPr/>
                <p14:nvPr/>
              </p14:nvContentPartPr>
              <p14:xfrm>
                <a:off x="1265419" y="2054577"/>
                <a:ext cx="76320" cy="33480"/>
              </p14:xfrm>
            </p:contentPart>
          </mc:Choice>
          <mc:Fallback xmlns="">
            <p:pic>
              <p:nvPicPr>
                <p:cNvPr id="10" name="Inkt 9">
                  <a:extLst>
                    <a:ext uri="{FF2B5EF4-FFF2-40B4-BE49-F238E27FC236}">
                      <a16:creationId xmlns:a16="http://schemas.microsoft.com/office/drawing/2014/main" id="{874A6C8A-D286-DA6F-A2E6-0BB9FB2898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6779" y="2045577"/>
                  <a:ext cx="93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5E767AEE-E5AC-B144-ACB9-8D9919A552D8}"/>
                    </a:ext>
                  </a:extLst>
                </p14:cNvPr>
                <p14:cNvContentPartPr/>
                <p14:nvPr/>
              </p14:nvContentPartPr>
              <p14:xfrm>
                <a:off x="1278379" y="2128737"/>
                <a:ext cx="3240" cy="79560"/>
              </p14:xfrm>
            </p:contentPart>
          </mc:Choice>
          <mc:Fallback xmlns=""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5E767AEE-E5AC-B144-ACB9-8D9919A552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9379" y="2119737"/>
                  <a:ext cx="2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t 11">
                  <a:extLst>
                    <a:ext uri="{FF2B5EF4-FFF2-40B4-BE49-F238E27FC236}">
                      <a16:creationId xmlns:a16="http://schemas.microsoft.com/office/drawing/2014/main" id="{F2185170-6B64-067B-2A59-62E6A2B8C881}"/>
                    </a:ext>
                  </a:extLst>
                </p14:cNvPr>
                <p14:cNvContentPartPr/>
                <p14:nvPr/>
              </p14:nvContentPartPr>
              <p14:xfrm>
                <a:off x="1230499" y="2210817"/>
                <a:ext cx="56520" cy="65880"/>
              </p14:xfrm>
            </p:contentPart>
          </mc:Choice>
          <mc:Fallback xmlns="">
            <p:pic>
              <p:nvPicPr>
                <p:cNvPr id="12" name="Inkt 11">
                  <a:extLst>
                    <a:ext uri="{FF2B5EF4-FFF2-40B4-BE49-F238E27FC236}">
                      <a16:creationId xmlns:a16="http://schemas.microsoft.com/office/drawing/2014/main" id="{F2185170-6B64-067B-2A59-62E6A2B8C88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21499" y="2201817"/>
                  <a:ext cx="74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t 12">
                  <a:extLst>
                    <a:ext uri="{FF2B5EF4-FFF2-40B4-BE49-F238E27FC236}">
                      <a16:creationId xmlns:a16="http://schemas.microsoft.com/office/drawing/2014/main" id="{C8D1A377-24FB-9264-0D79-94BEB23AF884}"/>
                    </a:ext>
                  </a:extLst>
                </p14:cNvPr>
                <p14:cNvContentPartPr/>
                <p14:nvPr/>
              </p14:nvContentPartPr>
              <p14:xfrm>
                <a:off x="1285219" y="2236377"/>
                <a:ext cx="50400" cy="69840"/>
              </p14:xfrm>
            </p:contentPart>
          </mc:Choice>
          <mc:Fallback xmlns="">
            <p:pic>
              <p:nvPicPr>
                <p:cNvPr id="13" name="Inkt 12">
                  <a:extLst>
                    <a:ext uri="{FF2B5EF4-FFF2-40B4-BE49-F238E27FC236}">
                      <a16:creationId xmlns:a16="http://schemas.microsoft.com/office/drawing/2014/main" id="{C8D1A377-24FB-9264-0D79-94BEB23AF8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76579" y="2227377"/>
                  <a:ext cx="68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t 13">
                  <a:extLst>
                    <a:ext uri="{FF2B5EF4-FFF2-40B4-BE49-F238E27FC236}">
                      <a16:creationId xmlns:a16="http://schemas.microsoft.com/office/drawing/2014/main" id="{84CEC49A-0CC8-2FE1-1A2B-869350C3C5F9}"/>
                    </a:ext>
                  </a:extLst>
                </p14:cNvPr>
                <p14:cNvContentPartPr/>
                <p14:nvPr/>
              </p14:nvContentPartPr>
              <p14:xfrm>
                <a:off x="1202059" y="2195697"/>
                <a:ext cx="142560" cy="6480"/>
              </p14:xfrm>
            </p:contentPart>
          </mc:Choice>
          <mc:Fallback xmlns="">
            <p:pic>
              <p:nvPicPr>
                <p:cNvPr id="14" name="Inkt 13">
                  <a:extLst>
                    <a:ext uri="{FF2B5EF4-FFF2-40B4-BE49-F238E27FC236}">
                      <a16:creationId xmlns:a16="http://schemas.microsoft.com/office/drawing/2014/main" id="{84CEC49A-0CC8-2FE1-1A2B-869350C3C5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93059" y="2186697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t 22">
                  <a:extLst>
                    <a:ext uri="{FF2B5EF4-FFF2-40B4-BE49-F238E27FC236}">
                      <a16:creationId xmlns:a16="http://schemas.microsoft.com/office/drawing/2014/main" id="{C57EB546-7E4F-1E90-6C0E-4E2E302F44CF}"/>
                    </a:ext>
                  </a:extLst>
                </p14:cNvPr>
                <p14:cNvContentPartPr/>
                <p14:nvPr/>
              </p14:nvContentPartPr>
              <p14:xfrm>
                <a:off x="1327699" y="2203977"/>
                <a:ext cx="85680" cy="5760"/>
              </p14:xfrm>
            </p:contentPart>
          </mc:Choice>
          <mc:Fallback xmlns="">
            <p:pic>
              <p:nvPicPr>
                <p:cNvPr id="23" name="Inkt 22">
                  <a:extLst>
                    <a:ext uri="{FF2B5EF4-FFF2-40B4-BE49-F238E27FC236}">
                      <a16:creationId xmlns:a16="http://schemas.microsoft.com/office/drawing/2014/main" id="{C57EB546-7E4F-1E90-6C0E-4E2E302F44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19059" y="2194977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t 51">
                  <a:extLst>
                    <a:ext uri="{FF2B5EF4-FFF2-40B4-BE49-F238E27FC236}">
                      <a16:creationId xmlns:a16="http://schemas.microsoft.com/office/drawing/2014/main" id="{1B9AE1D3-636C-C591-AADF-BD0476C4E18B}"/>
                    </a:ext>
                  </a:extLst>
                </p14:cNvPr>
                <p14:cNvContentPartPr/>
                <p14:nvPr/>
              </p14:nvContentPartPr>
              <p14:xfrm>
                <a:off x="1370179" y="1468857"/>
                <a:ext cx="1266840" cy="421200"/>
              </p14:xfrm>
            </p:contentPart>
          </mc:Choice>
          <mc:Fallback xmlns="">
            <p:pic>
              <p:nvPicPr>
                <p:cNvPr id="52" name="Inkt 51">
                  <a:extLst>
                    <a:ext uri="{FF2B5EF4-FFF2-40B4-BE49-F238E27FC236}">
                      <a16:creationId xmlns:a16="http://schemas.microsoft.com/office/drawing/2014/main" id="{1B9AE1D3-636C-C591-AADF-BD0476C4E1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61539" y="1459857"/>
                  <a:ext cx="1284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t 52">
                  <a:extLst>
                    <a:ext uri="{FF2B5EF4-FFF2-40B4-BE49-F238E27FC236}">
                      <a16:creationId xmlns:a16="http://schemas.microsoft.com/office/drawing/2014/main" id="{F42F7CEB-B78C-D289-68CF-901D51655DBE}"/>
                    </a:ext>
                  </a:extLst>
                </p14:cNvPr>
                <p14:cNvContentPartPr/>
                <p14:nvPr/>
              </p14:nvContentPartPr>
              <p14:xfrm>
                <a:off x="1381339" y="1834617"/>
                <a:ext cx="22320" cy="52920"/>
              </p14:xfrm>
            </p:contentPart>
          </mc:Choice>
          <mc:Fallback xmlns="">
            <p:pic>
              <p:nvPicPr>
                <p:cNvPr id="53" name="Inkt 52">
                  <a:extLst>
                    <a:ext uri="{FF2B5EF4-FFF2-40B4-BE49-F238E27FC236}">
                      <a16:creationId xmlns:a16="http://schemas.microsoft.com/office/drawing/2014/main" id="{F42F7CEB-B78C-D289-68CF-901D51655D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72699" y="1825617"/>
                  <a:ext cx="3996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34" name="Inkt 133">
                <a:extLst>
                  <a:ext uri="{FF2B5EF4-FFF2-40B4-BE49-F238E27FC236}">
                    <a16:creationId xmlns:a16="http://schemas.microsoft.com/office/drawing/2014/main" id="{015C4AC5-7FD3-EE3A-04DD-28956EAD11A1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4" name="Inkt 133">
                <a:extLst>
                  <a:ext uri="{FF2B5EF4-FFF2-40B4-BE49-F238E27FC236}">
                    <a16:creationId xmlns:a16="http://schemas.microsoft.com/office/drawing/2014/main" id="{015C4AC5-7FD3-EE3A-04DD-28956EAD11A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35" name="Inkt 134">
                <a:extLst>
                  <a:ext uri="{FF2B5EF4-FFF2-40B4-BE49-F238E27FC236}">
                    <a16:creationId xmlns:a16="http://schemas.microsoft.com/office/drawing/2014/main" id="{0DCD6940-F60F-EE79-DA23-0465A156FC8E}"/>
                  </a:ext>
                </a:extLst>
              </p14:cNvPr>
              <p14:cNvContentPartPr/>
              <p14:nvPr/>
            </p14:nvContentPartPr>
            <p14:xfrm>
              <a:off x="-116356" y="1901923"/>
              <a:ext cx="270" cy="270"/>
            </p14:xfrm>
          </p:contentPart>
        </mc:Choice>
        <mc:Fallback>
          <p:pic>
            <p:nvPicPr>
              <p:cNvPr id="135" name="Inkt 134">
                <a:extLst>
                  <a:ext uri="{FF2B5EF4-FFF2-40B4-BE49-F238E27FC236}">
                    <a16:creationId xmlns:a16="http://schemas.microsoft.com/office/drawing/2014/main" id="{0DCD6940-F60F-EE79-DA23-0465A156FC8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123106" y="1895173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136" name="Tekstvak 135">
            <a:extLst>
              <a:ext uri="{FF2B5EF4-FFF2-40B4-BE49-F238E27FC236}">
                <a16:creationId xmlns:a16="http://schemas.microsoft.com/office/drawing/2014/main" id="{64229598-CEFF-DA8C-3FB6-A83931C4A06F}"/>
              </a:ext>
            </a:extLst>
          </p:cNvPr>
          <p:cNvSpPr txBox="1"/>
          <p:nvPr/>
        </p:nvSpPr>
        <p:spPr>
          <a:xfrm rot="21210967">
            <a:off x="2610560" y="1946168"/>
            <a:ext cx="8322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Ik wil 5%</a:t>
            </a:r>
          </a:p>
        </p:txBody>
      </p:sp>
      <p:pic>
        <p:nvPicPr>
          <p:cNvPr id="18" name="Tijdelijke aanduiding voor inhoud 1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6CC6145E-757B-54DC-2E67-6C0CF2A7C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60" y="2534533"/>
            <a:ext cx="5829300" cy="2457450"/>
          </a:xfrm>
        </p:spPr>
      </p:pic>
    </p:spTree>
    <p:extLst>
      <p:ext uri="{BB962C8B-B14F-4D97-AF65-F5344CB8AC3E}">
        <p14:creationId xmlns:p14="http://schemas.microsoft.com/office/powerpoint/2010/main" val="2792371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825EB-0C7C-11AD-D1AD-4834167B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  <a:latin typeface="Lato Black" panose="020F0A02020204030203" pitchFamily="34" charset="0"/>
              </a:rPr>
              <a:t>Verdisconteren/Discounting</a:t>
            </a:r>
            <a:endParaRPr lang="nl-BE" dirty="0"/>
          </a:p>
        </p:txBody>
      </p:sp>
      <p:pic>
        <p:nvPicPr>
          <p:cNvPr id="19" name="Tijdelijke aanduiding voor inhoud 18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7479C4EC-A910-F293-629D-6AAE579F5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283" y="2562726"/>
            <a:ext cx="6013437" cy="2521181"/>
          </a:xfrm>
        </p:spPr>
      </p:pic>
      <p:sp>
        <p:nvSpPr>
          <p:cNvPr id="20" name="Tekstvak 19">
            <a:extLst>
              <a:ext uri="{FF2B5EF4-FFF2-40B4-BE49-F238E27FC236}">
                <a16:creationId xmlns:a16="http://schemas.microsoft.com/office/drawing/2014/main" id="{33686F01-10E6-D152-D397-570BBD63EF26}"/>
              </a:ext>
            </a:extLst>
          </p:cNvPr>
          <p:cNvSpPr txBox="1"/>
          <p:nvPr/>
        </p:nvSpPr>
        <p:spPr>
          <a:xfrm>
            <a:off x="2254919" y="2210803"/>
            <a:ext cx="11319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nl-BE" sz="1350" dirty="0">
                <a:solidFill>
                  <a:prstClr val="black"/>
                </a:solidFill>
                <a:latin typeface="Aptos" panose="02110004020202020204"/>
              </a:rPr>
              <a:t>Perpetuities:</a:t>
            </a:r>
          </a:p>
        </p:txBody>
      </p:sp>
    </p:spTree>
    <p:extLst>
      <p:ext uri="{BB962C8B-B14F-4D97-AF65-F5344CB8AC3E}">
        <p14:creationId xmlns:p14="http://schemas.microsoft.com/office/powerpoint/2010/main" val="235917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CFD3B-AEC4-A027-E7AB-636B6743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</a:rPr>
              <a:t>Cash Flow van een bedrijf</a:t>
            </a:r>
          </a:p>
        </p:txBody>
      </p:sp>
      <p:pic>
        <p:nvPicPr>
          <p:cNvPr id="9" name="Tijdelijke aanduiding voor inhoud 8" descr="Afbeelding met tekst, Lettertype, algebra&#10;&#10;Automatisch gegenereerde beschrijving">
            <a:extLst>
              <a:ext uri="{FF2B5EF4-FFF2-40B4-BE49-F238E27FC236}">
                <a16:creationId xmlns:a16="http://schemas.microsoft.com/office/drawing/2014/main" id="{3AA816D2-A093-54E1-3F54-F3DC0CBCE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58" y="2118608"/>
            <a:ext cx="3101132" cy="3174099"/>
          </a:xfrm>
        </p:spPr>
      </p:pic>
    </p:spTree>
    <p:extLst>
      <p:ext uri="{BB962C8B-B14F-4D97-AF65-F5344CB8AC3E}">
        <p14:creationId xmlns:p14="http://schemas.microsoft.com/office/powerpoint/2010/main" val="3923120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4A6C3-D179-C27C-640C-B50893AA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>
                <a:solidFill>
                  <a:srgbClr val="244337"/>
                </a:solidFill>
              </a:rPr>
              <a:t>Net Working Capital</a:t>
            </a:r>
          </a:p>
        </p:txBody>
      </p:sp>
      <p:pic>
        <p:nvPicPr>
          <p:cNvPr id="5" name="Tijdelijke aanduiding voor inhoud 4" descr="Afbeelding met tekst, Lettertype, schermopname, wit&#10;&#10;Automatisch gegenereerde beschrijving">
            <a:extLst>
              <a:ext uri="{FF2B5EF4-FFF2-40B4-BE49-F238E27FC236}">
                <a16:creationId xmlns:a16="http://schemas.microsoft.com/office/drawing/2014/main" id="{D84739CB-F723-47C7-7BAF-DDF34146D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61" y="2237875"/>
            <a:ext cx="6666878" cy="992699"/>
          </a:xfrm>
        </p:spPr>
      </p:pic>
      <p:pic>
        <p:nvPicPr>
          <p:cNvPr id="7" name="Afbeelding 6" descr="Afbeelding met tekst, schermopname, Lettertype, wit&#10;&#10;Automatisch gegenereerde beschrijving">
            <a:extLst>
              <a:ext uri="{FF2B5EF4-FFF2-40B4-BE49-F238E27FC236}">
                <a16:creationId xmlns:a16="http://schemas.microsoft.com/office/drawing/2014/main" id="{E2234F15-C52C-8CCD-FD89-0024AD90D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576" y="3627430"/>
            <a:ext cx="4412918" cy="148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60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5D309-D9CE-BF76-61C5-FFD49E4F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</a:rPr>
              <a:t>Weighted Average Cost of Capital (WACC)</a:t>
            </a:r>
            <a:endParaRPr lang="nl-BE" dirty="0"/>
          </a:p>
        </p:txBody>
      </p:sp>
      <p:pic>
        <p:nvPicPr>
          <p:cNvPr id="1026" name="Picture 2" descr="Weighted Average Cost of Capital (WACC) Calculator | Farseer">
            <a:extLst>
              <a:ext uri="{FF2B5EF4-FFF2-40B4-BE49-F238E27FC236}">
                <a16:creationId xmlns:a16="http://schemas.microsoft.com/office/drawing/2014/main" id="{B943B9A2-EE48-B881-96EC-CA8D4BA24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958" y="2102519"/>
            <a:ext cx="4777295" cy="311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7455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9EED9-815F-2183-95D9-D1FB4B74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rgbClr val="244337"/>
                </a:solidFill>
              </a:rPr>
              <a:t>WACC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76AED1-9584-2B98-01E3-A908C51ED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/>
              <a:t>https://www.farseer.com/calculators/weighted-average-cost-of-capital-calculator/</a:t>
            </a:r>
          </a:p>
        </p:txBody>
      </p:sp>
      <p:pic>
        <p:nvPicPr>
          <p:cNvPr id="5" name="Afbeelding 4" descr="Afbeelding met tekst, schermopname, Lettertype, wit&#10;&#10;Automatisch gegenereerde beschrijving">
            <a:extLst>
              <a:ext uri="{FF2B5EF4-FFF2-40B4-BE49-F238E27FC236}">
                <a16:creationId xmlns:a16="http://schemas.microsoft.com/office/drawing/2014/main" id="{73F50D68-8546-EDA4-528A-C34D7FC51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448" y="2955218"/>
            <a:ext cx="4448677" cy="2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835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Microsoft Office PowerPoint</Application>
  <PresentationFormat>Widescreen</PresentationFormat>
  <Paragraphs>188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Calibri</vt:lpstr>
      <vt:lpstr>Courier New</vt:lpstr>
      <vt:lpstr>Lato</vt:lpstr>
      <vt:lpstr>Lato Black</vt:lpstr>
      <vt:lpstr>1_Office Theme</vt:lpstr>
      <vt:lpstr>Kantoorthema</vt:lpstr>
      <vt:lpstr>Financiële Ratio’s – Uitleg en Interpretatie</vt:lpstr>
      <vt:lpstr>General Information</vt:lpstr>
      <vt:lpstr>Liquiditeit – Current Ratio</vt:lpstr>
      <vt:lpstr>Liquiditeit – Working Capital</vt:lpstr>
      <vt:lpstr>PowerPoint Presentation</vt:lpstr>
      <vt:lpstr>Solvabiliteit – Debt-to-Equity Ratio</vt:lpstr>
      <vt:lpstr>Solvabiliteit – Equity Ratio</vt:lpstr>
      <vt:lpstr>Rendabiliteit – Return on Equity (ROE)</vt:lpstr>
      <vt:lpstr>PowerPoint Presentation</vt:lpstr>
      <vt:lpstr>PowerPoint Presentation</vt:lpstr>
      <vt:lpstr>Rendabiliteit – Return on Investment (ROI)</vt:lpstr>
      <vt:lpstr>Rendabiliteit – EBITDA Margin</vt:lpstr>
      <vt:lpstr>Rendabiliteit – Net Profit Margin</vt:lpstr>
      <vt:lpstr>PowerPoint Presentation</vt:lpstr>
      <vt:lpstr>Efficiëntie – Free Cash Flow Conversion</vt:lpstr>
      <vt:lpstr>PowerPoint Presentation</vt:lpstr>
      <vt:lpstr>Efficiëntie – CapEx (Kapitaaluitgaven)</vt:lpstr>
      <vt:lpstr>PowerPoint Presentation</vt:lpstr>
      <vt:lpstr>PowerPoint Presentation</vt:lpstr>
      <vt:lpstr>Groei – Revenue CAGR (Compound Annual Growth Rate)</vt:lpstr>
      <vt:lpstr>PowerPoint Presentation</vt:lpstr>
      <vt:lpstr>Waardering – Price/Earnings (P/E) Ratio</vt:lpstr>
      <vt:lpstr>Waardering – EV/EBITDA</vt:lpstr>
      <vt:lpstr>https://www.investopedia.com/terms/e/ev-ebitda.asp</vt:lpstr>
      <vt:lpstr>Waardering – PEG Ratio</vt:lpstr>
      <vt:lpstr>Waardering – Dividend Yield</vt:lpstr>
      <vt:lpstr>Waardecreatie – Total Shareholder Return (TSR)</vt:lpstr>
      <vt:lpstr>PowerPoint Presentation</vt:lpstr>
      <vt:lpstr>Verdere Informatie</vt:lpstr>
      <vt:lpstr>Waar haal ik mijn informatie?</vt:lpstr>
      <vt:lpstr>DEEL 2</vt:lpstr>
      <vt:lpstr>DCF Introduction</vt:lpstr>
      <vt:lpstr>Waarom waardering nodig?</vt:lpstr>
      <vt:lpstr>Hoe kom je tot een waardering?</vt:lpstr>
      <vt:lpstr>Wat is een waardering?</vt:lpstr>
      <vt:lpstr>Verdisconteren/Discounting</vt:lpstr>
      <vt:lpstr>Verdisconteren/Discounting</vt:lpstr>
      <vt:lpstr>Verdisconteren/Discounting</vt:lpstr>
      <vt:lpstr>Verdisconteren/Discounting</vt:lpstr>
      <vt:lpstr>Verdisconteren/Discounting</vt:lpstr>
      <vt:lpstr>Cash Flow van een bedrijf</vt:lpstr>
      <vt:lpstr>Net Working Capital</vt:lpstr>
      <vt:lpstr>Weighted Average Cost of Capital (WACC)</vt:lpstr>
      <vt:lpstr>WACC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Wout Jonckheere</dc:creator>
  <cp:lastModifiedBy>Wout Jonckheere</cp:lastModifiedBy>
  <cp:revision>2</cp:revision>
  <dcterms:created xsi:type="dcterms:W3CDTF">2025-10-30T11:36:00Z</dcterms:created>
  <dcterms:modified xsi:type="dcterms:W3CDTF">2025-10-30T11:36:45Z</dcterms:modified>
</cp:coreProperties>
</file>
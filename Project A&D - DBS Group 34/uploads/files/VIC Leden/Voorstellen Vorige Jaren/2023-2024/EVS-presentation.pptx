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8184D6-AF99-AA0D-46B0-1C59EAC1B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F6AEBCD-2747-2C1B-599E-9CF2A85CE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A512BF5-86F4-B4FF-5D0E-CCFAB5C95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E28FA7-AAF8-1540-45E1-07F0440E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AB8E63-3944-F3B7-B23D-DB1F712FD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8960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6D6778-78F9-E168-178A-EAB7536CC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AC62C81-2CFC-9CAB-0030-693F049EE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51E5184-BB43-F991-627F-63B423858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E145FE-8FAE-7F03-DB4E-D2F3329A0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86E2F6-9899-7BB5-16A3-6CC7C3ED7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4523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16E5C9-1C38-AEF6-5AB0-1872FE5B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1C206C-3017-404C-6795-39B7553DB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A384281-00E1-2F5B-55E4-9C5D7F77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12C5B80-F660-F21A-1E25-B175493E1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6577691-7417-413E-5633-8EA9E18D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902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2E0781-D8FE-B664-EA70-85951E8C3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FE6EC0-BD8D-38A4-689A-8C290F0BD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4EB34D7-5A57-E3D7-A3FA-42D54A0A5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79921DF-1ECE-6E0E-18BD-5F1C094FF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26B4456-F846-0A06-39E5-6DB35DE8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D3145E9-34AA-CD6D-076F-BC753432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7147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4AF7D-588D-D148-6132-E755B50EE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A0CCD37-6E26-D34F-8771-D808AFA6B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56ED717-2335-90ED-9992-D7AE8D2AD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6C95BA8-896A-114E-0795-AD1829CE1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FE3AE56-24DE-2E3E-7139-DDA9A4F87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20363CF-05A3-B9AA-F9ED-1E0FF3EE7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E671F37-F27C-89F0-04F9-9D7EA2549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BE45FB5-91C6-99C5-8C0C-949284CC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7954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4BBAB-0DA5-2498-5432-100AB117A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1E6088E-C3B1-6A3D-45A8-AAF3F8F90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3A98EAB-F00B-EC23-CAD6-7B5366E3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A905962-EB8D-0834-0229-AEF8EC86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47871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DEEABA5-950F-AF84-2619-D1897C8FF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E32E528-C28D-E196-C508-6A8175867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AB70C8C-6964-EE66-0FAD-8DC2D2500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5312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B1EF33-429F-6BE2-865D-F0958BE71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26D0128-2403-1B4B-B66D-5A5B968D7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EF7F07F-9C22-51FE-BB22-1E1A7EC59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349BA08-F6DA-992D-1521-2492D9AC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3DD1882-D3FB-B897-20F8-DCBC47B5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4EFFBE4-4D61-8CE2-2FCC-D14321F1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5490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DFA5E-EADF-BE19-A429-B1C7EE849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B33FFCD-B356-760C-B6F4-7CDD8C387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B4DBF3A-C8A9-5E0B-DAED-DCF936A8B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7BC70AE-7C95-B524-160B-B99A07F7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AC19410-ACA4-311E-0203-4F4A35EE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FF5C044-890A-5016-D791-0D5F9351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664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44D73-6396-5033-8A08-82C2F048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85096BA-5460-FDAA-9E5F-52C5BE1CB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F4F0D52-43D1-2A0A-313D-597C92E9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D3EF163-1EAC-0163-5B10-2AF6F867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C38F3D7-D7C0-24EB-0F2E-A67247E58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396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329E29E-662A-BB7B-C62E-43FE04627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012E76B-6938-252E-FDCC-3F66E8967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CC0E06-CA22-4358-E9E5-743F757C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C47CEEC-E27F-F789-5A11-CEEFB4DFB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A3D0DC4-8F74-7CE8-478C-1685EC8D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999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5B7AC1F-03A6-23B1-14BC-0BA425E07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D8A5C73-B7F6-96AF-071E-C520E9890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ED992D7-0D92-A5FC-30A5-BA531A5DA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D37B6-3584-4FB1-8766-F9440E1C140A}" type="datetimeFigureOut">
              <a:rPr lang="nl-BE" smtClean="0"/>
              <a:t>20/03/2024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9F2F072-E0C2-94E0-F804-F063A8135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174AF09-5BA2-2298-2F8B-0805CCFEE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76571-30E9-4EEE-B203-9A4FB62C70F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32866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7BA7A-0FF7-E4EF-8EB6-2C91B0E9A9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/>
              <a:t>EVS 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B41AB3A-445D-FACF-5E67-72FCC0F0D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35014"/>
            <a:ext cx="9144000" cy="349898"/>
          </a:xfrm>
        </p:spPr>
        <p:txBody>
          <a:bodyPr>
            <a:normAutofit fontScale="92500" lnSpcReduction="20000"/>
          </a:bodyPr>
          <a:lstStyle/>
          <a:p>
            <a:r>
              <a:rPr lang="nl-BE" dirty="0"/>
              <a:t>Broadcast system</a:t>
            </a:r>
          </a:p>
        </p:txBody>
      </p:sp>
      <p:pic>
        <p:nvPicPr>
          <p:cNvPr id="5" name="Afbeelding 4" descr="Afbeelding met Kleurrijkheid, Graphics, lijn, ontwerp&#10;&#10;Automatisch gegenereerde beschrijving">
            <a:extLst>
              <a:ext uri="{FF2B5EF4-FFF2-40B4-BE49-F238E27FC236}">
                <a16:creationId xmlns:a16="http://schemas.microsoft.com/office/drawing/2014/main" id="{6CDD632B-9BCB-AA48-1670-062745125D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08" b="32408"/>
          <a:stretch/>
        </p:blipFill>
        <p:spPr>
          <a:xfrm>
            <a:off x="4667250" y="4170783"/>
            <a:ext cx="2857500" cy="100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65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2A02AB-8A95-B970-6152-65122E19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2023 in een notendop</a:t>
            </a:r>
            <a:br>
              <a:rPr lang="nl-BE" dirty="0"/>
            </a:b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A31D1FA-C2CF-9F59-295B-567B425BA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Order </a:t>
            </a:r>
            <a:r>
              <a:rPr lang="nl-BE" dirty="0" err="1"/>
              <a:t>book</a:t>
            </a:r>
            <a:r>
              <a:rPr lang="nl-BE" dirty="0"/>
              <a:t> – 153M euro</a:t>
            </a:r>
          </a:p>
          <a:p>
            <a:r>
              <a:rPr lang="nl-BE" dirty="0"/>
              <a:t>Omzet – 173,2M euro</a:t>
            </a:r>
          </a:p>
          <a:p>
            <a:r>
              <a:rPr lang="nl-BE" dirty="0"/>
              <a:t>Netto – 36,9M euro </a:t>
            </a:r>
          </a:p>
          <a:p>
            <a:r>
              <a:rPr lang="nl-BE" dirty="0"/>
              <a:t>Axon </a:t>
            </a:r>
            <a:r>
              <a:rPr lang="nl-BE" dirty="0" err="1"/>
              <a:t>acquisition</a:t>
            </a:r>
            <a:r>
              <a:rPr lang="nl-BE" dirty="0"/>
              <a:t> </a:t>
            </a:r>
          </a:p>
          <a:p>
            <a:r>
              <a:rPr lang="nl-BE" dirty="0"/>
              <a:t>NPS score – beste </a:t>
            </a:r>
            <a:r>
              <a:rPr lang="nl-BE" dirty="0" err="1"/>
              <a:t>tov</a:t>
            </a:r>
            <a:r>
              <a:rPr lang="nl-BE" dirty="0"/>
              <a:t> </a:t>
            </a:r>
            <a:r>
              <a:rPr lang="nl-BE" dirty="0" err="1"/>
              <a:t>competitors</a:t>
            </a:r>
            <a:endParaRPr lang="nl-BE" dirty="0"/>
          </a:p>
          <a:p>
            <a:r>
              <a:rPr lang="nl-BE" dirty="0"/>
              <a:t>Big Tech contract 22 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15834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2A417B-E499-583C-3870-AD9C4D66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0271EA5F-407D-C3CA-A436-4A8370910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735" y="381559"/>
            <a:ext cx="11134530" cy="6273394"/>
          </a:xfrm>
        </p:spPr>
      </p:pic>
    </p:spTree>
    <p:extLst>
      <p:ext uri="{BB962C8B-B14F-4D97-AF65-F5344CB8AC3E}">
        <p14:creationId xmlns:p14="http://schemas.microsoft.com/office/powerpoint/2010/main" val="251075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999862-F289-9BD4-3649-AD52C6394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Market </a:t>
            </a:r>
            <a:r>
              <a:rPr lang="nl-BE" dirty="0" err="1"/>
              <a:t>size</a:t>
            </a:r>
            <a:r>
              <a:rPr lang="nl-BE" dirty="0"/>
              <a:t> live content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57B43CE4-36E5-2D0B-67BE-AFCB0841C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8262"/>
            <a:ext cx="5267409" cy="4351338"/>
          </a:xfr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BCB364BD-8AD2-7ED6-33EB-9910170F3CDB}"/>
              </a:ext>
            </a:extLst>
          </p:cNvPr>
          <p:cNvSpPr txBox="1"/>
          <p:nvPr/>
        </p:nvSpPr>
        <p:spPr>
          <a:xfrm>
            <a:off x="7011535" y="2042162"/>
            <a:ext cx="34768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Apple – MLB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Amazon – Roland </a:t>
            </a:r>
            <a:r>
              <a:rPr lang="nl-BE" dirty="0" err="1"/>
              <a:t>Garros</a:t>
            </a:r>
            <a:endParaRPr lang="nl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Orange – La Liga &amp; UEFA (356M </a:t>
            </a:r>
            <a:r>
              <a:rPr lang="nl-BE" dirty="0" err="1"/>
              <a:t>eur</a:t>
            </a:r>
            <a:r>
              <a:rPr lang="nl-BE" dirty="0"/>
              <a:t>)</a:t>
            </a:r>
          </a:p>
        </p:txBody>
      </p: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F192DCEF-9FE3-B291-6B73-5850B0E05EAD}"/>
              </a:ext>
            </a:extLst>
          </p:cNvPr>
          <p:cNvCxnSpPr/>
          <p:nvPr/>
        </p:nvCxnSpPr>
        <p:spPr>
          <a:xfrm>
            <a:off x="8599715" y="3320454"/>
            <a:ext cx="0" cy="513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Afbeelding 9">
            <a:extLst>
              <a:ext uri="{FF2B5EF4-FFF2-40B4-BE49-F238E27FC236}">
                <a16:creationId xmlns:a16="http://schemas.microsoft.com/office/drawing/2014/main" id="{FF0C3A7F-F371-2DA5-666F-0590886F0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700" y="4240296"/>
            <a:ext cx="4406536" cy="155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3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7D72FD-1EB9-FA76-E542-EAD5AD24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89" y="1390780"/>
            <a:ext cx="1951653" cy="953570"/>
          </a:xfrm>
        </p:spPr>
        <p:txBody>
          <a:bodyPr>
            <a:normAutofit/>
          </a:bodyPr>
          <a:lstStyle/>
          <a:p>
            <a:r>
              <a:rPr lang="nl-BE" sz="2800" dirty="0">
                <a:latin typeface="Arial" panose="020B0604020202020204" pitchFamily="34" charset="0"/>
                <a:cs typeface="Arial" panose="020B0604020202020204" pitchFamily="34" charset="0"/>
              </a:rPr>
              <a:t>Imago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2A0C8361-E625-DE0B-B0B4-844C12254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1771" y="519313"/>
            <a:ext cx="6497216" cy="3650071"/>
          </a:xfr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410EF7C0-2B62-3148-AB88-288449861250}"/>
              </a:ext>
            </a:extLst>
          </p:cNvPr>
          <p:cNvSpPr txBox="1"/>
          <p:nvPr/>
        </p:nvSpPr>
        <p:spPr>
          <a:xfrm>
            <a:off x="911289" y="4513651"/>
            <a:ext cx="292048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800" dirty="0"/>
              <a:t>Solution partners </a:t>
            </a:r>
          </a:p>
          <a:p>
            <a:r>
              <a:rPr lang="nl-BE" sz="2800" dirty="0"/>
              <a:t>&amp; </a:t>
            </a:r>
          </a:p>
          <a:p>
            <a:r>
              <a:rPr lang="nl-BE" sz="2800" dirty="0"/>
              <a:t>Channel partners</a:t>
            </a:r>
          </a:p>
          <a:p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B2F9AA88-332C-EB2D-E7C0-DAF0D5ED0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25" y="4321492"/>
            <a:ext cx="601027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60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23EF3-EECE-3DB6-E138-81037A6F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Risico’s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D1F558C-78F0-2793-4C5C-51D736E29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Componenten </a:t>
            </a:r>
          </a:p>
          <a:p>
            <a:r>
              <a:rPr lang="nl-BE" dirty="0"/>
              <a:t>Loon </a:t>
            </a:r>
          </a:p>
          <a:p>
            <a:r>
              <a:rPr lang="nl-BE" dirty="0"/>
              <a:t>Cybersecurity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4182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286C5B-93BF-CA5F-7C3C-1EE657DB0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omzet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DBEA35FC-55A3-E3F3-37EF-7A0DDBF4B6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42" b="34286"/>
          <a:stretch/>
        </p:blipFill>
        <p:spPr>
          <a:xfrm>
            <a:off x="242340" y="2685985"/>
            <a:ext cx="11707320" cy="380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87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687B71-9F70-9521-ABC3-60112C6FB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8416"/>
            <a:ext cx="10515600" cy="1325563"/>
          </a:xfrm>
        </p:spPr>
        <p:txBody>
          <a:bodyPr/>
          <a:lstStyle/>
          <a:p>
            <a:r>
              <a:rPr lang="nl-BE" dirty="0"/>
              <a:t>Winstgevendheid</a:t>
            </a:r>
            <a:br>
              <a:rPr lang="nl-BE" dirty="0"/>
            </a:br>
            <a:endParaRPr lang="nl-BE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B4014A6B-48E1-3109-532F-C69E5F94A6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134" t="14102" r="6875" b="39796"/>
          <a:stretch/>
        </p:blipFill>
        <p:spPr>
          <a:xfrm>
            <a:off x="503853" y="2827176"/>
            <a:ext cx="10849947" cy="3172408"/>
          </a:xfrm>
        </p:spPr>
      </p:pic>
    </p:spTree>
    <p:extLst>
      <p:ext uri="{BB962C8B-B14F-4D97-AF65-F5344CB8AC3E}">
        <p14:creationId xmlns:p14="http://schemas.microsoft.com/office/powerpoint/2010/main" val="1767355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AB06FB-914B-A8B0-77BE-44E4F24B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Balans</a:t>
            </a:r>
            <a:endParaRPr lang="nl-BE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061DECB7-7475-5E6B-FC56-82425A060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675" y="1370468"/>
            <a:ext cx="10168650" cy="5253036"/>
          </a:xfrm>
        </p:spPr>
      </p:pic>
    </p:spTree>
    <p:extLst>
      <p:ext uri="{BB962C8B-B14F-4D97-AF65-F5344CB8AC3E}">
        <p14:creationId xmlns:p14="http://schemas.microsoft.com/office/powerpoint/2010/main" val="280818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4694F2-1EC6-C4A8-9EC9-5DD8690B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0407"/>
            <a:ext cx="10515600" cy="775698"/>
          </a:xfrm>
        </p:spPr>
        <p:txBody>
          <a:bodyPr>
            <a:normAutofit fontScale="90000"/>
          </a:bodyPr>
          <a:lstStyle/>
          <a:p>
            <a:r>
              <a:rPr lang="nl-BE" dirty="0" err="1"/>
              <a:t>Ceo</a:t>
            </a:r>
            <a:r>
              <a:rPr lang="nl-BE" dirty="0"/>
              <a:t> Serge Van </a:t>
            </a:r>
            <a:r>
              <a:rPr lang="nl-BE" dirty="0" err="1"/>
              <a:t>Herck</a:t>
            </a:r>
            <a:br>
              <a:rPr lang="nl-BE" dirty="0"/>
            </a:br>
            <a:endParaRPr lang="nl-BE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A1D09211-DA20-3141-3F62-1FBFEFFEF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87" y="1156176"/>
            <a:ext cx="2695575" cy="1057275"/>
          </a:xfr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0FA04796-05ED-FD59-1548-3E317BEF4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043" y="1503224"/>
            <a:ext cx="2905125" cy="885825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4C281182-2E61-891D-D372-D775DE2C4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18" y="1825552"/>
            <a:ext cx="2714625" cy="942975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4E784FD4-66CF-BCFA-8875-F9CACE2D2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45" y="2635052"/>
            <a:ext cx="3371850" cy="8953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178E694D-6B6E-B3FF-C099-824B6DC8EF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9618" y="3347503"/>
            <a:ext cx="3771900" cy="914400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2179A7FE-5F8A-5FDE-146F-7F5AFABDD5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9970" y="3892297"/>
            <a:ext cx="2828925" cy="8763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DB7FEB63-E553-D931-9342-D93586EB2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69" y="4624075"/>
            <a:ext cx="3514725" cy="847725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FC27F8E8-F4F8-7682-A113-2220C683B5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3530" y="5391059"/>
            <a:ext cx="2743200" cy="885825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56137F84-BBAF-9C79-3570-FC409C68CB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2975" y="5746101"/>
            <a:ext cx="2686050" cy="914400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FA7F96D1-542A-438B-5D37-FB2ADC918E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6391" y="3104054"/>
            <a:ext cx="3640017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1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D743DD-5157-380C-F151-42EDD9DC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Conclusie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5B89E90-B591-88BD-4318-1702407DB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dirty="0"/>
              <a:t>Mooie financiële positie	</a:t>
            </a:r>
          </a:p>
          <a:p>
            <a:r>
              <a:rPr lang="nl-BE" dirty="0"/>
              <a:t>Mooie visie </a:t>
            </a:r>
            <a:r>
              <a:rPr lang="nl-BE" dirty="0" err="1"/>
              <a:t>and</a:t>
            </a:r>
            <a:r>
              <a:rPr lang="nl-BE" dirty="0"/>
              <a:t> strategie</a:t>
            </a:r>
          </a:p>
          <a:p>
            <a:r>
              <a:rPr lang="nl-BE" dirty="0"/>
              <a:t>Sport zal blijven groeien en grote focus op </a:t>
            </a:r>
            <a:r>
              <a:rPr lang="nl-BE" dirty="0" err="1"/>
              <a:t>Esports</a:t>
            </a:r>
            <a:endParaRPr lang="nl-BE" dirty="0"/>
          </a:p>
          <a:p>
            <a:r>
              <a:rPr lang="nl-BE" dirty="0"/>
              <a:t>Een groeiende ecosysteem van partners en oplossingen</a:t>
            </a:r>
          </a:p>
          <a:p>
            <a:pPr marL="0" indent="0">
              <a:buNone/>
            </a:pPr>
            <a:r>
              <a:rPr lang="nl-BE" dirty="0"/>
              <a:t>    zeer moeilijk te imiteren</a:t>
            </a:r>
          </a:p>
          <a:p>
            <a:r>
              <a:rPr lang="nl-BE" dirty="0"/>
              <a:t>Omzet is mooi verspreid over verschillende producten en gebieden</a:t>
            </a:r>
          </a:p>
          <a:p>
            <a:endParaRPr lang="nl-BE" dirty="0"/>
          </a:p>
          <a:p>
            <a:r>
              <a:rPr lang="nl-BE" dirty="0" err="1"/>
              <a:t>Ceo</a:t>
            </a:r>
            <a:r>
              <a:rPr lang="nl-BE" dirty="0"/>
              <a:t> Serge Van </a:t>
            </a:r>
            <a:r>
              <a:rPr lang="nl-BE" dirty="0" err="1"/>
              <a:t>Herck</a:t>
            </a:r>
            <a:r>
              <a:rPr lang="nl-B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1197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666C80-B621-9366-A453-DA3113E5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Voorstel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C3AB46-FB74-1AD4-86F7-87317B5EF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dirty="0"/>
              <a:t>Aankoop 30x aan 34 à 35 euro -&gt; 2,5%  </a:t>
            </a:r>
            <a:r>
              <a:rPr lang="nl-BE" dirty="0" err="1"/>
              <a:t>ong</a:t>
            </a:r>
            <a:r>
              <a:rPr lang="nl-BE" dirty="0"/>
              <a:t> 1050 euro</a:t>
            </a:r>
          </a:p>
        </p:txBody>
      </p:sp>
    </p:spTree>
    <p:extLst>
      <p:ext uri="{BB962C8B-B14F-4D97-AF65-F5344CB8AC3E}">
        <p14:creationId xmlns:p14="http://schemas.microsoft.com/office/powerpoint/2010/main" val="114442604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D744ABC62A64EB73EBDE161BAFFAF" ma:contentTypeVersion="13" ma:contentTypeDescription="Een nieuw document maken." ma:contentTypeScope="" ma:versionID="4951167e122b31e5ded957a5580b48da">
  <xsd:schema xmlns:xsd="http://www.w3.org/2001/XMLSchema" xmlns:xs="http://www.w3.org/2001/XMLSchema" xmlns:p="http://schemas.microsoft.com/office/2006/metadata/properties" xmlns:ns2="bc1159ad-d26f-4422-9cd3-507dd7bb304b" xmlns:ns3="8645f338-6b19-47dd-a9cd-521166d8a9c7" targetNamespace="http://schemas.microsoft.com/office/2006/metadata/properties" ma:root="true" ma:fieldsID="283887a6431aabf65d426566ab0d1d71" ns2:_="" ns3:_="">
    <xsd:import namespace="bc1159ad-d26f-4422-9cd3-507dd7bb304b"/>
    <xsd:import namespace="8645f338-6b19-47dd-a9cd-521166d8a9c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159ad-d26f-4422-9cd3-507dd7bb30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Afbeeldingtags" ma:readOnly="false" ma:fieldId="{5cf76f15-5ced-4ddc-b409-7134ff3c332f}" ma:taxonomyMulti="true" ma:sspId="da829b53-f82c-4818-ba9e-f50c3edd1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5f338-6b19-47dd-a9cd-521166d8a9c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a6b2853-0cf4-4253-bc2b-fe296ed0741f}" ma:internalName="TaxCatchAll" ma:showField="CatchAllData" ma:web="8645f338-6b19-47dd-a9cd-521166d8a9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45f338-6b19-47dd-a9cd-521166d8a9c7" xsi:nil="true"/>
    <lcf76f155ced4ddcb4097134ff3c332f xmlns="bc1159ad-d26f-4422-9cd3-507dd7bb304b">
      <Terms xmlns="http://schemas.microsoft.com/office/infopath/2007/PartnerControls"/>
    </lcf76f155ced4ddcb4097134ff3c332f>
    <MediaLengthInSeconds xmlns="bc1159ad-d26f-4422-9cd3-507dd7bb304b" xsi:nil="true"/>
  </documentManagement>
</p:properties>
</file>

<file path=customXml/itemProps1.xml><?xml version="1.0" encoding="utf-8"?>
<ds:datastoreItem xmlns:ds="http://schemas.openxmlformats.org/officeDocument/2006/customXml" ds:itemID="{26DBE41B-1ACF-446D-930A-49A6AA52F690}"/>
</file>

<file path=customXml/itemProps2.xml><?xml version="1.0" encoding="utf-8"?>
<ds:datastoreItem xmlns:ds="http://schemas.openxmlformats.org/officeDocument/2006/customXml" ds:itemID="{AC1B4A37-0869-42D4-AFED-CCBA989E8C55}"/>
</file>

<file path=customXml/itemProps3.xml><?xml version="1.0" encoding="utf-8"?>
<ds:datastoreItem xmlns:ds="http://schemas.openxmlformats.org/officeDocument/2006/customXml" ds:itemID="{9639A372-AE32-4FE1-BC54-60CDD1241113}"/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130</Words>
  <Application>Microsoft Office PowerPoint</Application>
  <PresentationFormat>Widescreen</PresentationFormat>
  <Paragraphs>36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Kantoorthema</vt:lpstr>
      <vt:lpstr>EVS </vt:lpstr>
      <vt:lpstr>2023 in een notendop </vt:lpstr>
      <vt:lpstr>PowerPoint Presentation</vt:lpstr>
      <vt:lpstr>Market size live content</vt:lpstr>
      <vt:lpstr>Imago</vt:lpstr>
      <vt:lpstr>Risico’s</vt:lpstr>
      <vt:lpstr>omzet</vt:lpstr>
      <vt:lpstr>Winstgevendheid </vt:lpstr>
      <vt:lpstr>Balans</vt:lpstr>
      <vt:lpstr>Ceo Serge Van Herck </vt:lpstr>
      <vt:lpstr>Conclusie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Joris Xu</dc:creator>
  <cp:lastModifiedBy>Joris Xu</cp:lastModifiedBy>
  <cp:revision>2</cp:revision>
  <dcterms:created xsi:type="dcterms:W3CDTF">2024-03-17T00:51:37Z</dcterms:created>
  <dcterms:modified xsi:type="dcterms:W3CDTF">2024-03-20T10:54:21Z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0x01010004FD744ABC62A64EB73EBDE161BAFFAF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</Properties>
</file>
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69" r:id="rId6"/>
    <p:sldId id="272" r:id="rId7"/>
    <p:sldId id="283" r:id="rId8"/>
    <p:sldId id="273" r:id="rId9"/>
    <p:sldId id="274" r:id="rId10"/>
    <p:sldId id="275" r:id="rId11"/>
    <p:sldId id="282" r:id="rId12"/>
    <p:sldId id="276" r:id="rId13"/>
    <p:sldId id="281" r:id="rId14"/>
    <p:sldId id="277" r:id="rId15"/>
    <p:sldId id="278" r:id="rId16"/>
    <p:sldId id="279" r:id="rId17"/>
    <p:sldId id="280" r:id="rId1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72"/>
            <p14:sldId id="283"/>
            <p14:sldId id="273"/>
            <p14:sldId id="274"/>
            <p14:sldId id="275"/>
            <p14:sldId id="282"/>
            <p14:sldId id="276"/>
            <p14:sldId id="281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9B6E0-89CE-D7CE-47AF-A1D9B10E03A8}" v="128" dt="2024-11-14T19:09:49.664"/>
    <p1510:client id="{0C807102-BFA5-5B74-18F7-376AB3E0C611}" v="114" dt="2024-11-13T11:00:03.652"/>
    <p1510:client id="{22AEC993-EF39-986B-E9A9-2379EAC70F18}" v="506" dt="2024-11-12T19:18:05.744"/>
    <p1510:client id="{27820D1B-1D67-15C4-1BB1-D41B1005DB01}" v="52" dt="2024-11-12T19:52:32.386"/>
    <p1510:client id="{29BC5E26-4847-F979-5BE3-6A5DCEB73C9A}" v="2" dt="2024-11-14T13:18:11.782"/>
    <p1510:client id="{6ABFA44A-4C21-7885-0F17-C341C359F8A4}" v="17" dt="2024-11-13T12:50:03.518"/>
    <p1510:client id="{7A0C80E4-AD83-D972-714A-0E8C187FD038}" v="2" dt="2024-11-12T21:48:05.582"/>
    <p1510:client id="{83DF9894-0B2B-AF64-F754-7CE774899714}" v="163" dt="2024-11-13T18:14:49.152"/>
    <p1510:client id="{8779994E-0344-C1BA-8F7A-8157A0958894}" v="162" dt="2024-11-13T13:50:30.120"/>
    <p1510:client id="{A67CAA5E-895A-751F-50C5-6210E6DDA07F}" v="133" dt="2024-11-12T22:55:18.724"/>
    <p1510:client id="{CA5FAB5F-1C51-C9B6-724D-45177E976317}" v="74" dt="2024-11-13T10:43:18.008"/>
    <p1510:client id="{F108DB7D-CD39-B69B-60B7-EC21E102C7B6}" v="445" dt="2024-11-12T22:30:38.384"/>
    <p1510:client id="{F9AA671F-8CE1-7305-994F-35906F36F249}" v="106" dt="2024-11-13T14:47:22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gebruiker" userId="S::urn:spo:anon#0c8ebf4ffc2ccb43bdc5c682ec810329cc514d6b206b79b28f57085294cb67db::" providerId="AD" clId="Web-{0C807102-BFA5-5B74-18F7-376AB3E0C611}"/>
    <pc:docChg chg="addSld delSld modSld modSection">
      <pc:chgData name="Gastgebruiker" userId="S::urn:spo:anon#0c8ebf4ffc2ccb43bdc5c682ec810329cc514d6b206b79b28f57085294cb67db::" providerId="AD" clId="Web-{0C807102-BFA5-5B74-18F7-376AB3E0C611}" dt="2024-11-13T11:00:03.652" v="91"/>
      <pc:docMkLst>
        <pc:docMk/>
      </pc:docMkLst>
      <pc:sldChg chg="addSp delSp modSp">
        <pc:chgData name="Gastgebruiker" userId="S::urn:spo:anon#0c8ebf4ffc2ccb43bdc5c682ec810329cc514d6b206b79b28f57085294cb67db::" providerId="AD" clId="Web-{0C807102-BFA5-5B74-18F7-376AB3E0C611}" dt="2024-11-13T10:45:30.666" v="10"/>
        <pc:sldMkLst>
          <pc:docMk/>
          <pc:sldMk cId="885449637" sldId="272"/>
        </pc:sldMkLst>
        <pc:picChg chg="del">
          <ac:chgData name="Gastgebruiker" userId="S::urn:spo:anon#0c8ebf4ffc2ccb43bdc5c682ec810329cc514d6b206b79b28f57085294cb67db::" providerId="AD" clId="Web-{0C807102-BFA5-5B74-18F7-376AB3E0C611}" dt="2024-11-13T10:43:31.599" v="0"/>
          <ac:picMkLst>
            <pc:docMk/>
            <pc:sldMk cId="885449637" sldId="272"/>
            <ac:picMk id="4" creationId="{163E96BA-D75F-8C4C-4B06-68AD74C9843C}"/>
          </ac:picMkLst>
        </pc:picChg>
        <pc:picChg chg="add del mod">
          <ac:chgData name="Gastgebruiker" userId="S::urn:spo:anon#0c8ebf4ffc2ccb43bdc5c682ec810329cc514d6b206b79b28f57085294cb67db::" providerId="AD" clId="Web-{0C807102-BFA5-5B74-18F7-376AB3E0C611}" dt="2024-11-13T10:45:30.666" v="10"/>
          <ac:picMkLst>
            <pc:docMk/>
            <pc:sldMk cId="885449637" sldId="272"/>
            <ac:picMk id="5" creationId="{7DE79D10-A114-EDF4-B925-40D732BFB21D}"/>
          </ac:picMkLst>
        </pc:picChg>
      </pc:sldChg>
      <pc:sldChg chg="addSp delSp modSp new">
        <pc:chgData name="Gastgebruiker" userId="S::urn:spo:anon#0c8ebf4ffc2ccb43bdc5c682ec810329cc514d6b206b79b28f57085294cb67db::" providerId="AD" clId="Web-{0C807102-BFA5-5B74-18F7-376AB3E0C611}" dt="2024-11-13T11:00:03.652" v="91"/>
        <pc:sldMkLst>
          <pc:docMk/>
          <pc:sldMk cId="599495018" sldId="283"/>
        </pc:sldMkLst>
        <pc:spChg chg="del">
          <ac:chgData name="Gastgebruiker" userId="S::urn:spo:anon#0c8ebf4ffc2ccb43bdc5c682ec810329cc514d6b206b79b28f57085294cb67db::" providerId="AD" clId="Web-{0C807102-BFA5-5B74-18F7-376AB3E0C611}" dt="2024-11-13T10:46:10.058" v="18"/>
          <ac:spMkLst>
            <pc:docMk/>
            <pc:sldMk cId="599495018" sldId="283"/>
            <ac:spMk id="2" creationId="{A480A8FF-F00A-870A-1E91-B3DF9C17D065}"/>
          </ac:spMkLst>
        </pc:spChg>
        <pc:spChg chg="del">
          <ac:chgData name="Gastgebruiker" userId="S::urn:spo:anon#0c8ebf4ffc2ccb43bdc5c682ec810329cc514d6b206b79b28f57085294cb67db::" providerId="AD" clId="Web-{0C807102-BFA5-5B74-18F7-376AB3E0C611}" dt="2024-11-13T10:45:29.509" v="9"/>
          <ac:spMkLst>
            <pc:docMk/>
            <pc:sldMk cId="599495018" sldId="283"/>
            <ac:spMk id="3" creationId="{88D301D8-EDBC-EF72-BEC1-56E645E69F72}"/>
          </ac:spMkLst>
        </pc:spChg>
        <pc:spChg chg="add del">
          <ac:chgData name="Gastgebruiker" userId="S::urn:spo:anon#0c8ebf4ffc2ccb43bdc5c682ec810329cc514d6b206b79b28f57085294cb67db::" providerId="AD" clId="Web-{0C807102-BFA5-5B74-18F7-376AB3E0C611}" dt="2024-11-13T10:53:16.121" v="25"/>
          <ac:spMkLst>
            <pc:docMk/>
            <pc:sldMk cId="599495018" sldId="283"/>
            <ac:spMk id="5" creationId="{EE166205-789B-7B38-6683-15D95EAAD872}"/>
          </ac:spMkLst>
        </pc:spChg>
        <pc:spChg chg="add mod">
          <ac:chgData name="Gastgebruiker" userId="S::urn:spo:anon#0c8ebf4ffc2ccb43bdc5c682ec810329cc514d6b206b79b28f57085294cb67db::" providerId="AD" clId="Web-{0C807102-BFA5-5B74-18F7-376AB3E0C611}" dt="2024-11-13T10:55:54.236" v="62" actId="20577"/>
          <ac:spMkLst>
            <pc:docMk/>
            <pc:sldMk cId="599495018" sldId="283"/>
            <ac:spMk id="6" creationId="{31DBF412-C8DD-AEEE-1E2E-BC8561544593}"/>
          </ac:spMkLst>
        </pc:spChg>
        <pc:spChg chg="add mod">
          <ac:chgData name="Gastgebruiker" userId="S::urn:spo:anon#0c8ebf4ffc2ccb43bdc5c682ec810329cc514d6b206b79b28f57085294cb67db::" providerId="AD" clId="Web-{0C807102-BFA5-5B74-18F7-376AB3E0C611}" dt="2024-11-13T10:57:14.880" v="87" actId="1076"/>
          <ac:spMkLst>
            <pc:docMk/>
            <pc:sldMk cId="599495018" sldId="283"/>
            <ac:spMk id="8" creationId="{76F5992F-0249-3F31-80AE-2653EF79BB3E}"/>
          </ac:spMkLst>
        </pc:spChg>
        <pc:picChg chg="add mod ord modCrop">
          <ac:chgData name="Gastgebruiker" userId="S::urn:spo:anon#0c8ebf4ffc2ccb43bdc5c682ec810329cc514d6b206b79b28f57085294cb67db::" providerId="AD" clId="Web-{0C807102-BFA5-5B74-18F7-376AB3E0C611}" dt="2024-11-13T11:00:03.652" v="91"/>
          <ac:picMkLst>
            <pc:docMk/>
            <pc:sldMk cId="599495018" sldId="283"/>
            <ac:picMk id="4" creationId="{510DB4EE-69E8-0BD3-CFB3-140D77690FC9}"/>
          </ac:picMkLst>
        </pc:picChg>
        <pc:cxnChg chg="add mod">
          <ac:chgData name="Gastgebruiker" userId="S::urn:spo:anon#0c8ebf4ffc2ccb43bdc5c682ec810329cc514d6b206b79b28f57085294cb67db::" providerId="AD" clId="Web-{0C807102-BFA5-5B74-18F7-376AB3E0C611}" dt="2024-11-13T10:56:41.769" v="71"/>
          <ac:cxnSpMkLst>
            <pc:docMk/>
            <pc:sldMk cId="599495018" sldId="283"/>
            <ac:cxnSpMk id="7" creationId="{4EAF7FF2-2DF5-7863-60D3-1B19187118EC}"/>
          </ac:cxnSpMkLst>
        </pc:cxnChg>
      </pc:sldChg>
      <pc:sldChg chg="add del replId">
        <pc:chgData name="Gastgebruiker" userId="S::urn:spo:anon#0c8ebf4ffc2ccb43bdc5c682ec810329cc514d6b206b79b28f57085294cb67db::" providerId="AD" clId="Web-{0C807102-BFA5-5B74-18F7-376AB3E0C611}" dt="2024-11-13T10:59:21.650" v="89"/>
        <pc:sldMkLst>
          <pc:docMk/>
          <pc:sldMk cId="1268594554" sldId="284"/>
        </pc:sldMkLst>
      </pc:sldChg>
    </pc:docChg>
  </pc:docChgLst>
  <pc:docChgLst>
    <pc:chgData name="Gastgebruiker" userId="S::urn:spo:anon#e54a02cbf023410f41a5ad9f8acb30ad91f2ac194ce6ba9f26ba363eacdcba7f::" providerId="AD" clId="Web-{FBBDFC59-FE45-6A62-4065-8C3C6028F347}"/>
    <pc:docChg chg="addSld modSld modSection">
      <pc:chgData name="Gastgebruiker" userId="S::urn:spo:anon#e54a02cbf023410f41a5ad9f8acb30ad91f2ac194ce6ba9f26ba363eacdcba7f::" providerId="AD" clId="Web-{FBBDFC59-FE45-6A62-4065-8C3C6028F347}" dt="2024-11-11T18:46:36.689" v="106" actId="20577"/>
      <pc:docMkLst>
        <pc:docMk/>
      </pc:docMkLst>
      <pc:sldChg chg="modSp">
        <pc:chgData name="Gastgebruiker" userId="S::urn:spo:anon#e54a02cbf023410f41a5ad9f8acb30ad91f2ac194ce6ba9f26ba363eacdcba7f::" providerId="AD" clId="Web-{FBBDFC59-FE45-6A62-4065-8C3C6028F347}" dt="2024-11-11T18:40:04.447" v="87" actId="20577"/>
        <pc:sldMkLst>
          <pc:docMk/>
          <pc:sldMk cId="3575039893" sldId="275"/>
        </pc:sldMkLst>
        <pc:spChg chg="mod">
          <ac:chgData name="Gastgebruiker" userId="S::urn:spo:anon#e54a02cbf023410f41a5ad9f8acb30ad91f2ac194ce6ba9f26ba363eacdcba7f::" providerId="AD" clId="Web-{FBBDFC59-FE45-6A62-4065-8C3C6028F347}" dt="2024-11-11T18:40:04.447" v="87" actId="20577"/>
          <ac:spMkLst>
            <pc:docMk/>
            <pc:sldMk cId="3575039893" sldId="275"/>
            <ac:spMk id="3" creationId="{7FEE26D9-5E51-5325-9485-94F206905B30}"/>
          </ac:spMkLst>
        </pc:spChg>
      </pc:sldChg>
      <pc:sldChg chg="modSp new">
        <pc:chgData name="Gastgebruiker" userId="S::urn:spo:anon#e54a02cbf023410f41a5ad9f8acb30ad91f2ac194ce6ba9f26ba363eacdcba7f::" providerId="AD" clId="Web-{FBBDFC59-FE45-6A62-4065-8C3C6028F347}" dt="2024-11-11T18:46:36.689" v="106" actId="20577"/>
        <pc:sldMkLst>
          <pc:docMk/>
          <pc:sldMk cId="3069929078" sldId="282"/>
        </pc:sldMkLst>
        <pc:spChg chg="mod">
          <ac:chgData name="Gastgebruiker" userId="S::urn:spo:anon#e54a02cbf023410f41a5ad9f8acb30ad91f2ac194ce6ba9f26ba363eacdcba7f::" providerId="AD" clId="Web-{FBBDFC59-FE45-6A62-4065-8C3C6028F347}" dt="2024-11-11T18:27:36.770" v="5" actId="20577"/>
          <ac:spMkLst>
            <pc:docMk/>
            <pc:sldMk cId="3069929078" sldId="282"/>
            <ac:spMk id="2" creationId="{081C57AC-3B8B-4DC3-909A-E15E9CCED4C5}"/>
          </ac:spMkLst>
        </pc:spChg>
        <pc:spChg chg="mod">
          <ac:chgData name="Gastgebruiker" userId="S::urn:spo:anon#e54a02cbf023410f41a5ad9f8acb30ad91f2ac194ce6ba9f26ba363eacdcba7f::" providerId="AD" clId="Web-{FBBDFC59-FE45-6A62-4065-8C3C6028F347}" dt="2024-11-11T18:46:36.689" v="106" actId="20577"/>
          <ac:spMkLst>
            <pc:docMk/>
            <pc:sldMk cId="3069929078" sldId="282"/>
            <ac:spMk id="3" creationId="{18D14F14-3A8F-6B81-1086-F0B558DEFFB0}"/>
          </ac:spMkLst>
        </pc:spChg>
      </pc:sldChg>
    </pc:docChg>
  </pc:docChgLst>
  <pc:docChgLst>
    <pc:chgData name="Gastgebruiker" userId="S::urn:spo:anon#0c8ebf4ffc2ccb43bdc5c682ec810329cc514d6b206b79b28f57085294cb67db::" providerId="AD" clId="Web-{83DF9894-0B2B-AF64-F754-7CE774899714}"/>
    <pc:docChg chg="modSld">
      <pc:chgData name="Gastgebruiker" userId="S::urn:spo:anon#0c8ebf4ffc2ccb43bdc5c682ec810329cc514d6b206b79b28f57085294cb67db::" providerId="AD" clId="Web-{83DF9894-0B2B-AF64-F754-7CE774899714}" dt="2024-11-13T18:14:21.588" v="153"/>
      <pc:docMkLst>
        <pc:docMk/>
      </pc:docMkLst>
      <pc:sldChg chg="modSp">
        <pc:chgData name="Gastgebruiker" userId="S::urn:spo:anon#0c8ebf4ffc2ccb43bdc5c682ec810329cc514d6b206b79b28f57085294cb67db::" providerId="AD" clId="Web-{83DF9894-0B2B-AF64-F754-7CE774899714}" dt="2024-11-13T18:14:21.588" v="153"/>
        <pc:sldMkLst>
          <pc:docMk/>
          <pc:sldMk cId="4046288823" sldId="278"/>
        </pc:sldMkLst>
        <pc:graphicFrameChg chg="mod modGraphic">
          <ac:chgData name="Gastgebruiker" userId="S::urn:spo:anon#0c8ebf4ffc2ccb43bdc5c682ec810329cc514d6b206b79b28f57085294cb67db::" providerId="AD" clId="Web-{83DF9894-0B2B-AF64-F754-7CE774899714}" dt="2024-11-13T18:14:21.588" v="153"/>
          <ac:graphicFrameMkLst>
            <pc:docMk/>
            <pc:sldMk cId="4046288823" sldId="278"/>
            <ac:graphicFrameMk id="10" creationId="{8B9C7ECB-2AFD-A4C2-5CB0-1F84888D4830}"/>
          </ac:graphicFrameMkLst>
        </pc:graphicFrameChg>
      </pc:sldChg>
    </pc:docChg>
  </pc:docChgLst>
  <pc:docChgLst>
    <pc:chgData name="Investment Club | VEK" userId="fccfcf99-cb57-4190-863c-7d6490e7bab2" providerId="ADAL" clId="{9136D16C-AEB5-4E2B-9CCC-808A13CABC39}"/>
    <pc:docChg chg="undo custSel addSld delSld modSld addSection delSection modSection">
      <pc:chgData name="Investment Club | VEK" userId="fccfcf99-cb57-4190-863c-7d6490e7bab2" providerId="ADAL" clId="{9136D16C-AEB5-4E2B-9CCC-808A13CABC39}" dt="2024-09-01T16:01:05.937" v="341" actId="20577"/>
      <pc:docMkLst>
        <pc:docMk/>
      </pc:docMkLst>
      <pc:sldChg chg="del">
        <pc:chgData name="Investment Club | VEK" userId="fccfcf99-cb57-4190-863c-7d6490e7bab2" providerId="ADAL" clId="{9136D16C-AEB5-4E2B-9CCC-808A13CABC39}" dt="2024-09-01T15:45:11.179" v="0" actId="2696"/>
        <pc:sldMkLst>
          <pc:docMk/>
          <pc:sldMk cId="2416937320" sldId="256"/>
        </pc:sldMkLst>
      </pc:sldChg>
      <pc:sldChg chg="del">
        <pc:chgData name="Investment Club | VEK" userId="fccfcf99-cb57-4190-863c-7d6490e7bab2" providerId="ADAL" clId="{9136D16C-AEB5-4E2B-9CCC-808A13CABC39}" dt="2024-09-01T15:45:14.078" v="1" actId="2696"/>
        <pc:sldMkLst>
          <pc:docMk/>
          <pc:sldMk cId="2348935323" sldId="260"/>
        </pc:sldMkLst>
      </pc:sldChg>
      <pc:sldChg chg="del">
        <pc:chgData name="Investment Club | VEK" userId="fccfcf99-cb57-4190-863c-7d6490e7bab2" providerId="ADAL" clId="{9136D16C-AEB5-4E2B-9CCC-808A13CABC39}" dt="2024-09-01T15:45:30.938" v="6" actId="2696"/>
        <pc:sldMkLst>
          <pc:docMk/>
          <pc:sldMk cId="2350228246" sldId="261"/>
        </pc:sldMkLst>
      </pc:sldChg>
      <pc:sldChg chg="del">
        <pc:chgData name="Investment Club | VEK" userId="fccfcf99-cb57-4190-863c-7d6490e7bab2" providerId="ADAL" clId="{9136D16C-AEB5-4E2B-9CCC-808A13CABC39}" dt="2024-09-01T15:45:29.047" v="5" actId="2696"/>
        <pc:sldMkLst>
          <pc:docMk/>
          <pc:sldMk cId="1210131921" sldId="263"/>
        </pc:sldMkLst>
      </pc:sldChg>
      <pc:sldChg chg="del">
        <pc:chgData name="Investment Club | VEK" userId="fccfcf99-cb57-4190-863c-7d6490e7bab2" providerId="ADAL" clId="{9136D16C-AEB5-4E2B-9CCC-808A13CABC39}" dt="2024-09-01T15:45:33.440" v="7" actId="2696"/>
        <pc:sldMkLst>
          <pc:docMk/>
          <pc:sldMk cId="182970331" sldId="265"/>
        </pc:sldMkLst>
      </pc:sldChg>
      <pc:sldChg chg="del">
        <pc:chgData name="Investment Club | VEK" userId="fccfcf99-cb57-4190-863c-7d6490e7bab2" providerId="ADAL" clId="{9136D16C-AEB5-4E2B-9CCC-808A13CABC39}" dt="2024-09-01T15:45:15.986" v="2" actId="2696"/>
        <pc:sldMkLst>
          <pc:docMk/>
          <pc:sldMk cId="2642401620" sldId="266"/>
        </pc:sldMkLst>
      </pc:sldChg>
      <pc:sldChg chg="del">
        <pc:chgData name="Investment Club | VEK" userId="fccfcf99-cb57-4190-863c-7d6490e7bab2" providerId="ADAL" clId="{9136D16C-AEB5-4E2B-9CCC-808A13CABC39}" dt="2024-09-01T15:45:26.967" v="4" actId="2696"/>
        <pc:sldMkLst>
          <pc:docMk/>
          <pc:sldMk cId="2361010390" sldId="267"/>
        </pc:sldMkLst>
      </pc:sldChg>
      <pc:sldChg chg="modSp mod">
        <pc:chgData name="Investment Club | VEK" userId="fccfcf99-cb57-4190-863c-7d6490e7bab2" providerId="ADAL" clId="{9136D16C-AEB5-4E2B-9CCC-808A13CABC39}" dt="2024-09-01T15:46:33.077" v="131" actId="20577"/>
        <pc:sldMkLst>
          <pc:docMk/>
          <pc:sldMk cId="948246460" sldId="269"/>
        </pc:sldMkLst>
        <pc:spChg chg="mod">
          <ac:chgData name="Investment Club | VEK" userId="fccfcf99-cb57-4190-863c-7d6490e7bab2" providerId="ADAL" clId="{9136D16C-AEB5-4E2B-9CCC-808A13CABC39}" dt="2024-09-01T15:45:38.705" v="20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Investment Club | VEK" userId="fccfcf99-cb57-4190-863c-7d6490e7bab2" providerId="ADAL" clId="{9136D16C-AEB5-4E2B-9CCC-808A13CABC39}" dt="2024-09-01T15:46:33.077" v="131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modSp mod">
        <pc:chgData name="Investment Club | VEK" userId="fccfcf99-cb57-4190-863c-7d6490e7bab2" providerId="ADAL" clId="{9136D16C-AEB5-4E2B-9CCC-808A13CABC39}" dt="2024-09-01T15:47:53.550" v="192" actId="207"/>
        <pc:sldMkLst>
          <pc:docMk/>
          <pc:sldMk cId="885449637" sldId="272"/>
        </pc:sldMkLst>
        <pc:spChg chg="mod">
          <ac:chgData name="Investment Club | VEK" userId="fccfcf99-cb57-4190-863c-7d6490e7bab2" providerId="ADAL" clId="{9136D16C-AEB5-4E2B-9CCC-808A13CABC39}" dt="2024-09-01T15:47:53.550" v="192" actId="207"/>
          <ac:spMkLst>
            <pc:docMk/>
            <pc:sldMk cId="885449637" sldId="272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0:08.613" v="209" actId="20577"/>
        <pc:sldMkLst>
          <pc:docMk/>
          <pc:sldMk cId="1902359051" sldId="273"/>
        </pc:sldMkLst>
        <pc:spChg chg="mod">
          <ac:chgData name="Investment Club | VEK" userId="fccfcf99-cb57-4190-863c-7d6490e7bab2" providerId="ADAL" clId="{9136D16C-AEB5-4E2B-9CCC-808A13CABC39}" dt="2024-09-01T15:50:08.613" v="209" actId="20577"/>
          <ac:spMkLst>
            <pc:docMk/>
            <pc:sldMk cId="1902359051" sldId="273"/>
            <ac:spMk id="2" creationId="{34FF476F-A227-38A9-3358-2C28E2B90495}"/>
          </ac:spMkLst>
        </pc:spChg>
      </pc:sldChg>
      <pc:sldChg chg="del">
        <pc:chgData name="Investment Club | VEK" userId="fccfcf99-cb57-4190-863c-7d6490e7bab2" providerId="ADAL" clId="{9136D16C-AEB5-4E2B-9CCC-808A13CABC39}" dt="2024-09-01T15:45:23.263" v="3" actId="2696"/>
        <pc:sldMkLst>
          <pc:docMk/>
          <pc:sldMk cId="2933684206" sldId="273"/>
        </pc:sldMkLst>
      </pc:sldChg>
      <pc:sldChg chg="add del">
        <pc:chgData name="Investment Club | VEK" userId="fccfcf99-cb57-4190-863c-7d6490e7bab2" providerId="ADAL" clId="{9136D16C-AEB5-4E2B-9CCC-808A13CABC39}" dt="2024-09-01T15:48:03.836" v="194" actId="2696"/>
        <pc:sldMkLst>
          <pc:docMk/>
          <pc:sldMk cId="3847034358" sldId="273"/>
        </pc:sldMkLst>
      </pc:sldChg>
      <pc:sldChg chg="modSp add mod">
        <pc:chgData name="Investment Club | VEK" userId="fccfcf99-cb57-4190-863c-7d6490e7bab2" providerId="ADAL" clId="{9136D16C-AEB5-4E2B-9CCC-808A13CABC39}" dt="2024-09-01T15:50:16.960" v="220" actId="20577"/>
        <pc:sldMkLst>
          <pc:docMk/>
          <pc:sldMk cId="415415236" sldId="274"/>
        </pc:sldMkLst>
        <pc:spChg chg="mod">
          <ac:chgData name="Investment Club | VEK" userId="fccfcf99-cb57-4190-863c-7d6490e7bab2" providerId="ADAL" clId="{9136D16C-AEB5-4E2B-9CCC-808A13CABC39}" dt="2024-09-01T15:50:16.960" v="220" actId="20577"/>
          <ac:spMkLst>
            <pc:docMk/>
            <pc:sldMk cId="415415236" sldId="274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25.968" v="251" actId="20577"/>
        <pc:sldMkLst>
          <pc:docMk/>
          <pc:sldMk cId="3575039893" sldId="275"/>
        </pc:sldMkLst>
        <pc:spChg chg="mod">
          <ac:chgData name="Investment Club | VEK" userId="fccfcf99-cb57-4190-863c-7d6490e7bab2" providerId="ADAL" clId="{9136D16C-AEB5-4E2B-9CCC-808A13CABC39}" dt="2024-09-01T15:52:25.968" v="251" actId="20577"/>
          <ac:spMkLst>
            <pc:docMk/>
            <pc:sldMk cId="3575039893" sldId="275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33.517" v="262" actId="20577"/>
        <pc:sldMkLst>
          <pc:docMk/>
          <pc:sldMk cId="2072403919" sldId="276"/>
        </pc:sldMkLst>
        <pc:spChg chg="mod">
          <ac:chgData name="Investment Club | VEK" userId="fccfcf99-cb57-4190-863c-7d6490e7bab2" providerId="ADAL" clId="{9136D16C-AEB5-4E2B-9CCC-808A13CABC39}" dt="2024-09-01T15:52:33.517" v="262" actId="20577"/>
          <ac:spMkLst>
            <pc:docMk/>
            <pc:sldMk cId="2072403919" sldId="276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05.311" v="294" actId="20577"/>
        <pc:sldMkLst>
          <pc:docMk/>
          <pc:sldMk cId="1974473979" sldId="277"/>
        </pc:sldMkLst>
        <pc:spChg chg="mod">
          <ac:chgData name="Investment Club | VEK" userId="fccfcf99-cb57-4190-863c-7d6490e7bab2" providerId="ADAL" clId="{9136D16C-AEB5-4E2B-9CCC-808A13CABC39}" dt="2024-09-01T15:53:05.311" v="294" actId="20577"/>
          <ac:spMkLst>
            <pc:docMk/>
            <pc:sldMk cId="1974473979" sldId="277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18.524" v="312" actId="20577"/>
        <pc:sldMkLst>
          <pc:docMk/>
          <pc:sldMk cId="4046288823" sldId="278"/>
        </pc:sldMkLst>
        <pc:spChg chg="mod">
          <ac:chgData name="Investment Club | VEK" userId="fccfcf99-cb57-4190-863c-7d6490e7bab2" providerId="ADAL" clId="{9136D16C-AEB5-4E2B-9CCC-808A13CABC39}" dt="2024-09-01T15:53:18.524" v="312" actId="20577"/>
          <ac:spMkLst>
            <pc:docMk/>
            <pc:sldMk cId="4046288823" sldId="278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36.692" v="328" actId="20577"/>
        <pc:sldMkLst>
          <pc:docMk/>
          <pc:sldMk cId="2327946261" sldId="279"/>
        </pc:sldMkLst>
        <pc:spChg chg="mod">
          <ac:chgData name="Investment Club | VEK" userId="fccfcf99-cb57-4190-863c-7d6490e7bab2" providerId="ADAL" clId="{9136D16C-AEB5-4E2B-9CCC-808A13CABC39}" dt="2024-09-01T15:53:36.692" v="328" actId="20577"/>
          <ac:spMkLst>
            <pc:docMk/>
            <pc:sldMk cId="2327946261" sldId="279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42.485" v="337" actId="20577"/>
        <pc:sldMkLst>
          <pc:docMk/>
          <pc:sldMk cId="3173739258" sldId="280"/>
        </pc:sldMkLst>
        <pc:spChg chg="mod">
          <ac:chgData name="Investment Club | VEK" userId="fccfcf99-cb57-4190-863c-7d6490e7bab2" providerId="ADAL" clId="{9136D16C-AEB5-4E2B-9CCC-808A13CABC39}" dt="2024-09-01T15:53:42.485" v="337" actId="20577"/>
          <ac:spMkLst>
            <pc:docMk/>
            <pc:sldMk cId="3173739258" sldId="280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6:01:05.937" v="341" actId="20577"/>
        <pc:sldMkLst>
          <pc:docMk/>
          <pc:sldMk cId="3009412234" sldId="281"/>
        </pc:sldMkLst>
        <pc:spChg chg="mod">
          <ac:chgData name="Investment Club | VEK" userId="fccfcf99-cb57-4190-863c-7d6490e7bab2" providerId="ADAL" clId="{9136D16C-AEB5-4E2B-9CCC-808A13CABC39}" dt="2024-09-01T16:01:05.937" v="341" actId="20577"/>
          <ac:spMkLst>
            <pc:docMk/>
            <pc:sldMk cId="3009412234" sldId="281"/>
            <ac:spMk id="2" creationId="{34FF476F-A227-38A9-3358-2C28E2B90495}"/>
          </ac:spMkLst>
        </pc:spChg>
      </pc:sldChg>
    </pc:docChg>
  </pc:docChgLst>
  <pc:docChgLst>
    <pc:chgData name="Gastgebruiker" userId="S::urn:spo:anon#0c8ebf4ffc2ccb43bdc5c682ec810329cc514d6b206b79b28f57085294cb67db::" providerId="AD" clId="Web-{CA5FAB5F-1C51-C9B6-724D-45177E976317}"/>
    <pc:docChg chg="modSld">
      <pc:chgData name="Gastgebruiker" userId="S::urn:spo:anon#0c8ebf4ffc2ccb43bdc5c682ec810329cc514d6b206b79b28f57085294cb67db::" providerId="AD" clId="Web-{CA5FAB5F-1C51-C9B6-724D-45177E976317}" dt="2024-11-13T10:43:18.008" v="71" actId="14100"/>
      <pc:docMkLst>
        <pc:docMk/>
      </pc:docMkLst>
      <pc:sldChg chg="modSp">
        <pc:chgData name="Gastgebruiker" userId="S::urn:spo:anon#0c8ebf4ffc2ccb43bdc5c682ec810329cc514d6b206b79b28f57085294cb67db::" providerId="AD" clId="Web-{CA5FAB5F-1C51-C9B6-724D-45177E976317}" dt="2024-11-13T10:32:10.882" v="69" actId="20577"/>
        <pc:sldMkLst>
          <pc:docMk/>
          <pc:sldMk cId="948246460" sldId="269"/>
        </pc:sldMkLst>
        <pc:spChg chg="mod">
          <ac:chgData name="Gastgebruiker" userId="S::urn:spo:anon#0c8ebf4ffc2ccb43bdc5c682ec810329cc514d6b206b79b28f57085294cb67db::" providerId="AD" clId="Web-{CA5FAB5F-1C51-C9B6-724D-45177E976317}" dt="2024-11-13T10:29:23.620" v="2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Gastgebruiker" userId="S::urn:spo:anon#0c8ebf4ffc2ccb43bdc5c682ec810329cc514d6b206b79b28f57085294cb67db::" providerId="AD" clId="Web-{CA5FAB5F-1C51-C9B6-724D-45177E976317}" dt="2024-11-13T10:32:10.882" v="69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addSp modSp">
        <pc:chgData name="Gastgebruiker" userId="S::urn:spo:anon#0c8ebf4ffc2ccb43bdc5c682ec810329cc514d6b206b79b28f57085294cb67db::" providerId="AD" clId="Web-{CA5FAB5F-1C51-C9B6-724D-45177E976317}" dt="2024-11-13T10:43:18.008" v="71" actId="14100"/>
        <pc:sldMkLst>
          <pc:docMk/>
          <pc:sldMk cId="885449637" sldId="272"/>
        </pc:sldMkLst>
        <pc:picChg chg="add mod">
          <ac:chgData name="Gastgebruiker" userId="S::urn:spo:anon#0c8ebf4ffc2ccb43bdc5c682ec810329cc514d6b206b79b28f57085294cb67db::" providerId="AD" clId="Web-{CA5FAB5F-1C51-C9B6-724D-45177E976317}" dt="2024-11-13T10:43:18.008" v="71" actId="14100"/>
          <ac:picMkLst>
            <pc:docMk/>
            <pc:sldMk cId="885449637" sldId="272"/>
            <ac:picMk id="4" creationId="{163E96BA-D75F-8C4C-4B06-68AD74C9843C}"/>
          </ac:picMkLst>
        </pc:picChg>
      </pc:sldChg>
    </pc:docChg>
  </pc:docChgLst>
  <pc:docChgLst>
    <pc:chgData name="Gastgebruiker" userId="S::urn:spo:anon#a2b69085110383f6d9ac90c27265563209d3aa818a21a053fe0bf64eb99735f5::" providerId="AD" clId="Web-{29BC5E26-4847-F979-5BE3-6A5DCEB73C9A}"/>
    <pc:docChg chg="modSld">
      <pc:chgData name="Gastgebruiker" userId="S::urn:spo:anon#a2b69085110383f6d9ac90c27265563209d3aa818a21a053fe0bf64eb99735f5::" providerId="AD" clId="Web-{29BC5E26-4847-F979-5BE3-6A5DCEB73C9A}" dt="2024-11-14T13:18:11.782" v="1" actId="20577"/>
      <pc:docMkLst>
        <pc:docMk/>
      </pc:docMkLst>
      <pc:sldChg chg="modSp">
        <pc:chgData name="Gastgebruiker" userId="S::urn:spo:anon#a2b69085110383f6d9ac90c27265563209d3aa818a21a053fe0bf64eb99735f5::" providerId="AD" clId="Web-{29BC5E26-4847-F979-5BE3-6A5DCEB73C9A}" dt="2024-11-14T13:18:11.782" v="1" actId="20577"/>
        <pc:sldMkLst>
          <pc:docMk/>
          <pc:sldMk cId="3069929078" sldId="282"/>
        </pc:sldMkLst>
        <pc:spChg chg="mod">
          <ac:chgData name="Gastgebruiker" userId="S::urn:spo:anon#a2b69085110383f6d9ac90c27265563209d3aa818a21a053fe0bf64eb99735f5::" providerId="AD" clId="Web-{29BC5E26-4847-F979-5BE3-6A5DCEB73C9A}" dt="2024-11-14T13:18:11.782" v="1" actId="20577"/>
          <ac:spMkLst>
            <pc:docMk/>
            <pc:sldMk cId="3069929078" sldId="282"/>
            <ac:spMk id="3" creationId="{18D14F14-3A8F-6B81-1086-F0B558DEFFB0}"/>
          </ac:spMkLst>
        </pc:spChg>
      </pc:sldChg>
    </pc:docChg>
  </pc:docChgLst>
  <pc:docChgLst>
    <pc:chgData name="Gastgebruiker" userId="S::urn:spo:anon#a2b69085110383f6d9ac90c27265563209d3aa818a21a053fe0bf64eb99735f5::" providerId="AD" clId="Web-{F108DB7D-CD39-B69B-60B7-EC21E102C7B6}"/>
    <pc:docChg chg="modSld">
      <pc:chgData name="Gastgebruiker" userId="S::urn:spo:anon#a2b69085110383f6d9ac90c27265563209d3aa818a21a053fe0bf64eb99735f5::" providerId="AD" clId="Web-{F108DB7D-CD39-B69B-60B7-EC21E102C7B6}" dt="2024-11-12T22:30:38.384" v="423" actId="20577"/>
      <pc:docMkLst>
        <pc:docMk/>
      </pc:docMkLst>
      <pc:sldChg chg="modSp">
        <pc:chgData name="Gastgebruiker" userId="S::urn:spo:anon#a2b69085110383f6d9ac90c27265563209d3aa818a21a053fe0bf64eb99735f5::" providerId="AD" clId="Web-{F108DB7D-CD39-B69B-60B7-EC21E102C7B6}" dt="2024-11-12T22:30:38.384" v="423" actId="20577"/>
        <pc:sldMkLst>
          <pc:docMk/>
          <pc:sldMk cId="1974473979" sldId="277"/>
        </pc:sldMkLst>
        <pc:spChg chg="mod">
          <ac:chgData name="Gastgebruiker" userId="S::urn:spo:anon#a2b69085110383f6d9ac90c27265563209d3aa818a21a053fe0bf64eb99735f5::" providerId="AD" clId="Web-{F108DB7D-CD39-B69B-60B7-EC21E102C7B6}" dt="2024-11-12T22:20:54.604" v="4" actId="20577"/>
          <ac:spMkLst>
            <pc:docMk/>
            <pc:sldMk cId="1974473979" sldId="277"/>
            <ac:spMk id="2" creationId="{34FF476F-A227-38A9-3358-2C28E2B90495}"/>
          </ac:spMkLst>
        </pc:spChg>
        <pc:spChg chg="mod">
          <ac:chgData name="Gastgebruiker" userId="S::urn:spo:anon#a2b69085110383f6d9ac90c27265563209d3aa818a21a053fe0bf64eb99735f5::" providerId="AD" clId="Web-{F108DB7D-CD39-B69B-60B7-EC21E102C7B6}" dt="2024-11-12T22:30:38.384" v="423" actId="20577"/>
          <ac:spMkLst>
            <pc:docMk/>
            <pc:sldMk cId="1974473979" sldId="277"/>
            <ac:spMk id="3" creationId="{7FEE26D9-5E51-5325-9485-94F206905B30}"/>
          </ac:spMkLst>
        </pc:spChg>
      </pc:sldChg>
      <pc:sldChg chg="addSp delSp modSp mod setBg">
        <pc:chgData name="Gastgebruiker" userId="S::urn:spo:anon#a2b69085110383f6d9ac90c27265563209d3aa818a21a053fe0bf64eb99735f5::" providerId="AD" clId="Web-{F108DB7D-CD39-B69B-60B7-EC21E102C7B6}" dt="2024-11-12T22:27:25.348" v="306"/>
        <pc:sldMkLst>
          <pc:docMk/>
          <pc:sldMk cId="4046288823" sldId="278"/>
        </pc:sldMkLst>
        <pc:spChg chg="mod">
          <ac:chgData name="Gastgebruiker" userId="S::urn:spo:anon#a2b69085110383f6d9ac90c27265563209d3aa818a21a053fe0bf64eb99735f5::" providerId="AD" clId="Web-{F108DB7D-CD39-B69B-60B7-EC21E102C7B6}" dt="2024-11-12T22:21:27.043" v="9"/>
          <ac:spMkLst>
            <pc:docMk/>
            <pc:sldMk cId="4046288823" sldId="278"/>
            <ac:spMk id="2" creationId="{34FF476F-A227-38A9-3358-2C28E2B90495}"/>
          </ac:spMkLst>
        </pc:spChg>
        <pc:graphicFrameChg chg="add mod ord modGraphic">
          <ac:chgData name="Gastgebruiker" userId="S::urn:spo:anon#a2b69085110383f6d9ac90c27265563209d3aa818a21a053fe0bf64eb99735f5::" providerId="AD" clId="Web-{F108DB7D-CD39-B69B-60B7-EC21E102C7B6}" dt="2024-11-12T22:27:25.348" v="306"/>
          <ac:graphicFrameMkLst>
            <pc:docMk/>
            <pc:sldMk cId="4046288823" sldId="278"/>
            <ac:graphicFrameMk id="10" creationId="{8B9C7ECB-2AFD-A4C2-5CB0-1F84888D4830}"/>
          </ac:graphicFrameMkLst>
        </pc:graphicFrameChg>
      </pc:sldChg>
    </pc:docChg>
  </pc:docChgLst>
  <pc:docChgLst>
    <pc:chgData name="Gastgebruiker" userId="S::urn:spo:anon#e54a02cbf023410f41a5ad9f8acb30ad91f2ac194ce6ba9f26ba363eacdcba7f::" providerId="AD" clId="Web-{22AEC993-EF39-986B-E9A9-2379EAC70F18}"/>
    <pc:docChg chg="modSld">
      <pc:chgData name="Gastgebruiker" userId="S::urn:spo:anon#e54a02cbf023410f41a5ad9f8acb30ad91f2ac194ce6ba9f26ba363eacdcba7f::" providerId="AD" clId="Web-{22AEC993-EF39-986B-E9A9-2379EAC70F18}" dt="2024-11-12T19:18:04.447" v="514" actId="20577"/>
      <pc:docMkLst>
        <pc:docMk/>
      </pc:docMkLst>
      <pc:sldChg chg="modSp">
        <pc:chgData name="Gastgebruiker" userId="S::urn:spo:anon#e54a02cbf023410f41a5ad9f8acb30ad91f2ac194ce6ba9f26ba363eacdcba7f::" providerId="AD" clId="Web-{22AEC993-EF39-986B-E9A9-2379EAC70F18}" dt="2024-11-12T19:08:19.612" v="271" actId="20577"/>
        <pc:sldMkLst>
          <pc:docMk/>
          <pc:sldMk cId="1902359051" sldId="273"/>
        </pc:sldMkLst>
        <pc:spChg chg="mod">
          <ac:chgData name="Gastgebruiker" userId="S::urn:spo:anon#e54a02cbf023410f41a5ad9f8acb30ad91f2ac194ce6ba9f26ba363eacdcba7f::" providerId="AD" clId="Web-{22AEC993-EF39-986B-E9A9-2379EAC70F18}" dt="2024-11-12T19:08:19.612" v="271" actId="20577"/>
          <ac:spMkLst>
            <pc:docMk/>
            <pc:sldMk cId="1902359051" sldId="273"/>
            <ac:spMk id="3" creationId="{7FEE26D9-5E51-5325-9485-94F206905B30}"/>
          </ac:spMkLst>
        </pc:spChg>
      </pc:sldChg>
      <pc:sldChg chg="modSp">
        <pc:chgData name="Gastgebruiker" userId="S::urn:spo:anon#e54a02cbf023410f41a5ad9f8acb30ad91f2ac194ce6ba9f26ba363eacdcba7f::" providerId="AD" clId="Web-{22AEC993-EF39-986B-E9A9-2379EAC70F18}" dt="2024-11-12T19:15:11.066" v="511" actId="20577"/>
        <pc:sldMkLst>
          <pc:docMk/>
          <pc:sldMk cId="415415236" sldId="274"/>
        </pc:sldMkLst>
        <pc:spChg chg="mod">
          <ac:chgData name="Gastgebruiker" userId="S::urn:spo:anon#e54a02cbf023410f41a5ad9f8acb30ad91f2ac194ce6ba9f26ba363eacdcba7f::" providerId="AD" clId="Web-{22AEC993-EF39-986B-E9A9-2379EAC70F18}" dt="2024-11-12T19:15:11.066" v="511" actId="20577"/>
          <ac:spMkLst>
            <pc:docMk/>
            <pc:sldMk cId="415415236" sldId="274"/>
            <ac:spMk id="3" creationId="{7FEE26D9-5E51-5325-9485-94F206905B30}"/>
          </ac:spMkLst>
        </pc:spChg>
      </pc:sldChg>
      <pc:sldChg chg="modSp">
        <pc:chgData name="Gastgebruiker" userId="S::urn:spo:anon#e54a02cbf023410f41a5ad9f8acb30ad91f2ac194ce6ba9f26ba363eacdcba7f::" providerId="AD" clId="Web-{22AEC993-EF39-986B-E9A9-2379EAC70F18}" dt="2024-11-12T19:18:04.447" v="514" actId="20577"/>
        <pc:sldMkLst>
          <pc:docMk/>
          <pc:sldMk cId="3069929078" sldId="282"/>
        </pc:sldMkLst>
        <pc:spChg chg="mod">
          <ac:chgData name="Gastgebruiker" userId="S::urn:spo:anon#e54a02cbf023410f41a5ad9f8acb30ad91f2ac194ce6ba9f26ba363eacdcba7f::" providerId="AD" clId="Web-{22AEC993-EF39-986B-E9A9-2379EAC70F18}" dt="2024-11-12T19:18:04.447" v="514" actId="20577"/>
          <ac:spMkLst>
            <pc:docMk/>
            <pc:sldMk cId="3069929078" sldId="282"/>
            <ac:spMk id="3" creationId="{18D14F14-3A8F-6B81-1086-F0B558DEFFB0}"/>
          </ac:spMkLst>
        </pc:spChg>
      </pc:sldChg>
    </pc:docChg>
  </pc:docChgLst>
  <pc:docChgLst>
    <pc:chgData name="Gastgebruiker" userId="S::urn:spo:anon#a2b69085110383f6d9ac90c27265563209d3aa818a21a053fe0bf64eb99735f5::" providerId="AD" clId="Web-{F9AA671F-8CE1-7305-994F-35906F36F249}"/>
    <pc:docChg chg="modSld">
      <pc:chgData name="Gastgebruiker" userId="S::urn:spo:anon#a2b69085110383f6d9ac90c27265563209d3aa818a21a053fe0bf64eb99735f5::" providerId="AD" clId="Web-{F9AA671F-8CE1-7305-994F-35906F36F249}" dt="2024-11-13T14:47:22.651" v="116" actId="20577"/>
      <pc:docMkLst>
        <pc:docMk/>
      </pc:docMkLst>
      <pc:sldChg chg="addSp modSp">
        <pc:chgData name="Gastgebruiker" userId="S::urn:spo:anon#a2b69085110383f6d9ac90c27265563209d3aa818a21a053fe0bf64eb99735f5::" providerId="AD" clId="Web-{F9AA671F-8CE1-7305-994F-35906F36F249}" dt="2024-11-13T14:47:22.651" v="116" actId="20577"/>
        <pc:sldMkLst>
          <pc:docMk/>
          <pc:sldMk cId="415415236" sldId="274"/>
        </pc:sldMkLst>
        <pc:spChg chg="mod">
          <ac:chgData name="Gastgebruiker" userId="S::urn:spo:anon#a2b69085110383f6d9ac90c27265563209d3aa818a21a053fe0bf64eb99735f5::" providerId="AD" clId="Web-{F9AA671F-8CE1-7305-994F-35906F36F249}" dt="2024-11-13T14:47:22.651" v="116" actId="20577"/>
          <ac:spMkLst>
            <pc:docMk/>
            <pc:sldMk cId="415415236" sldId="274"/>
            <ac:spMk id="3" creationId="{7FEE26D9-5E51-5325-9485-94F206905B30}"/>
          </ac:spMkLst>
        </pc:spChg>
        <pc:picChg chg="add mod">
          <ac:chgData name="Gastgebruiker" userId="S::urn:spo:anon#a2b69085110383f6d9ac90c27265563209d3aa818a21a053fe0bf64eb99735f5::" providerId="AD" clId="Web-{F9AA671F-8CE1-7305-994F-35906F36F249}" dt="2024-11-13T14:34:01.948" v="43" actId="1076"/>
          <ac:picMkLst>
            <pc:docMk/>
            <pc:sldMk cId="415415236" sldId="274"/>
            <ac:picMk id="4" creationId="{47896B55-8B56-20FC-7323-E0C38F13515C}"/>
          </ac:picMkLst>
        </pc:picChg>
      </pc:sldChg>
    </pc:docChg>
  </pc:docChgLst>
  <pc:docChgLst>
    <pc:chgData name="Gastgebruiker" userId="S::urn:spo:anon#e54a02cbf023410f41a5ad9f8acb30ad91f2ac194ce6ba9f26ba363eacdcba7f::" providerId="AD" clId="Web-{E443549B-A9A1-C63A-87CC-560E04326CE8}"/>
    <pc:docChg chg="modSld">
      <pc:chgData name="Gastgebruiker" userId="S::urn:spo:anon#e54a02cbf023410f41a5ad9f8acb30ad91f2ac194ce6ba9f26ba363eacdcba7f::" providerId="AD" clId="Web-{E443549B-A9A1-C63A-87CC-560E04326CE8}" dt="2024-11-12T09:08:32.194" v="57" actId="20577"/>
      <pc:docMkLst>
        <pc:docMk/>
      </pc:docMkLst>
      <pc:sldChg chg="modSp">
        <pc:chgData name="Gastgebruiker" userId="S::urn:spo:anon#e54a02cbf023410f41a5ad9f8acb30ad91f2ac194ce6ba9f26ba363eacdcba7f::" providerId="AD" clId="Web-{E443549B-A9A1-C63A-87CC-560E04326CE8}" dt="2024-11-12T09:07:12.660" v="9" actId="20577"/>
        <pc:sldMkLst>
          <pc:docMk/>
          <pc:sldMk cId="3575039893" sldId="275"/>
        </pc:sldMkLst>
        <pc:spChg chg="mod">
          <ac:chgData name="Gastgebruiker" userId="S::urn:spo:anon#e54a02cbf023410f41a5ad9f8acb30ad91f2ac194ce6ba9f26ba363eacdcba7f::" providerId="AD" clId="Web-{E443549B-A9A1-C63A-87CC-560E04326CE8}" dt="2024-11-12T09:07:12.660" v="9" actId="20577"/>
          <ac:spMkLst>
            <pc:docMk/>
            <pc:sldMk cId="3575039893" sldId="275"/>
            <ac:spMk id="3" creationId="{7FEE26D9-5E51-5325-9485-94F206905B30}"/>
          </ac:spMkLst>
        </pc:spChg>
      </pc:sldChg>
      <pc:sldChg chg="modSp">
        <pc:chgData name="Gastgebruiker" userId="S::urn:spo:anon#e54a02cbf023410f41a5ad9f8acb30ad91f2ac194ce6ba9f26ba363eacdcba7f::" providerId="AD" clId="Web-{E443549B-A9A1-C63A-87CC-560E04326CE8}" dt="2024-11-12T09:08:32.194" v="57" actId="20577"/>
        <pc:sldMkLst>
          <pc:docMk/>
          <pc:sldMk cId="3069929078" sldId="282"/>
        </pc:sldMkLst>
        <pc:spChg chg="mod">
          <ac:chgData name="Gastgebruiker" userId="S::urn:spo:anon#e54a02cbf023410f41a5ad9f8acb30ad91f2ac194ce6ba9f26ba363eacdcba7f::" providerId="AD" clId="Web-{E443549B-A9A1-C63A-87CC-560E04326CE8}" dt="2024-11-12T09:08:32.194" v="57" actId="20577"/>
          <ac:spMkLst>
            <pc:docMk/>
            <pc:sldMk cId="3069929078" sldId="282"/>
            <ac:spMk id="3" creationId="{18D14F14-3A8F-6B81-1086-F0B558DEFFB0}"/>
          </ac:spMkLst>
        </pc:spChg>
      </pc:sldChg>
    </pc:docChg>
  </pc:docChgLst>
  <pc:docChgLst>
    <pc:chgData name="Gastgebruiker" userId="S::urn:spo:anon#a2b69085110383f6d9ac90c27265563209d3aa818a21a053fe0bf64eb99735f5::" providerId="AD" clId="Web-{7A0C80E4-AD83-D972-714A-0E8C187FD038}"/>
    <pc:docChg chg="modSld">
      <pc:chgData name="Gastgebruiker" userId="S::urn:spo:anon#a2b69085110383f6d9ac90c27265563209d3aa818a21a053fe0bf64eb99735f5::" providerId="AD" clId="Web-{7A0C80E4-AD83-D972-714A-0E8C187FD038}" dt="2024-11-12T21:48:05.582" v="1" actId="20577"/>
      <pc:docMkLst>
        <pc:docMk/>
      </pc:docMkLst>
      <pc:sldChg chg="modSp">
        <pc:chgData name="Gastgebruiker" userId="S::urn:spo:anon#a2b69085110383f6d9ac90c27265563209d3aa818a21a053fe0bf64eb99735f5::" providerId="AD" clId="Web-{7A0C80E4-AD83-D972-714A-0E8C187FD038}" dt="2024-11-12T21:48:05.582" v="1" actId="20577"/>
        <pc:sldMkLst>
          <pc:docMk/>
          <pc:sldMk cId="885449637" sldId="272"/>
        </pc:sldMkLst>
        <pc:spChg chg="mod">
          <ac:chgData name="Gastgebruiker" userId="S::urn:spo:anon#a2b69085110383f6d9ac90c27265563209d3aa818a21a053fe0bf64eb99735f5::" providerId="AD" clId="Web-{7A0C80E4-AD83-D972-714A-0E8C187FD038}" dt="2024-11-12T21:48:05.582" v="1" actId="20577"/>
          <ac:spMkLst>
            <pc:docMk/>
            <pc:sldMk cId="885449637" sldId="272"/>
            <ac:spMk id="3" creationId="{7FEE26D9-5E51-5325-9485-94F206905B30}"/>
          </ac:spMkLst>
        </pc:spChg>
      </pc:sldChg>
    </pc:docChg>
  </pc:docChgLst>
  <pc:docChgLst>
    <pc:chgData name="Gastgebruiker" userId="S::urn:spo:anon#0c8ebf4ffc2ccb43bdc5c682ec810329cc514d6b206b79b28f57085294cb67db::" providerId="AD" clId="Web-{02D9B6E0-89CE-D7CE-47AF-A1D9B10E03A8}"/>
    <pc:docChg chg="modSld">
      <pc:chgData name="Gastgebruiker" userId="S::urn:spo:anon#0c8ebf4ffc2ccb43bdc5c682ec810329cc514d6b206b79b28f57085294cb67db::" providerId="AD" clId="Web-{02D9B6E0-89CE-D7CE-47AF-A1D9B10E03A8}" dt="2024-11-14T19:09:49.664" v="122" actId="20577"/>
      <pc:docMkLst>
        <pc:docMk/>
      </pc:docMkLst>
      <pc:sldChg chg="addSp delSp modSp">
        <pc:chgData name="Gastgebruiker" userId="S::urn:spo:anon#0c8ebf4ffc2ccb43bdc5c682ec810329cc514d6b206b79b28f57085294cb67db::" providerId="AD" clId="Web-{02D9B6E0-89CE-D7CE-47AF-A1D9B10E03A8}" dt="2024-11-14T18:50:39.694" v="8" actId="1076"/>
        <pc:sldMkLst>
          <pc:docMk/>
          <pc:sldMk cId="2072403919" sldId="276"/>
        </pc:sldMkLst>
        <pc:spChg chg="del mod">
          <ac:chgData name="Gastgebruiker" userId="S::urn:spo:anon#0c8ebf4ffc2ccb43bdc5c682ec810329cc514d6b206b79b28f57085294cb67db::" providerId="AD" clId="Web-{02D9B6E0-89CE-D7CE-47AF-A1D9B10E03A8}" dt="2024-11-14T18:50:25.881" v="2"/>
          <ac:spMkLst>
            <pc:docMk/>
            <pc:sldMk cId="2072403919" sldId="276"/>
            <ac:spMk id="3" creationId="{7FEE26D9-5E51-5325-9485-94F206905B30}"/>
          </ac:spMkLst>
        </pc:spChg>
        <pc:picChg chg="add mod">
          <ac:chgData name="Gastgebruiker" userId="S::urn:spo:anon#0c8ebf4ffc2ccb43bdc5c682ec810329cc514d6b206b79b28f57085294cb67db::" providerId="AD" clId="Web-{02D9B6E0-89CE-D7CE-47AF-A1D9B10E03A8}" dt="2024-11-14T18:50:39.694" v="8" actId="1076"/>
          <ac:picMkLst>
            <pc:docMk/>
            <pc:sldMk cId="2072403919" sldId="276"/>
            <ac:picMk id="4" creationId="{54B1B73B-2286-223C-0CF1-BFF0AAD64634}"/>
          </ac:picMkLst>
        </pc:picChg>
      </pc:sldChg>
      <pc:sldChg chg="modSp">
        <pc:chgData name="Gastgebruiker" userId="S::urn:spo:anon#0c8ebf4ffc2ccb43bdc5c682ec810329cc514d6b206b79b28f57085294cb67db::" providerId="AD" clId="Web-{02D9B6E0-89CE-D7CE-47AF-A1D9B10E03A8}" dt="2024-11-14T18:55:21.515" v="51" actId="20577"/>
        <pc:sldMkLst>
          <pc:docMk/>
          <pc:sldMk cId="2327946261" sldId="279"/>
        </pc:sldMkLst>
        <pc:spChg chg="mod">
          <ac:chgData name="Gastgebruiker" userId="S::urn:spo:anon#0c8ebf4ffc2ccb43bdc5c682ec810329cc514d6b206b79b28f57085294cb67db::" providerId="AD" clId="Web-{02D9B6E0-89CE-D7CE-47AF-A1D9B10E03A8}" dt="2024-11-14T18:55:21.515" v="51" actId="20577"/>
          <ac:spMkLst>
            <pc:docMk/>
            <pc:sldMk cId="2327946261" sldId="279"/>
            <ac:spMk id="3" creationId="{7FEE26D9-5E51-5325-9485-94F206905B30}"/>
          </ac:spMkLst>
        </pc:spChg>
      </pc:sldChg>
      <pc:sldChg chg="modSp">
        <pc:chgData name="Gastgebruiker" userId="S::urn:spo:anon#0c8ebf4ffc2ccb43bdc5c682ec810329cc514d6b206b79b28f57085294cb67db::" providerId="AD" clId="Web-{02D9B6E0-89CE-D7CE-47AF-A1D9B10E03A8}" dt="2024-11-14T19:09:49.664" v="122" actId="20577"/>
        <pc:sldMkLst>
          <pc:docMk/>
          <pc:sldMk cId="3173739258" sldId="280"/>
        </pc:sldMkLst>
        <pc:spChg chg="mod">
          <ac:chgData name="Gastgebruiker" userId="S::urn:spo:anon#0c8ebf4ffc2ccb43bdc5c682ec810329cc514d6b206b79b28f57085294cb67db::" providerId="AD" clId="Web-{02D9B6E0-89CE-D7CE-47AF-A1D9B10E03A8}" dt="2024-11-14T19:09:49.664" v="122" actId="20577"/>
          <ac:spMkLst>
            <pc:docMk/>
            <pc:sldMk cId="3173739258" sldId="280"/>
            <ac:spMk id="3" creationId="{7FEE26D9-5E51-5325-9485-94F206905B30}"/>
          </ac:spMkLst>
        </pc:spChg>
      </pc:sldChg>
      <pc:sldChg chg="modSp">
        <pc:chgData name="Gastgebruiker" userId="S::urn:spo:anon#0c8ebf4ffc2ccb43bdc5c682ec810329cc514d6b206b79b28f57085294cb67db::" providerId="AD" clId="Web-{02D9B6E0-89CE-D7CE-47AF-A1D9B10E03A8}" dt="2024-11-14T19:01:37.400" v="96" actId="20577"/>
        <pc:sldMkLst>
          <pc:docMk/>
          <pc:sldMk cId="3009412234" sldId="281"/>
        </pc:sldMkLst>
        <pc:spChg chg="mod">
          <ac:chgData name="Gastgebruiker" userId="S::urn:spo:anon#0c8ebf4ffc2ccb43bdc5c682ec810329cc514d6b206b79b28f57085294cb67db::" providerId="AD" clId="Web-{02D9B6E0-89CE-D7CE-47AF-A1D9B10E03A8}" dt="2024-11-14T18:58:07.894" v="60" actId="20577"/>
          <ac:spMkLst>
            <pc:docMk/>
            <pc:sldMk cId="3009412234" sldId="281"/>
            <ac:spMk id="2" creationId="{34FF476F-A227-38A9-3358-2C28E2B90495}"/>
          </ac:spMkLst>
        </pc:spChg>
        <pc:spChg chg="mod">
          <ac:chgData name="Gastgebruiker" userId="S::urn:spo:anon#0c8ebf4ffc2ccb43bdc5c682ec810329cc514d6b206b79b28f57085294cb67db::" providerId="AD" clId="Web-{02D9B6E0-89CE-D7CE-47AF-A1D9B10E03A8}" dt="2024-11-14T19:01:37.400" v="96" actId="20577"/>
          <ac:spMkLst>
            <pc:docMk/>
            <pc:sldMk cId="3009412234" sldId="281"/>
            <ac:spMk id="3" creationId="{7FEE26D9-5E51-5325-9485-94F206905B30}"/>
          </ac:spMkLst>
        </pc:spChg>
      </pc:sldChg>
    </pc:docChg>
  </pc:docChgLst>
  <pc:docChgLst>
    <pc:chgData name="Gastgebruiker" userId="S::urn:spo:anon#a2b69085110383f6d9ac90c27265563209d3aa818a21a053fe0bf64eb99735f5::" providerId="AD" clId="Web-{6ABFA44A-4C21-7885-0F17-C341C359F8A4}"/>
    <pc:docChg chg="modSld">
      <pc:chgData name="Gastgebruiker" userId="S::urn:spo:anon#a2b69085110383f6d9ac90c27265563209d3aa818a21a053fe0bf64eb99735f5::" providerId="AD" clId="Web-{6ABFA44A-4C21-7885-0F17-C341C359F8A4}" dt="2024-11-13T12:50:03.518" v="16" actId="20577"/>
      <pc:docMkLst>
        <pc:docMk/>
      </pc:docMkLst>
      <pc:sldChg chg="modSp">
        <pc:chgData name="Gastgebruiker" userId="S::urn:spo:anon#a2b69085110383f6d9ac90c27265563209d3aa818a21a053fe0bf64eb99735f5::" providerId="AD" clId="Web-{6ABFA44A-4C21-7885-0F17-C341C359F8A4}" dt="2024-11-13T12:50:03.518" v="16" actId="20577"/>
        <pc:sldMkLst>
          <pc:docMk/>
          <pc:sldMk cId="948246460" sldId="269"/>
        </pc:sldMkLst>
        <pc:spChg chg="mod">
          <ac:chgData name="Gastgebruiker" userId="S::urn:spo:anon#a2b69085110383f6d9ac90c27265563209d3aa818a21a053fe0bf64eb99735f5::" providerId="AD" clId="Web-{6ABFA44A-4C21-7885-0F17-C341C359F8A4}" dt="2024-11-13T12:50:03.518" v="16" actId="20577"/>
          <ac:spMkLst>
            <pc:docMk/>
            <pc:sldMk cId="948246460" sldId="269"/>
            <ac:spMk id="3" creationId="{7DB8EF02-DF1E-4CA0-A16A-719DCC97ED5B}"/>
          </ac:spMkLst>
        </pc:spChg>
      </pc:sldChg>
    </pc:docChg>
  </pc:docChgLst>
  <pc:docChgLst>
    <pc:chgData name="Gastgebruiker" userId="S::urn:spo:anon#a2b69085110383f6d9ac90c27265563209d3aa818a21a053fe0bf64eb99735f5::" providerId="AD" clId="Web-{A67CAA5E-895A-751F-50C5-6210E6DDA07F}"/>
    <pc:docChg chg="modSld">
      <pc:chgData name="Gastgebruiker" userId="S::urn:spo:anon#a2b69085110383f6d9ac90c27265563209d3aa818a21a053fe0bf64eb99735f5::" providerId="AD" clId="Web-{A67CAA5E-895A-751F-50C5-6210E6DDA07F}" dt="2024-11-12T22:55:15.130" v="131" actId="20577"/>
      <pc:docMkLst>
        <pc:docMk/>
      </pc:docMkLst>
      <pc:sldChg chg="modSp">
        <pc:chgData name="Gastgebruiker" userId="S::urn:spo:anon#a2b69085110383f6d9ac90c27265563209d3aa818a21a053fe0bf64eb99735f5::" providerId="AD" clId="Web-{A67CAA5E-895A-751F-50C5-6210E6DDA07F}" dt="2024-11-12T22:50:53.042" v="71" actId="20577"/>
        <pc:sldMkLst>
          <pc:docMk/>
          <pc:sldMk cId="885449637" sldId="272"/>
        </pc:sldMkLst>
        <pc:spChg chg="mod">
          <ac:chgData name="Gastgebruiker" userId="S::urn:spo:anon#a2b69085110383f6d9ac90c27265563209d3aa818a21a053fe0bf64eb99735f5::" providerId="AD" clId="Web-{A67CAA5E-895A-751F-50C5-6210E6DDA07F}" dt="2024-11-12T22:50:53.042" v="71" actId="20577"/>
          <ac:spMkLst>
            <pc:docMk/>
            <pc:sldMk cId="885449637" sldId="272"/>
            <ac:spMk id="3" creationId="{7FEE26D9-5E51-5325-9485-94F206905B30}"/>
          </ac:spMkLst>
        </pc:spChg>
      </pc:sldChg>
      <pc:sldChg chg="modSp">
        <pc:chgData name="Gastgebruiker" userId="S::urn:spo:anon#a2b69085110383f6d9ac90c27265563209d3aa818a21a053fe0bf64eb99735f5::" providerId="AD" clId="Web-{A67CAA5E-895A-751F-50C5-6210E6DDA07F}" dt="2024-11-12T22:55:15.130" v="131" actId="20577"/>
        <pc:sldMkLst>
          <pc:docMk/>
          <pc:sldMk cId="415415236" sldId="274"/>
        </pc:sldMkLst>
        <pc:spChg chg="mod">
          <ac:chgData name="Gastgebruiker" userId="S::urn:spo:anon#a2b69085110383f6d9ac90c27265563209d3aa818a21a053fe0bf64eb99735f5::" providerId="AD" clId="Web-{A67CAA5E-895A-751F-50C5-6210E6DDA07F}" dt="2024-11-12T22:55:15.130" v="131" actId="20577"/>
          <ac:spMkLst>
            <pc:docMk/>
            <pc:sldMk cId="415415236" sldId="274"/>
            <ac:spMk id="3" creationId="{7FEE26D9-5E51-5325-9485-94F206905B30}"/>
          </ac:spMkLst>
        </pc:spChg>
      </pc:sldChg>
    </pc:docChg>
  </pc:docChgLst>
  <pc:docChgLst>
    <pc:chgData name="Gastgebruiker" userId="S::urn:spo:anon#a2b69085110383f6d9ac90c27265563209d3aa818a21a053fe0bf64eb99735f5::" providerId="AD" clId="Web-{8779994E-0344-C1BA-8F7A-8157A0958894}"/>
    <pc:docChg chg="modSld">
      <pc:chgData name="Gastgebruiker" userId="S::urn:spo:anon#a2b69085110383f6d9ac90c27265563209d3aa818a21a053fe0bf64eb99735f5::" providerId="AD" clId="Web-{8779994E-0344-C1BA-8F7A-8157A0958894}" dt="2024-11-13T13:49:09.134" v="160" actId="20577"/>
      <pc:docMkLst>
        <pc:docMk/>
      </pc:docMkLst>
      <pc:sldChg chg="modSp">
        <pc:chgData name="Gastgebruiker" userId="S::urn:spo:anon#a2b69085110383f6d9ac90c27265563209d3aa818a21a053fe0bf64eb99735f5::" providerId="AD" clId="Web-{8779994E-0344-C1BA-8F7A-8157A0958894}" dt="2024-11-13T13:38:36.401" v="25" actId="20577"/>
        <pc:sldMkLst>
          <pc:docMk/>
          <pc:sldMk cId="885449637" sldId="272"/>
        </pc:sldMkLst>
        <pc:spChg chg="mod">
          <ac:chgData name="Gastgebruiker" userId="S::urn:spo:anon#a2b69085110383f6d9ac90c27265563209d3aa818a21a053fe0bf64eb99735f5::" providerId="AD" clId="Web-{8779994E-0344-C1BA-8F7A-8157A0958894}" dt="2024-11-13T13:38:36.401" v="25" actId="20577"/>
          <ac:spMkLst>
            <pc:docMk/>
            <pc:sldMk cId="885449637" sldId="272"/>
            <ac:spMk id="3" creationId="{7FEE26D9-5E51-5325-9485-94F206905B30}"/>
          </ac:spMkLst>
        </pc:spChg>
      </pc:sldChg>
      <pc:sldChg chg="modSp">
        <pc:chgData name="Gastgebruiker" userId="S::urn:spo:anon#a2b69085110383f6d9ac90c27265563209d3aa818a21a053fe0bf64eb99735f5::" providerId="AD" clId="Web-{8779994E-0344-C1BA-8F7A-8157A0958894}" dt="2024-11-13T13:49:09.134" v="160" actId="20577"/>
        <pc:sldMkLst>
          <pc:docMk/>
          <pc:sldMk cId="1902359051" sldId="273"/>
        </pc:sldMkLst>
        <pc:spChg chg="mod">
          <ac:chgData name="Gastgebruiker" userId="S::urn:spo:anon#a2b69085110383f6d9ac90c27265563209d3aa818a21a053fe0bf64eb99735f5::" providerId="AD" clId="Web-{8779994E-0344-C1BA-8F7A-8157A0958894}" dt="2024-11-13T13:49:09.134" v="160" actId="20577"/>
          <ac:spMkLst>
            <pc:docMk/>
            <pc:sldMk cId="1902359051" sldId="273"/>
            <ac:spMk id="3" creationId="{7FEE26D9-5E51-5325-9485-94F206905B30}"/>
          </ac:spMkLst>
        </pc:spChg>
      </pc:sldChg>
    </pc:docChg>
  </pc:docChgLst>
  <pc:docChgLst>
    <pc:chgData name="Gastgebruiker" userId="S::urn:spo:anon#a2b69085110383f6d9ac90c27265563209d3aa818a21a053fe0bf64eb99735f5::" providerId="AD" clId="Web-{27820D1B-1D67-15C4-1BB1-D41B1005DB01}"/>
    <pc:docChg chg="modSld">
      <pc:chgData name="Gastgebruiker" userId="S::urn:spo:anon#a2b69085110383f6d9ac90c27265563209d3aa818a21a053fe0bf64eb99735f5::" providerId="AD" clId="Web-{27820D1B-1D67-15C4-1BB1-D41B1005DB01}" dt="2024-11-12T19:52:32.386" v="50" actId="20577"/>
      <pc:docMkLst>
        <pc:docMk/>
      </pc:docMkLst>
      <pc:sldChg chg="modSp">
        <pc:chgData name="Gastgebruiker" userId="S::urn:spo:anon#a2b69085110383f6d9ac90c27265563209d3aa818a21a053fe0bf64eb99735f5::" providerId="AD" clId="Web-{27820D1B-1D67-15C4-1BB1-D41B1005DB01}" dt="2024-11-12T19:52:32.386" v="50" actId="20577"/>
        <pc:sldMkLst>
          <pc:docMk/>
          <pc:sldMk cId="885449637" sldId="272"/>
        </pc:sldMkLst>
        <pc:spChg chg="mod">
          <ac:chgData name="Gastgebruiker" userId="S::urn:spo:anon#a2b69085110383f6d9ac90c27265563209d3aa818a21a053fe0bf64eb99735f5::" providerId="AD" clId="Web-{27820D1B-1D67-15C4-1BB1-D41B1005DB01}" dt="2024-11-12T19:52:32.386" v="50" actId="20577"/>
          <ac:spMkLst>
            <pc:docMk/>
            <pc:sldMk cId="885449637" sldId="272"/>
            <ac:spMk id="3" creationId="{7FEE26D9-5E51-5325-9485-94F206905B30}"/>
          </ac:spMkLst>
        </pc:spChg>
      </pc:sldChg>
      <pc:sldChg chg="modSp">
        <pc:chgData name="Gastgebruiker" userId="S::urn:spo:anon#a2b69085110383f6d9ac90c27265563209d3aa818a21a053fe0bf64eb99735f5::" providerId="AD" clId="Web-{27820D1B-1D67-15C4-1BB1-D41B1005DB01}" dt="2024-11-12T19:47:40.734" v="3" actId="20577"/>
        <pc:sldMkLst>
          <pc:docMk/>
          <pc:sldMk cId="415415236" sldId="274"/>
        </pc:sldMkLst>
        <pc:spChg chg="mod">
          <ac:chgData name="Gastgebruiker" userId="S::urn:spo:anon#a2b69085110383f6d9ac90c27265563209d3aa818a21a053fe0bf64eb99735f5::" providerId="AD" clId="Web-{27820D1B-1D67-15C4-1BB1-D41B1005DB01}" dt="2024-11-12T19:47:40.734" v="3" actId="20577"/>
          <ac:spMkLst>
            <pc:docMk/>
            <pc:sldMk cId="415415236" sldId="274"/>
            <ac:spMk id="3" creationId="{7FEE26D9-5E51-5325-9485-94F206905B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Socfinasia</a:t>
            </a:r>
            <a:endParaRPr lang="nl-BE" sz="7200" b="1" cap="all" err="1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24177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Amélie Cuvelier Wout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Jonckheere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/>
              <a:ea typeface="Lato"/>
              <a:cs typeface="Lato"/>
            </a:endParaRPr>
          </a:p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Arthur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Carème</a:t>
            </a:r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   Chloé De Rijck</a:t>
            </a:r>
          </a:p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Reinout Van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Reepingen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sz="2400">
                <a:ea typeface="+mn-lt"/>
                <a:cs typeface="+mn-lt"/>
              </a:rPr>
              <a:t>Beheert een portefeuille die gericht is op de exploitatie van 52 700 hectare tropische palmolie- en rubberplantages in Zuidoost-Azië. </a:t>
            </a:r>
          </a:p>
          <a:p>
            <a:r>
              <a:rPr lang="nl-BE" sz="2400"/>
              <a:t>Dochterholding van de holding </a:t>
            </a:r>
            <a:r>
              <a:rPr lang="nl-BE" sz="2400" err="1"/>
              <a:t>Socfin</a:t>
            </a:r>
            <a:endParaRPr lang="nl-BE" sz="2400"/>
          </a:p>
          <a:p>
            <a:r>
              <a:rPr lang="nl-BE" sz="2400"/>
              <a:t>Gevestigd in Luxemburg </a:t>
            </a:r>
          </a:p>
          <a:p>
            <a:endParaRPr lang="nl-BE" sz="2400"/>
          </a:p>
          <a:p>
            <a:endParaRPr lang="nl-BE" sz="2400"/>
          </a:p>
          <a:p>
            <a:endParaRPr lang="nl-BE" sz="2400"/>
          </a:p>
          <a:p>
            <a:endParaRPr lang="nl-BE" sz="2400"/>
          </a:p>
          <a:p>
            <a:endParaRPr lang="nl-BE" sz="2400"/>
          </a:p>
        </p:txBody>
      </p:sp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inhoud 3" descr="Afbeelding met tekst, schermopname, diagram, Parallel&#10;&#10;Automatisch gegenereerde beschrijving">
            <a:extLst>
              <a:ext uri="{FF2B5EF4-FFF2-40B4-BE49-F238E27FC236}">
                <a16:creationId xmlns:a16="http://schemas.microsoft.com/office/drawing/2014/main" id="{510DB4EE-69E8-0BD3-CFB3-140D77690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" r="-1095" b="-4"/>
          <a:stretch/>
        </p:blipFill>
        <p:spPr>
          <a:xfrm>
            <a:off x="-598588" y="552"/>
            <a:ext cx="12802921" cy="6865045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1DBF412-C8DD-AEEE-1E2E-BC8561544593}"/>
              </a:ext>
            </a:extLst>
          </p:cNvPr>
          <p:cNvSpPr txBox="1"/>
          <p:nvPr/>
        </p:nvSpPr>
        <p:spPr>
          <a:xfrm>
            <a:off x="5751776" y="4126274"/>
            <a:ext cx="1183453" cy="415498"/>
          </a:xfrm>
          <a:prstGeom prst="rect">
            <a:avLst/>
          </a:prstGeom>
          <a:solidFill>
            <a:srgbClr val="C00000"/>
          </a:solidFill>
          <a:ln>
            <a:solidFill>
              <a:srgbClr val="FFFF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l-NL" sz="1000" err="1">
                <a:solidFill>
                  <a:schemeClr val="bg1"/>
                </a:solidFill>
              </a:rPr>
              <a:t>Indonesian</a:t>
            </a:r>
            <a:endParaRPr lang="nl-NL" sz="1000">
              <a:solidFill>
                <a:schemeClr val="bg1"/>
              </a:solidFill>
            </a:endParaRPr>
          </a:p>
          <a:p>
            <a:pPr algn="ctr"/>
            <a:r>
              <a:rPr lang="nl-NL" sz="1000" err="1">
                <a:solidFill>
                  <a:schemeClr val="bg1"/>
                </a:solidFill>
              </a:rPr>
              <a:t>government</a:t>
            </a:r>
            <a:endParaRPr lang="nl-NL" sz="1000">
              <a:solidFill>
                <a:schemeClr val="bg1"/>
              </a:solidFill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4EAF7FF2-2DF5-7863-60D3-1B19187118EC}"/>
              </a:ext>
            </a:extLst>
          </p:cNvPr>
          <p:cNvCxnSpPr/>
          <p:nvPr/>
        </p:nvCxnSpPr>
        <p:spPr>
          <a:xfrm flipH="1">
            <a:off x="6344679" y="4544711"/>
            <a:ext cx="12359" cy="46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76F5992F-0249-3F31-80AE-2653EF79BB3E}"/>
              </a:ext>
            </a:extLst>
          </p:cNvPr>
          <p:cNvSpPr txBox="1"/>
          <p:nvPr/>
        </p:nvSpPr>
        <p:spPr>
          <a:xfrm>
            <a:off x="6326303" y="4699701"/>
            <a:ext cx="85457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10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59949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1972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sz="2400" err="1">
                <a:ea typeface="+mn-lt"/>
                <a:cs typeface="+mn-lt"/>
              </a:rPr>
              <a:t>Oprichting</a:t>
            </a:r>
            <a:r>
              <a:rPr lang="en-US" sz="2400">
                <a:ea typeface="+mn-lt"/>
                <a:cs typeface="+mn-lt"/>
              </a:rPr>
              <a:t> van </a:t>
            </a:r>
            <a:r>
              <a:rPr lang="en-US" sz="2400" err="1">
                <a:ea typeface="+mn-lt"/>
                <a:cs typeface="+mn-lt"/>
              </a:rPr>
              <a:t>Socfinasia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als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dochteronderneming</a:t>
            </a:r>
            <a:r>
              <a:rPr lang="en-US" sz="2400">
                <a:ea typeface="+mn-lt"/>
                <a:cs typeface="+mn-lt"/>
              </a:rPr>
              <a:t> van de </a:t>
            </a:r>
            <a:r>
              <a:rPr lang="en-US" sz="2400" err="1">
                <a:ea typeface="+mn-lt"/>
                <a:cs typeface="+mn-lt"/>
              </a:rPr>
              <a:t>Socfin-groep</a:t>
            </a:r>
            <a:r>
              <a:rPr lang="en-US" sz="2400">
                <a:ea typeface="+mn-lt"/>
                <a:cs typeface="+mn-lt"/>
              </a:rPr>
              <a:t>, met focus op </a:t>
            </a:r>
            <a:r>
              <a:rPr lang="en-US" sz="2400" err="1">
                <a:ea typeface="+mn-lt"/>
                <a:cs typeface="+mn-lt"/>
              </a:rPr>
              <a:t>Zuidoost-Azië</a:t>
            </a:r>
            <a:endParaRPr lang="en-US" sz="2400" err="1"/>
          </a:p>
          <a:p>
            <a:r>
              <a:rPr lang="en-US" b="1">
                <a:ea typeface="+mn-lt"/>
                <a:cs typeface="+mn-lt"/>
              </a:rPr>
              <a:t>1980</a:t>
            </a:r>
            <a:r>
              <a:rPr lang="en-US">
                <a:ea typeface="+mn-lt"/>
                <a:cs typeface="+mn-lt"/>
              </a:rPr>
              <a:t>:</a:t>
            </a:r>
            <a:r>
              <a:rPr lang="en-US" sz="2400">
                <a:ea typeface="+mn-lt"/>
                <a:cs typeface="+mn-lt"/>
              </a:rPr>
              <a:t>Uitbreiding van </a:t>
            </a:r>
            <a:r>
              <a:rPr lang="en-US" sz="2400" err="1">
                <a:ea typeface="+mn-lt"/>
                <a:cs typeface="+mn-lt"/>
              </a:rPr>
              <a:t>plantages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voor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oliepalm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rubber in </a:t>
            </a:r>
            <a:r>
              <a:rPr lang="en-US" sz="2400" err="1">
                <a:ea typeface="+mn-lt"/>
                <a:cs typeface="+mn-lt"/>
              </a:rPr>
              <a:t>Indonesië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Maleisië</a:t>
            </a:r>
            <a:endParaRPr lang="en-US" sz="2400" err="1"/>
          </a:p>
          <a:p>
            <a:r>
              <a:rPr lang="en-US" b="1"/>
              <a:t>2007</a:t>
            </a:r>
            <a:r>
              <a:rPr lang="en-US"/>
              <a:t>: </a:t>
            </a:r>
            <a:r>
              <a:rPr lang="en-US" sz="2400" err="1"/>
              <a:t>Oprichting</a:t>
            </a:r>
            <a:r>
              <a:rPr lang="en-US" sz="2400"/>
              <a:t> </a:t>
            </a:r>
            <a:r>
              <a:rPr lang="en-US" sz="2400" err="1"/>
              <a:t>socfin</a:t>
            </a:r>
            <a:r>
              <a:rPr lang="en-US" sz="2400"/>
              <a:t>-KDC (</a:t>
            </a:r>
            <a:r>
              <a:rPr lang="en-US" sz="2400" err="1"/>
              <a:t>Cambodja</a:t>
            </a:r>
            <a:r>
              <a:rPr lang="en-US" sz="2400"/>
              <a:t>)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600" b="1" err="1">
                <a:ea typeface="+mn-lt"/>
                <a:cs typeface="+mn-lt"/>
              </a:rPr>
              <a:t>Hoofdzetel</a:t>
            </a:r>
            <a:r>
              <a:rPr lang="en-US" sz="2600" b="1">
                <a:ea typeface="+mn-lt"/>
                <a:cs typeface="+mn-lt"/>
              </a:rPr>
              <a:t>: </a:t>
            </a:r>
            <a:r>
              <a:rPr lang="en-US" sz="2400">
                <a:ea typeface="+mn-lt"/>
                <a:cs typeface="+mn-lt"/>
              </a:rPr>
              <a:t>Luxemburg, </a:t>
            </a:r>
            <a:r>
              <a:rPr lang="en-US" sz="2400" err="1">
                <a:ea typeface="+mn-lt"/>
                <a:cs typeface="+mn-lt"/>
              </a:rPr>
              <a:t>onderdeel</a:t>
            </a:r>
            <a:r>
              <a:rPr lang="en-US" sz="2400">
                <a:ea typeface="+mn-lt"/>
                <a:cs typeface="+mn-lt"/>
              </a:rPr>
              <a:t> van de </a:t>
            </a:r>
            <a:r>
              <a:rPr lang="en-US" sz="2400" err="1">
                <a:ea typeface="+mn-lt"/>
                <a:cs typeface="+mn-lt"/>
              </a:rPr>
              <a:t>Socfin</a:t>
            </a:r>
            <a:r>
              <a:rPr lang="en-US" sz="2400">
                <a:ea typeface="+mn-lt"/>
                <a:cs typeface="+mn-lt"/>
              </a:rPr>
              <a:t> Group</a:t>
            </a:r>
            <a:endParaRPr lang="en-US" sz="2400"/>
          </a:p>
          <a:p>
            <a:r>
              <a:rPr lang="en-US" sz="2600" b="1" err="1">
                <a:ea typeface="+mn-lt"/>
                <a:cs typeface="+mn-lt"/>
              </a:rPr>
              <a:t>Aandeelhouders</a:t>
            </a:r>
            <a:endParaRPr lang="en-US" sz="26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err="1">
                <a:ea typeface="+mn-lt"/>
                <a:cs typeface="+mn-lt"/>
              </a:rPr>
              <a:t>Sofcin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bezit</a:t>
            </a:r>
            <a:r>
              <a:rPr lang="en-US" sz="2400">
                <a:ea typeface="+mn-lt"/>
                <a:cs typeface="+mn-lt"/>
              </a:rPr>
              <a:t> 58% van de </a:t>
            </a:r>
            <a:r>
              <a:rPr lang="en-US" sz="2400" err="1">
                <a:ea typeface="+mn-lt"/>
                <a:cs typeface="+mn-lt"/>
              </a:rPr>
              <a:t>aandelen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de Bolloré </a:t>
            </a:r>
            <a:r>
              <a:rPr lang="en-US" sz="2400" err="1">
                <a:ea typeface="+mn-lt"/>
                <a:cs typeface="+mn-lt"/>
              </a:rPr>
              <a:t>groep</a:t>
            </a:r>
            <a:r>
              <a:rPr lang="en-US" sz="2400">
                <a:ea typeface="+mn-lt"/>
                <a:cs typeface="+mn-lt"/>
              </a:rPr>
              <a:t> 22%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De </a:t>
            </a:r>
            <a:r>
              <a:rPr lang="en-US" sz="2400" err="1">
                <a:ea typeface="+mn-lt"/>
                <a:cs typeface="+mn-lt"/>
              </a:rPr>
              <a:t>moederholding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Socfin</a:t>
            </a:r>
            <a:r>
              <a:rPr lang="en-US" sz="2400">
                <a:ea typeface="+mn-lt"/>
                <a:cs typeface="+mn-lt"/>
              </a:rPr>
              <a:t> is </a:t>
            </a:r>
            <a:r>
              <a:rPr lang="en-US" sz="2400" err="1">
                <a:ea typeface="+mn-lt"/>
                <a:cs typeface="+mn-lt"/>
              </a:rPr>
              <a:t>voor</a:t>
            </a:r>
            <a:r>
              <a:rPr lang="en-US" sz="2400">
                <a:ea typeface="+mn-lt"/>
                <a:cs typeface="+mn-lt"/>
              </a:rPr>
              <a:t> 55% van Hubert Fabri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voor</a:t>
            </a:r>
            <a:r>
              <a:rPr lang="en-US" sz="2400">
                <a:ea typeface="+mn-lt"/>
                <a:cs typeface="+mn-lt"/>
              </a:rPr>
              <a:t> 40% van Bolloré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r>
              <a:rPr lang="en-US" sz="2600" b="1" err="1">
                <a:ea typeface="+mn-lt"/>
                <a:cs typeface="+mn-lt"/>
              </a:rPr>
              <a:t>Administratie</a:t>
            </a:r>
            <a:r>
              <a:rPr lang="en-US" sz="2600" b="1">
                <a:ea typeface="+mn-lt"/>
                <a:cs typeface="+mn-lt"/>
              </a:rPr>
              <a:t> </a:t>
            </a:r>
            <a:r>
              <a:rPr lang="en-US" sz="2600" b="1" err="1">
                <a:ea typeface="+mn-lt"/>
                <a:cs typeface="+mn-lt"/>
              </a:rPr>
              <a:t>en</a:t>
            </a:r>
            <a:r>
              <a:rPr lang="en-US" sz="2600" b="1">
                <a:ea typeface="+mn-lt"/>
                <a:cs typeface="+mn-lt"/>
              </a:rPr>
              <a:t> management</a:t>
            </a:r>
            <a:endParaRPr lang="en-US" sz="2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Raad van </a:t>
            </a:r>
            <a:r>
              <a:rPr lang="en-US" err="1">
                <a:ea typeface="+mn-lt"/>
                <a:cs typeface="+mn-lt"/>
              </a:rPr>
              <a:t>bestuur</a:t>
            </a:r>
            <a:r>
              <a:rPr lang="en-US" b="1">
                <a:ea typeface="+mn-lt"/>
                <a:cs typeface="+mn-lt"/>
              </a:rPr>
              <a:t>:                                                                                            </a:t>
            </a: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r>
              <a:rPr lang="en-US" sz="2600" b="1" err="1">
                <a:ea typeface="+mn-lt"/>
                <a:cs typeface="+mn-lt"/>
              </a:rPr>
              <a:t>Personeel</a:t>
            </a:r>
            <a:r>
              <a:rPr lang="en-US" sz="2600" b="1">
                <a:ea typeface="+mn-lt"/>
                <a:cs typeface="+mn-lt"/>
              </a:rPr>
              <a:t>    </a:t>
            </a:r>
            <a:r>
              <a:rPr lang="en-US" b="1">
                <a:ea typeface="+mn-lt"/>
                <a:cs typeface="+mn-lt"/>
              </a:rPr>
              <a:t>                                                                                                              </a:t>
            </a:r>
            <a:endParaRPr lang="en-BE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11 600 </a:t>
            </a:r>
            <a:r>
              <a:rPr lang="en-US" sz="2400" err="1">
                <a:ea typeface="+mn-lt"/>
                <a:cs typeface="+mn-lt"/>
              </a:rPr>
              <a:t>medewerkers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voornamelijk</a:t>
            </a:r>
            <a:r>
              <a:rPr lang="en-US" sz="2400">
                <a:ea typeface="+mn-lt"/>
                <a:cs typeface="+mn-lt"/>
              </a:rPr>
              <a:t> in </a:t>
            </a:r>
            <a:r>
              <a:rPr lang="en-US" sz="2400" err="1">
                <a:ea typeface="+mn-lt"/>
                <a:cs typeface="+mn-lt"/>
              </a:rPr>
              <a:t>Zuidoost-Azië</a:t>
            </a:r>
            <a:endParaRPr lang="en-BE" sz="2400"/>
          </a:p>
          <a:p>
            <a:endParaRPr lang="en-BE"/>
          </a:p>
        </p:txBody>
      </p:sp>
      <p:pic>
        <p:nvPicPr>
          <p:cNvPr id="4" name="Afbeelding 3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47896B55-8B56-20FC-7323-E0C38F135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741" y="4357411"/>
            <a:ext cx="6071598" cy="10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Palmolieproductie</a:t>
            </a:r>
            <a:endParaRPr lang="nl-NL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Ruwe </a:t>
            </a:r>
            <a:r>
              <a:rPr lang="en-US" err="1">
                <a:ea typeface="+mn-lt"/>
                <a:cs typeface="+mn-lt"/>
              </a:rPr>
              <a:t>palmolie</a:t>
            </a:r>
            <a:r>
              <a:rPr lang="en-US">
                <a:ea typeface="+mn-lt"/>
                <a:cs typeface="+mn-lt"/>
              </a:rPr>
              <a:t> (CPO)</a:t>
            </a: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Palm kernel oil (PKO)</a:t>
            </a:r>
          </a:p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Rubberproductie</a:t>
            </a:r>
            <a:endParaRPr lang="en-US" err="1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Natuurrubber</a:t>
            </a:r>
            <a:r>
              <a:rPr lang="en-US">
                <a:ea typeface="+mn-lt"/>
                <a:cs typeface="+mn-lt"/>
              </a:rPr>
              <a:t> (latex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droge</a:t>
            </a:r>
            <a:r>
              <a:rPr lang="en-US">
                <a:ea typeface="+mn-lt"/>
                <a:cs typeface="+mn-lt"/>
              </a:rPr>
              <a:t> rubber)</a:t>
            </a:r>
          </a:p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Duurzaamheidsdiensten</a:t>
            </a:r>
            <a:endParaRPr lang="en-US" err="1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Sociale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ecologische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projecten</a:t>
            </a:r>
            <a:r>
              <a:rPr lang="en-US">
                <a:ea typeface="+mn-lt"/>
                <a:cs typeface="+mn-lt"/>
              </a:rPr>
              <a:t> in </a:t>
            </a:r>
            <a:r>
              <a:rPr lang="en-US" err="1">
                <a:ea typeface="+mn-lt"/>
                <a:cs typeface="+mn-lt"/>
              </a:rPr>
              <a:t>lokale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gemeenschappen</a:t>
            </a:r>
          </a:p>
          <a:p>
            <a:pPr lvl="1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Certificeringen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bijv</a:t>
            </a:r>
            <a:r>
              <a:rPr lang="en-US">
                <a:ea typeface="+mn-lt"/>
                <a:cs typeface="+mn-lt"/>
              </a:rPr>
              <a:t>. RSPO, FSC) </a:t>
            </a:r>
            <a:r>
              <a:rPr lang="en-US" err="1">
                <a:ea typeface="+mn-lt"/>
                <a:cs typeface="+mn-lt"/>
              </a:rPr>
              <a:t>voor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duurzame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productie</a:t>
            </a:r>
          </a:p>
          <a:p>
            <a:pPr marL="0" indent="0">
              <a:buNone/>
            </a:pPr>
            <a:endParaRPr lang="en-US" b="1"/>
          </a:p>
          <a:p>
            <a:pPr>
              <a:buAutoNum type="arabicPeriod"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C57AC-3B8B-4DC3-909A-E15E9CCE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Geografie </a:t>
            </a:r>
            <a:endParaRPr lang="nl-NL">
              <a:solidFill>
                <a:srgbClr val="000000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D14F14-3A8F-6B81-1086-F0B558DEF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222"/>
            <a:ext cx="10515600" cy="46107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sz="2400">
                <a:ea typeface="+mn-lt"/>
                <a:cs typeface="+mn-lt"/>
              </a:rPr>
              <a:t>-&gt; Gevestigd in Luxemburg </a:t>
            </a:r>
          </a:p>
          <a:p>
            <a:pPr marL="0" indent="0">
              <a:buNone/>
            </a:pPr>
            <a:endParaRPr lang="nl-NL" sz="1000">
              <a:ea typeface="+mn-lt"/>
              <a:cs typeface="+mn-lt"/>
            </a:endParaRPr>
          </a:p>
          <a:p>
            <a:r>
              <a:rPr lang="nl-NL" sz="2600" b="1">
                <a:ea typeface="+mn-lt"/>
                <a:cs typeface="+mn-lt"/>
              </a:rPr>
              <a:t>Zuidoost-Azië                                                                                                                              </a:t>
            </a:r>
            <a:r>
              <a:rPr lang="nl-NL" sz="2400">
                <a:ea typeface="+mn-lt"/>
                <a:cs typeface="+mn-lt"/>
              </a:rPr>
              <a:t>Focus lokale productie ( Cambodja, Indonesië)</a:t>
            </a:r>
            <a:endParaRPr lang="nl-NL" sz="2600"/>
          </a:p>
          <a:p>
            <a:r>
              <a:rPr lang="nl-NL" sz="2600" b="1">
                <a:ea typeface="+mn-lt"/>
                <a:cs typeface="+mn-lt"/>
              </a:rPr>
              <a:t>Internationale markten                                                                                                     </a:t>
            </a:r>
            <a:r>
              <a:rPr lang="nl-NL" sz="2400">
                <a:ea typeface="+mn-lt"/>
                <a:cs typeface="+mn-lt"/>
              </a:rPr>
              <a:t>Export palmolie en rubber naar Europa, Azië en Noord-Amerika</a:t>
            </a:r>
            <a:endParaRPr lang="nl-NL" sz="2600"/>
          </a:p>
          <a:p>
            <a:r>
              <a:rPr lang="nl-NL" sz="2600" b="1">
                <a:ea typeface="+mn-lt"/>
                <a:cs typeface="+mn-lt"/>
              </a:rPr>
              <a:t>Industrieën wereldwijd</a:t>
            </a:r>
            <a:r>
              <a:rPr lang="nl-NL" sz="2600">
                <a:ea typeface="+mn-lt"/>
                <a:cs typeface="+mn-lt"/>
              </a:rPr>
              <a:t>                                                                                                     </a:t>
            </a:r>
            <a:r>
              <a:rPr lang="nl-NL" sz="2400">
                <a:ea typeface="+mn-lt"/>
                <a:cs typeface="+mn-lt"/>
              </a:rPr>
              <a:t>Klanten in sectoren zoals voedselproductie, cosmetica, autobanden en industriële toepassingen</a:t>
            </a:r>
            <a:endParaRPr lang="nl-NL" sz="2400"/>
          </a:p>
          <a:p>
            <a:r>
              <a:rPr lang="nl-NL" sz="2600" b="1">
                <a:ea typeface="+mn-lt"/>
                <a:cs typeface="+mn-lt"/>
              </a:rPr>
              <a:t>Opkomende markten                                                                                                     </a:t>
            </a:r>
            <a:r>
              <a:rPr lang="nl-NL" sz="2400">
                <a:ea typeface="+mn-lt"/>
                <a:cs typeface="+mn-lt"/>
              </a:rPr>
              <a:t>Groeiende vraag in Azië en Afrika voor landbouwgrondstoffen</a:t>
            </a:r>
            <a:endParaRPr lang="nl-NL" sz="2600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992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Afbeelding 3" descr="Afbeelding met tekst, Perceel, schermopname, diagram&#10;&#10;Automatisch gegenereerde beschrijving">
            <a:extLst>
              <a:ext uri="{FF2B5EF4-FFF2-40B4-BE49-F238E27FC236}">
                <a16:creationId xmlns:a16="http://schemas.microsoft.com/office/drawing/2014/main" id="{54B1B73B-2286-223C-0CF1-BFF0AAD6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1541929"/>
            <a:ext cx="9024258" cy="410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Korting</a:t>
            </a:r>
            <a:endParaRPr lang="nl-BE">
              <a:solidFill>
                <a:srgbClr val="244337"/>
              </a:solidFill>
              <a:latin typeface="Lato Black" panose="020F0A02020204030203" pitchFamily="34" charset="0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Operationele efficiëntie</a:t>
            </a:r>
            <a:endParaRPr lang="nl-NL"/>
          </a:p>
          <a:p>
            <a:r>
              <a:rPr lang="nl-NL"/>
              <a:t>Afhankelijker van prijswijzing</a:t>
            </a:r>
          </a:p>
          <a:p>
            <a:endParaRPr lang="nl-NL"/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Peers: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Sipef</a:t>
            </a:r>
            <a:endParaRPr lang="en-BE" err="1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 sz="2000" err="1"/>
              <a:t>Sipef</a:t>
            </a:r>
            <a:r>
              <a:rPr lang="en-BE" sz="2000"/>
              <a:t> -&gt; </a:t>
            </a:r>
            <a:r>
              <a:rPr lang="en-BE" sz="2000" err="1"/>
              <a:t>schaalvoordelen</a:t>
            </a:r>
            <a:r>
              <a:rPr lang="en-BE" sz="2000"/>
              <a:t> maar </a:t>
            </a:r>
            <a:r>
              <a:rPr lang="en-BE" sz="2000" err="1"/>
              <a:t>onrustigere</a:t>
            </a:r>
            <a:r>
              <a:rPr lang="en-BE" sz="2000"/>
              <a:t> </a:t>
            </a:r>
            <a:r>
              <a:rPr lang="en-BE" sz="2000" err="1"/>
              <a:t>landen</a:t>
            </a:r>
          </a:p>
          <a:p>
            <a:r>
              <a:rPr lang="nl-NL" sz="2000"/>
              <a:t>(Nog) niet dezelfde technologieën als Socfinasia</a:t>
            </a:r>
          </a:p>
          <a:p>
            <a:r>
              <a:rPr lang="nl-NL" sz="2000"/>
              <a:t>Bredere productdiversificatie</a:t>
            </a:r>
          </a:p>
          <a:p>
            <a:r>
              <a:rPr lang="nl-NL" sz="2000"/>
              <a:t>Biedt geen consultancy</a:t>
            </a:r>
          </a:p>
          <a:p>
            <a:r>
              <a:rPr lang="nl-NL" sz="2000"/>
              <a:t>Grotere nadruk op duurzaam beheer</a:t>
            </a:r>
          </a:p>
          <a:p>
            <a:r>
              <a:rPr lang="nl-NL" sz="2000"/>
              <a:t>Vulkaan </a:t>
            </a:r>
            <a:r>
              <a:rPr lang="nl-NL" sz="2000" err="1"/>
              <a:t>Ulawun</a:t>
            </a:r>
            <a:r>
              <a:rPr lang="nl-NL" sz="2000"/>
              <a:t> -&gt; probleem</a:t>
            </a:r>
          </a:p>
          <a:p>
            <a:endParaRPr lang="nl-NL" sz="2000"/>
          </a:p>
          <a:p>
            <a:endParaRPr lang="nl-NL" sz="2000"/>
          </a:p>
        </p:txBody>
      </p:sp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10" name="Tijdelijke aanduiding voor inhoud 9">
            <a:extLst>
              <a:ext uri="{FF2B5EF4-FFF2-40B4-BE49-F238E27FC236}">
                <a16:creationId xmlns:a16="http://schemas.microsoft.com/office/drawing/2014/main" id="{8B9C7ECB-2AFD-A4C2-5CB0-1F84888D4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781753"/>
              </p:ext>
            </p:extLst>
          </p:nvPr>
        </p:nvGraphicFramePr>
        <p:xfrm>
          <a:off x="838200" y="1397652"/>
          <a:ext cx="10515600" cy="532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231608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67168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77057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0905429"/>
                    </a:ext>
                  </a:extLst>
                </a:gridCol>
              </a:tblGrid>
              <a:tr h="406830">
                <a:tc>
                  <a:txBody>
                    <a:bodyPr/>
                    <a:lstStyle/>
                    <a:p>
                      <a:r>
                        <a:rPr lang="nl-NL"/>
                        <a:t>Zwaktes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Sterktes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Kansen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Bedreigingen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62150"/>
                  </a:ext>
                </a:extLst>
              </a:tr>
              <a:tr h="2003117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Innovatie is moeilijk.</a:t>
                      </a:r>
                      <a:endParaRPr lang="nl-NL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Klimaatafhankelijk. </a:t>
                      </a:r>
                      <a:endParaRPr lang="nl-NL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Controverses rond arbeidsrechten en ontbossing.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2 grote aandeelhouders -&gt; weinig free float/transparantie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1800" b="0" i="0" u="none" strike="noStrike" noProof="0">
                          <a:latin typeface="Aptos"/>
                        </a:rPr>
                        <a:t>Diversificatie. Niet enkel gericht op 1 land of product. 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1800" b="0" i="0" u="none" strike="noStrike" noProof="0">
                          <a:latin typeface="Aptos"/>
                        </a:rPr>
                        <a:t>Grote expertise in rubber en palmolie.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1800" b="0" i="0" u="none" strike="noStrike" noProof="0">
                          <a:latin typeface="Aptos"/>
                        </a:rPr>
                        <a:t>Genetisch gemodificeerde planten, hogere rendementen</a:t>
                      </a:r>
                      <a:endParaRPr lang="nl-NL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b="0" i="0" u="none" strike="noStrike" noProof="0">
                          <a:latin typeface="Aptos"/>
                        </a:rPr>
                        <a:t>Sterke groep.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1800" b="0" i="0" u="none" strike="noStrike" noProof="0">
                          <a:latin typeface="Aptos"/>
                        </a:rPr>
                        <a:t>Opbrengst van palmolie is 6 tot 8 keer hoger dan die van andere plantaardige oliën -&gt; minder behoefte aan landbouwgrond</a:t>
                      </a:r>
                      <a:endParaRPr lang="nl-NL"/>
                    </a:p>
                    <a:p>
                      <a:pPr lvl="0">
                        <a:buNone/>
                      </a:pPr>
                      <a:r>
                        <a:rPr lang="nl-NL" sz="1100" b="0" i="0" u="none" strike="noStrike" noProof="0">
                          <a:latin typeface="Aptos"/>
                        </a:rPr>
                        <a:t>Schaalvoordelen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Groeiende vraag naar palmolie.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err="1"/>
                        <a:t>Trump</a:t>
                      </a: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(Meer </a:t>
                      </a:r>
                      <a:r>
                        <a:rPr lang="nl-NL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fosiel</a:t>
                      </a: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?) Expansiemogelijkheden Afrika &amp; Azië.</a:t>
                      </a:r>
                      <a:endParaRPr lang="nl-NL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Door implementatie innovatieve landbouwtechnologieën -&gt; efficiëntie verhogen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Toenemende milieueisen 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Volatiele grondstofprijzen (afhankelijk schommeling wereldmarkt</a:t>
                      </a:r>
                      <a:endParaRPr lang="nl-NL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Klimaatopwarming</a:t>
                      </a:r>
                      <a:endParaRPr lang="nl-NL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Conflicten landbezit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72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b="1"/>
              <a:t>Goede onderliggende waarde</a:t>
            </a:r>
          </a:p>
          <a:p>
            <a:r>
              <a:rPr lang="nl-NL" b="1"/>
              <a:t>Ondergewaardeerd</a:t>
            </a:r>
          </a:p>
          <a:p>
            <a:r>
              <a:rPr lang="nl-NL" b="1"/>
              <a:t>Mooi dividend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 err="1"/>
              <a:t>Limitorder</a:t>
            </a:r>
            <a:r>
              <a:rPr lang="en-BE"/>
              <a:t> 65 </a:t>
            </a:r>
            <a:r>
              <a:rPr lang="en-BE" err="1"/>
              <a:t>aandelen</a:t>
            </a:r>
            <a:r>
              <a:rPr lang="en-BE"/>
              <a:t> </a:t>
            </a:r>
            <a:r>
              <a:rPr lang="en-BE" err="1"/>
              <a:t>aan</a:t>
            </a:r>
            <a:r>
              <a:rPr lang="en-BE"/>
              <a:t> </a:t>
            </a:r>
            <a:r>
              <a:rPr lang="en-US">
                <a:solidFill>
                  <a:srgbClr val="040C28"/>
                </a:solidFill>
                <a:ea typeface="+mn-lt"/>
                <a:cs typeface="+mn-lt"/>
              </a:rPr>
              <a:t>€</a:t>
            </a:r>
            <a:r>
              <a:rPr lang="en-BE"/>
              <a:t>15.5</a:t>
            </a:r>
          </a:p>
          <a:p>
            <a:r>
              <a:rPr lang="en-US">
                <a:solidFill>
                  <a:srgbClr val="040C28"/>
                </a:solidFill>
              </a:rPr>
              <a:t>€1007.5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D6C5D-4773-475C-86FF-2D05E0593407}">
  <ds:schemaRefs>
    <ds:schemaRef ds:uri="8645f338-6b19-47dd-a9cd-521166d8a9c7"/>
    <ds:schemaRef ds:uri="bc1159ad-d26f-4422-9cd3-507dd7bb3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7040381-67DD-4FBC-ACE0-362DC6FCCAC6}">
  <ds:schemaRefs>
    <ds:schemaRef ds:uri="8645f338-6b19-47dd-a9cd-521166d8a9c7"/>
    <ds:schemaRef ds:uri="bc1159ad-d26f-4422-9cd3-507dd7bb3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Kantoorthema</vt:lpstr>
      <vt:lpstr>Custom Design</vt:lpstr>
      <vt:lpstr>Socfinasia</vt:lpstr>
      <vt:lpstr>Korte inleiding</vt:lpstr>
      <vt:lpstr>PowerPoint Presentation</vt:lpstr>
      <vt:lpstr>Geschiedenis</vt:lpstr>
      <vt:lpstr>Management</vt:lpstr>
      <vt:lpstr>Bedrijfsactiviteiten</vt:lpstr>
      <vt:lpstr>Geografie </vt:lpstr>
      <vt:lpstr>Financials</vt:lpstr>
      <vt:lpstr>Korting</vt:lpstr>
      <vt:lpstr>Peers: Sipef</vt:lpstr>
      <vt:lpstr>SWOT-analyse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revision>1</cp:revision>
  <cp:lastPrinted>2024-07-16T07:40:55Z</cp:lastPrinted>
  <dcterms:created xsi:type="dcterms:W3CDTF">2024-07-09T18:43:59Z</dcterms:created>
  <dcterms:modified xsi:type="dcterms:W3CDTF">2024-11-14T19:09:58Z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
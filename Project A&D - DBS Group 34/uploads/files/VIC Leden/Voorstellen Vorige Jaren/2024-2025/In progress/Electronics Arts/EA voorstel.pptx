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notesMasterIdLst>
    <p:notesMasterId r:id="rId18"/>
  </p:notesMasterIdLst>
  <p:sldIdLst>
    <p:sldId id="269" r:id="rId6"/>
    <p:sldId id="272" r:id="rId7"/>
    <p:sldId id="283" r:id="rId8"/>
    <p:sldId id="274" r:id="rId9"/>
    <p:sldId id="275" r:id="rId10"/>
    <p:sldId id="282" r:id="rId11"/>
    <p:sldId id="276" r:id="rId12"/>
    <p:sldId id="281" r:id="rId13"/>
    <p:sldId id="277" r:id="rId14"/>
    <p:sldId id="278" r:id="rId15"/>
    <p:sldId id="279" r:id="rId16"/>
    <p:sldId id="280" r:id="rId17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ardsectie" id="{3F3DAAD7-D56C-4526-A872-99B653579593}">
          <p14:sldIdLst>
            <p14:sldId id="269"/>
            <p14:sldId id="272"/>
            <p14:sldId id="283"/>
            <p14:sldId id="274"/>
            <p14:sldId id="275"/>
            <p14:sldId id="282"/>
            <p14:sldId id="276"/>
            <p14:sldId id="281"/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4337"/>
    <a:srgbClr val="102B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45F241-4C54-E3E5-AA5B-A89E10CEE6D8}" v="37" dt="2025-03-05T17:19:35.211"/>
    <p1510:client id="{EF67DBA8-C3CF-AE94-0A90-B53BE421287C}" v="63" dt="2025-03-06T16:50:25.490"/>
    <p1510:client id="{F0F0A7E9-0794-0D9D-8610-633C049E1164}" v="1209" dt="2025-03-05T00:44:39.404"/>
    <p1510:client id="{F9094B9F-0375-7A6C-D139-5F9795A15276}" v="1155" dt="2025-03-06T15:32:02.9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Stijl, gemiddeld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33" autoAdjust="0"/>
    <p:restoredTop sz="96005" autoAdjust="0"/>
  </p:normalViewPr>
  <p:slideViewPr>
    <p:cSldViewPr snapToGrid="0">
      <p:cViewPr varScale="1">
        <p:scale>
          <a:sx n="78" d="100"/>
          <a:sy n="78" d="100"/>
        </p:scale>
        <p:origin x="6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vestment Club | VEK" userId="fccfcf99-cb57-4190-863c-7d6490e7bab2" providerId="ADAL" clId="{9136D16C-AEB5-4E2B-9CCC-808A13CABC39}"/>
    <pc:docChg chg="undo custSel addSld delSld modSld addSection delSection modSection">
      <pc:chgData name="Investment Club | VEK" userId="fccfcf99-cb57-4190-863c-7d6490e7bab2" providerId="ADAL" clId="{9136D16C-AEB5-4E2B-9CCC-808A13CABC39}" dt="2024-09-01T16:01:05.937" v="341" actId="20577"/>
      <pc:docMkLst>
        <pc:docMk/>
      </pc:docMkLst>
      <pc:sldChg chg="del">
        <pc:chgData name="Investment Club | VEK" userId="fccfcf99-cb57-4190-863c-7d6490e7bab2" providerId="ADAL" clId="{9136D16C-AEB5-4E2B-9CCC-808A13CABC39}" dt="2024-09-01T15:45:11.179" v="0" actId="2696"/>
        <pc:sldMkLst>
          <pc:docMk/>
          <pc:sldMk cId="2416937320" sldId="256"/>
        </pc:sldMkLst>
      </pc:sldChg>
      <pc:sldChg chg="del">
        <pc:chgData name="Investment Club | VEK" userId="fccfcf99-cb57-4190-863c-7d6490e7bab2" providerId="ADAL" clId="{9136D16C-AEB5-4E2B-9CCC-808A13CABC39}" dt="2024-09-01T15:45:14.078" v="1" actId="2696"/>
        <pc:sldMkLst>
          <pc:docMk/>
          <pc:sldMk cId="2348935323" sldId="260"/>
        </pc:sldMkLst>
      </pc:sldChg>
      <pc:sldChg chg="del">
        <pc:chgData name="Investment Club | VEK" userId="fccfcf99-cb57-4190-863c-7d6490e7bab2" providerId="ADAL" clId="{9136D16C-AEB5-4E2B-9CCC-808A13CABC39}" dt="2024-09-01T15:45:30.938" v="6" actId="2696"/>
        <pc:sldMkLst>
          <pc:docMk/>
          <pc:sldMk cId="2350228246" sldId="261"/>
        </pc:sldMkLst>
      </pc:sldChg>
      <pc:sldChg chg="del">
        <pc:chgData name="Investment Club | VEK" userId="fccfcf99-cb57-4190-863c-7d6490e7bab2" providerId="ADAL" clId="{9136D16C-AEB5-4E2B-9CCC-808A13CABC39}" dt="2024-09-01T15:45:29.047" v="5" actId="2696"/>
        <pc:sldMkLst>
          <pc:docMk/>
          <pc:sldMk cId="1210131921" sldId="263"/>
        </pc:sldMkLst>
      </pc:sldChg>
      <pc:sldChg chg="del">
        <pc:chgData name="Investment Club | VEK" userId="fccfcf99-cb57-4190-863c-7d6490e7bab2" providerId="ADAL" clId="{9136D16C-AEB5-4E2B-9CCC-808A13CABC39}" dt="2024-09-01T15:45:33.440" v="7" actId="2696"/>
        <pc:sldMkLst>
          <pc:docMk/>
          <pc:sldMk cId="182970331" sldId="265"/>
        </pc:sldMkLst>
      </pc:sldChg>
      <pc:sldChg chg="del">
        <pc:chgData name="Investment Club | VEK" userId="fccfcf99-cb57-4190-863c-7d6490e7bab2" providerId="ADAL" clId="{9136D16C-AEB5-4E2B-9CCC-808A13CABC39}" dt="2024-09-01T15:45:15.986" v="2" actId="2696"/>
        <pc:sldMkLst>
          <pc:docMk/>
          <pc:sldMk cId="2642401620" sldId="266"/>
        </pc:sldMkLst>
      </pc:sldChg>
      <pc:sldChg chg="del">
        <pc:chgData name="Investment Club | VEK" userId="fccfcf99-cb57-4190-863c-7d6490e7bab2" providerId="ADAL" clId="{9136D16C-AEB5-4E2B-9CCC-808A13CABC39}" dt="2024-09-01T15:45:26.967" v="4" actId="2696"/>
        <pc:sldMkLst>
          <pc:docMk/>
          <pc:sldMk cId="2361010390" sldId="267"/>
        </pc:sldMkLst>
      </pc:sldChg>
      <pc:sldChg chg="modSp mod">
        <pc:chgData name="Investment Club | VEK" userId="fccfcf99-cb57-4190-863c-7d6490e7bab2" providerId="ADAL" clId="{9136D16C-AEB5-4E2B-9CCC-808A13CABC39}" dt="2024-09-01T15:46:33.077" v="131" actId="20577"/>
        <pc:sldMkLst>
          <pc:docMk/>
          <pc:sldMk cId="948246460" sldId="269"/>
        </pc:sldMkLst>
        <pc:spChg chg="mod">
          <ac:chgData name="Investment Club | VEK" userId="fccfcf99-cb57-4190-863c-7d6490e7bab2" providerId="ADAL" clId="{9136D16C-AEB5-4E2B-9CCC-808A13CABC39}" dt="2024-09-01T15:45:38.705" v="20" actId="20577"/>
          <ac:spMkLst>
            <pc:docMk/>
            <pc:sldMk cId="948246460" sldId="269"/>
            <ac:spMk id="2" creationId="{D8A9B099-3678-56D7-4D13-0036810034D9}"/>
          </ac:spMkLst>
        </pc:spChg>
        <pc:spChg chg="mod">
          <ac:chgData name="Investment Club | VEK" userId="fccfcf99-cb57-4190-863c-7d6490e7bab2" providerId="ADAL" clId="{9136D16C-AEB5-4E2B-9CCC-808A13CABC39}" dt="2024-09-01T15:46:33.077" v="131" actId="20577"/>
          <ac:spMkLst>
            <pc:docMk/>
            <pc:sldMk cId="948246460" sldId="269"/>
            <ac:spMk id="3" creationId="{7DB8EF02-DF1E-4CA0-A16A-719DCC97ED5B}"/>
          </ac:spMkLst>
        </pc:spChg>
      </pc:sldChg>
      <pc:sldChg chg="modSp mod">
        <pc:chgData name="Investment Club | VEK" userId="fccfcf99-cb57-4190-863c-7d6490e7bab2" providerId="ADAL" clId="{9136D16C-AEB5-4E2B-9CCC-808A13CABC39}" dt="2024-09-01T15:47:53.550" v="192" actId="207"/>
        <pc:sldMkLst>
          <pc:docMk/>
          <pc:sldMk cId="885449637" sldId="272"/>
        </pc:sldMkLst>
        <pc:spChg chg="mod">
          <ac:chgData name="Investment Club | VEK" userId="fccfcf99-cb57-4190-863c-7d6490e7bab2" providerId="ADAL" clId="{9136D16C-AEB5-4E2B-9CCC-808A13CABC39}" dt="2024-09-01T15:47:53.550" v="192" actId="207"/>
          <ac:spMkLst>
            <pc:docMk/>
            <pc:sldMk cId="885449637" sldId="272"/>
            <ac:spMk id="2" creationId="{34FF476F-A227-38A9-3358-2C28E2B90495}"/>
          </ac:spMkLst>
        </pc:spChg>
      </pc:sldChg>
      <pc:sldChg chg="modSp add mod">
        <pc:chgData name="Investment Club | VEK" userId="fccfcf99-cb57-4190-863c-7d6490e7bab2" providerId="ADAL" clId="{9136D16C-AEB5-4E2B-9CCC-808A13CABC39}" dt="2024-09-01T15:50:08.613" v="209" actId="20577"/>
        <pc:sldMkLst>
          <pc:docMk/>
          <pc:sldMk cId="1902359051" sldId="273"/>
        </pc:sldMkLst>
        <pc:spChg chg="mod">
          <ac:chgData name="Investment Club | VEK" userId="fccfcf99-cb57-4190-863c-7d6490e7bab2" providerId="ADAL" clId="{9136D16C-AEB5-4E2B-9CCC-808A13CABC39}" dt="2024-09-01T15:50:08.613" v="209" actId="20577"/>
          <ac:spMkLst>
            <pc:docMk/>
            <pc:sldMk cId="1902359051" sldId="273"/>
            <ac:spMk id="2" creationId="{34FF476F-A227-38A9-3358-2C28E2B90495}"/>
          </ac:spMkLst>
        </pc:spChg>
      </pc:sldChg>
      <pc:sldChg chg="del">
        <pc:chgData name="Investment Club | VEK" userId="fccfcf99-cb57-4190-863c-7d6490e7bab2" providerId="ADAL" clId="{9136D16C-AEB5-4E2B-9CCC-808A13CABC39}" dt="2024-09-01T15:45:23.263" v="3" actId="2696"/>
        <pc:sldMkLst>
          <pc:docMk/>
          <pc:sldMk cId="2933684206" sldId="273"/>
        </pc:sldMkLst>
      </pc:sldChg>
      <pc:sldChg chg="add del">
        <pc:chgData name="Investment Club | VEK" userId="fccfcf99-cb57-4190-863c-7d6490e7bab2" providerId="ADAL" clId="{9136D16C-AEB5-4E2B-9CCC-808A13CABC39}" dt="2024-09-01T15:48:03.836" v="194" actId="2696"/>
        <pc:sldMkLst>
          <pc:docMk/>
          <pc:sldMk cId="3847034358" sldId="273"/>
        </pc:sldMkLst>
      </pc:sldChg>
      <pc:sldChg chg="modSp add mod">
        <pc:chgData name="Investment Club | VEK" userId="fccfcf99-cb57-4190-863c-7d6490e7bab2" providerId="ADAL" clId="{9136D16C-AEB5-4E2B-9CCC-808A13CABC39}" dt="2024-09-01T15:50:16.960" v="220" actId="20577"/>
        <pc:sldMkLst>
          <pc:docMk/>
          <pc:sldMk cId="415415236" sldId="274"/>
        </pc:sldMkLst>
        <pc:spChg chg="mod">
          <ac:chgData name="Investment Club | VEK" userId="fccfcf99-cb57-4190-863c-7d6490e7bab2" providerId="ADAL" clId="{9136D16C-AEB5-4E2B-9CCC-808A13CABC39}" dt="2024-09-01T15:50:16.960" v="220" actId="20577"/>
          <ac:spMkLst>
            <pc:docMk/>
            <pc:sldMk cId="415415236" sldId="274"/>
            <ac:spMk id="2" creationId="{34FF476F-A227-38A9-3358-2C28E2B90495}"/>
          </ac:spMkLst>
        </pc:spChg>
      </pc:sldChg>
      <pc:sldChg chg="modSp add mod">
        <pc:chgData name="Investment Club | VEK" userId="fccfcf99-cb57-4190-863c-7d6490e7bab2" providerId="ADAL" clId="{9136D16C-AEB5-4E2B-9CCC-808A13CABC39}" dt="2024-09-01T15:52:25.968" v="251" actId="20577"/>
        <pc:sldMkLst>
          <pc:docMk/>
          <pc:sldMk cId="3575039893" sldId="275"/>
        </pc:sldMkLst>
        <pc:spChg chg="mod">
          <ac:chgData name="Investment Club | VEK" userId="fccfcf99-cb57-4190-863c-7d6490e7bab2" providerId="ADAL" clId="{9136D16C-AEB5-4E2B-9CCC-808A13CABC39}" dt="2024-09-01T15:52:25.968" v="251" actId="20577"/>
          <ac:spMkLst>
            <pc:docMk/>
            <pc:sldMk cId="3575039893" sldId="275"/>
            <ac:spMk id="2" creationId="{34FF476F-A227-38A9-3358-2C28E2B90495}"/>
          </ac:spMkLst>
        </pc:spChg>
      </pc:sldChg>
      <pc:sldChg chg="modSp add mod">
        <pc:chgData name="Investment Club | VEK" userId="fccfcf99-cb57-4190-863c-7d6490e7bab2" providerId="ADAL" clId="{9136D16C-AEB5-4E2B-9CCC-808A13CABC39}" dt="2024-09-01T15:52:33.517" v="262" actId="20577"/>
        <pc:sldMkLst>
          <pc:docMk/>
          <pc:sldMk cId="2072403919" sldId="276"/>
        </pc:sldMkLst>
        <pc:spChg chg="mod">
          <ac:chgData name="Investment Club | VEK" userId="fccfcf99-cb57-4190-863c-7d6490e7bab2" providerId="ADAL" clId="{9136D16C-AEB5-4E2B-9CCC-808A13CABC39}" dt="2024-09-01T15:52:33.517" v="262" actId="20577"/>
          <ac:spMkLst>
            <pc:docMk/>
            <pc:sldMk cId="2072403919" sldId="276"/>
            <ac:spMk id="2" creationId="{34FF476F-A227-38A9-3358-2C28E2B90495}"/>
          </ac:spMkLst>
        </pc:spChg>
      </pc:sldChg>
      <pc:sldChg chg="modSp add mod">
        <pc:chgData name="Investment Club | VEK" userId="fccfcf99-cb57-4190-863c-7d6490e7bab2" providerId="ADAL" clId="{9136D16C-AEB5-4E2B-9CCC-808A13CABC39}" dt="2024-09-01T15:53:05.311" v="294" actId="20577"/>
        <pc:sldMkLst>
          <pc:docMk/>
          <pc:sldMk cId="1974473979" sldId="277"/>
        </pc:sldMkLst>
        <pc:spChg chg="mod">
          <ac:chgData name="Investment Club | VEK" userId="fccfcf99-cb57-4190-863c-7d6490e7bab2" providerId="ADAL" clId="{9136D16C-AEB5-4E2B-9CCC-808A13CABC39}" dt="2024-09-01T15:53:05.311" v="294" actId="20577"/>
          <ac:spMkLst>
            <pc:docMk/>
            <pc:sldMk cId="1974473979" sldId="277"/>
            <ac:spMk id="2" creationId="{34FF476F-A227-38A9-3358-2C28E2B90495}"/>
          </ac:spMkLst>
        </pc:spChg>
      </pc:sldChg>
      <pc:sldChg chg="modSp add mod">
        <pc:chgData name="Investment Club | VEK" userId="fccfcf99-cb57-4190-863c-7d6490e7bab2" providerId="ADAL" clId="{9136D16C-AEB5-4E2B-9CCC-808A13CABC39}" dt="2024-09-01T15:53:18.524" v="312" actId="20577"/>
        <pc:sldMkLst>
          <pc:docMk/>
          <pc:sldMk cId="4046288823" sldId="278"/>
        </pc:sldMkLst>
        <pc:spChg chg="mod">
          <ac:chgData name="Investment Club | VEK" userId="fccfcf99-cb57-4190-863c-7d6490e7bab2" providerId="ADAL" clId="{9136D16C-AEB5-4E2B-9CCC-808A13CABC39}" dt="2024-09-01T15:53:18.524" v="312" actId="20577"/>
          <ac:spMkLst>
            <pc:docMk/>
            <pc:sldMk cId="4046288823" sldId="278"/>
            <ac:spMk id="2" creationId="{34FF476F-A227-38A9-3358-2C28E2B90495}"/>
          </ac:spMkLst>
        </pc:spChg>
      </pc:sldChg>
      <pc:sldChg chg="modSp add mod">
        <pc:chgData name="Investment Club | VEK" userId="fccfcf99-cb57-4190-863c-7d6490e7bab2" providerId="ADAL" clId="{9136D16C-AEB5-4E2B-9CCC-808A13CABC39}" dt="2024-09-01T15:53:36.692" v="328" actId="20577"/>
        <pc:sldMkLst>
          <pc:docMk/>
          <pc:sldMk cId="2327946261" sldId="279"/>
        </pc:sldMkLst>
        <pc:spChg chg="mod">
          <ac:chgData name="Investment Club | VEK" userId="fccfcf99-cb57-4190-863c-7d6490e7bab2" providerId="ADAL" clId="{9136D16C-AEB5-4E2B-9CCC-808A13CABC39}" dt="2024-09-01T15:53:36.692" v="328" actId="20577"/>
          <ac:spMkLst>
            <pc:docMk/>
            <pc:sldMk cId="2327946261" sldId="279"/>
            <ac:spMk id="2" creationId="{34FF476F-A227-38A9-3358-2C28E2B90495}"/>
          </ac:spMkLst>
        </pc:spChg>
      </pc:sldChg>
      <pc:sldChg chg="modSp add mod">
        <pc:chgData name="Investment Club | VEK" userId="fccfcf99-cb57-4190-863c-7d6490e7bab2" providerId="ADAL" clId="{9136D16C-AEB5-4E2B-9CCC-808A13CABC39}" dt="2024-09-01T15:53:42.485" v="337" actId="20577"/>
        <pc:sldMkLst>
          <pc:docMk/>
          <pc:sldMk cId="3173739258" sldId="280"/>
        </pc:sldMkLst>
        <pc:spChg chg="mod">
          <ac:chgData name="Investment Club | VEK" userId="fccfcf99-cb57-4190-863c-7d6490e7bab2" providerId="ADAL" clId="{9136D16C-AEB5-4E2B-9CCC-808A13CABC39}" dt="2024-09-01T15:53:42.485" v="337" actId="20577"/>
          <ac:spMkLst>
            <pc:docMk/>
            <pc:sldMk cId="3173739258" sldId="280"/>
            <ac:spMk id="2" creationId="{34FF476F-A227-38A9-3358-2C28E2B90495}"/>
          </ac:spMkLst>
        </pc:spChg>
      </pc:sldChg>
      <pc:sldChg chg="modSp add mod">
        <pc:chgData name="Investment Club | VEK" userId="fccfcf99-cb57-4190-863c-7d6490e7bab2" providerId="ADAL" clId="{9136D16C-AEB5-4E2B-9CCC-808A13CABC39}" dt="2024-09-01T16:01:05.937" v="341" actId="20577"/>
        <pc:sldMkLst>
          <pc:docMk/>
          <pc:sldMk cId="3009412234" sldId="281"/>
        </pc:sldMkLst>
        <pc:spChg chg="mod">
          <ac:chgData name="Investment Club | VEK" userId="fccfcf99-cb57-4190-863c-7d6490e7bab2" providerId="ADAL" clId="{9136D16C-AEB5-4E2B-9CCC-808A13CABC39}" dt="2024-09-01T16:01:05.937" v="341" actId="20577"/>
          <ac:spMkLst>
            <pc:docMk/>
            <pc:sldMk cId="3009412234" sldId="281"/>
            <ac:spMk id="2" creationId="{34FF476F-A227-38A9-3358-2C28E2B90495}"/>
          </ac:spMkLst>
        </pc:spChg>
      </pc:sldChg>
    </pc:docChg>
  </pc:docChgLst>
  <pc:docChgLst>
    <pc:chgData name="Guest User" userId="S::urn:spo:anon#dcda566477d3c98ecb3832517f7b2224a6c22db41a8b6c295bf79fa9dcc5f714::" providerId="AD" clId="Web-{F0F0A7E9-0794-0D9D-8610-633C049E1164}"/>
    <pc:docChg chg="addSld modSld modSection">
      <pc:chgData name="Guest User" userId="S::urn:spo:anon#dcda566477d3c98ecb3832517f7b2224a6c22db41a8b6c295bf79fa9dcc5f714::" providerId="AD" clId="Web-{F0F0A7E9-0794-0D9D-8610-633C049E1164}" dt="2025-03-05T00:44:39.404" v="1143" actId="1076"/>
      <pc:docMkLst>
        <pc:docMk/>
      </pc:docMkLst>
      <pc:sldChg chg="addSp delSp modSp">
        <pc:chgData name="Guest User" userId="S::urn:spo:anon#dcda566477d3c98ecb3832517f7b2224a6c22db41a8b6c295bf79fa9dcc5f714::" providerId="AD" clId="Web-{F0F0A7E9-0794-0D9D-8610-633C049E1164}" dt="2025-03-05T00:17:26.483" v="997"/>
        <pc:sldMkLst>
          <pc:docMk/>
          <pc:sldMk cId="948246460" sldId="269"/>
        </pc:sldMkLst>
        <pc:spChg chg="mod">
          <ac:chgData name="Guest User" userId="S::urn:spo:anon#dcda566477d3c98ecb3832517f7b2224a6c22db41a8b6c295bf79fa9dcc5f714::" providerId="AD" clId="Web-{F0F0A7E9-0794-0D9D-8610-633C049E1164}" dt="2025-03-04T23:13:19.331" v="12" actId="20577"/>
          <ac:spMkLst>
            <pc:docMk/>
            <pc:sldMk cId="948246460" sldId="269"/>
            <ac:spMk id="2" creationId="{D8A9B099-3678-56D7-4D13-0036810034D9}"/>
          </ac:spMkLst>
        </pc:spChg>
        <pc:picChg chg="add del mod">
          <ac:chgData name="Guest User" userId="S::urn:spo:anon#dcda566477d3c98ecb3832517f7b2224a6c22db41a8b6c295bf79fa9dcc5f714::" providerId="AD" clId="Web-{F0F0A7E9-0794-0D9D-8610-633C049E1164}" dt="2025-03-05T00:16:48.497" v="993"/>
          <ac:picMkLst>
            <pc:docMk/>
            <pc:sldMk cId="948246460" sldId="269"/>
            <ac:picMk id="4" creationId="{269A824F-7C1B-F1DA-93E7-DCB1EBB7BAC5}"/>
          </ac:picMkLst>
        </pc:picChg>
        <pc:picChg chg="add del mod">
          <ac:chgData name="Guest User" userId="S::urn:spo:anon#dcda566477d3c98ecb3832517f7b2224a6c22db41a8b6c295bf79fa9dcc5f714::" providerId="AD" clId="Web-{F0F0A7E9-0794-0D9D-8610-633C049E1164}" dt="2025-03-05T00:17:26.483" v="997"/>
          <ac:picMkLst>
            <pc:docMk/>
            <pc:sldMk cId="948246460" sldId="269"/>
            <ac:picMk id="5" creationId="{CAF3F60A-133C-83A4-9760-B842F50AD0D6}"/>
          </ac:picMkLst>
        </pc:picChg>
      </pc:sldChg>
      <pc:sldChg chg="addSp delSp">
        <pc:chgData name="Guest User" userId="S::urn:spo:anon#dcda566477d3c98ecb3832517f7b2224a6c22db41a8b6c295bf79fa9dcc5f714::" providerId="AD" clId="Web-{F0F0A7E9-0794-0D9D-8610-633C049E1164}" dt="2025-03-05T00:32:07.892" v="1051"/>
        <pc:sldMkLst>
          <pc:docMk/>
          <pc:sldMk cId="885449637" sldId="272"/>
        </pc:sldMkLst>
        <pc:spChg chg="add del">
          <ac:chgData name="Guest User" userId="S::urn:spo:anon#dcda566477d3c98ecb3832517f7b2224a6c22db41a8b6c295bf79fa9dcc5f714::" providerId="AD" clId="Web-{F0F0A7E9-0794-0D9D-8610-633C049E1164}" dt="2025-03-05T00:32:07.892" v="1051"/>
          <ac:spMkLst>
            <pc:docMk/>
            <pc:sldMk cId="885449637" sldId="272"/>
            <ac:spMk id="7" creationId="{EEF26C45-3F62-9DE5-BE41-1F152B157A66}"/>
          </ac:spMkLst>
        </pc:spChg>
        <pc:picChg chg="add del">
          <ac:chgData name="Guest User" userId="S::urn:spo:anon#dcda566477d3c98ecb3832517f7b2224a6c22db41a8b6c295bf79fa9dcc5f714::" providerId="AD" clId="Web-{F0F0A7E9-0794-0D9D-8610-633C049E1164}" dt="2025-03-05T00:13:05.755" v="977"/>
          <ac:picMkLst>
            <pc:docMk/>
            <pc:sldMk cId="885449637" sldId="272"/>
            <ac:picMk id="5" creationId="{D31A0872-A51B-C1D4-ECCF-D3867ED1356A}"/>
          </ac:picMkLst>
        </pc:picChg>
      </pc:sldChg>
      <pc:sldChg chg="addSp delSp modSp">
        <pc:chgData name="Guest User" userId="S::urn:spo:anon#dcda566477d3c98ecb3832517f7b2224a6c22db41a8b6c295bf79fa9dcc5f714::" providerId="AD" clId="Web-{F0F0A7E9-0794-0D9D-8610-633C049E1164}" dt="2025-03-05T00:12:54.333" v="975"/>
        <pc:sldMkLst>
          <pc:docMk/>
          <pc:sldMk cId="1902359051" sldId="273"/>
        </pc:sldMkLst>
        <pc:spChg chg="del">
          <ac:chgData name="Guest User" userId="S::urn:spo:anon#dcda566477d3c98ecb3832517f7b2224a6c22db41a8b6c295bf79fa9dcc5f714::" providerId="AD" clId="Web-{F0F0A7E9-0794-0D9D-8610-633C049E1164}" dt="2025-03-05T00:12:17.659" v="967"/>
          <ac:spMkLst>
            <pc:docMk/>
            <pc:sldMk cId="1902359051" sldId="273"/>
            <ac:spMk id="3" creationId="{7FEE26D9-5E51-5325-9485-94F206905B30}"/>
          </ac:spMkLst>
        </pc:spChg>
        <pc:spChg chg="add del mod">
          <ac:chgData name="Guest User" userId="S::urn:spo:anon#dcda566477d3c98ecb3832517f7b2224a6c22db41a8b6c295bf79fa9dcc5f714::" providerId="AD" clId="Web-{F0F0A7E9-0794-0D9D-8610-633C049E1164}" dt="2025-03-05T00:12:54.333" v="975"/>
          <ac:spMkLst>
            <pc:docMk/>
            <pc:sldMk cId="1902359051" sldId="273"/>
            <ac:spMk id="6" creationId="{A70EAFD2-7A51-AC9C-7D3A-2DEF175CE8D3}"/>
          </ac:spMkLst>
        </pc:spChg>
        <pc:picChg chg="add del mod ord">
          <ac:chgData name="Guest User" userId="S::urn:spo:anon#dcda566477d3c98ecb3832517f7b2224a6c22db41a8b6c295bf79fa9dcc5f714::" providerId="AD" clId="Web-{F0F0A7E9-0794-0D9D-8610-633C049E1164}" dt="2025-03-05T00:12:54.333" v="975"/>
          <ac:picMkLst>
            <pc:docMk/>
            <pc:sldMk cId="1902359051" sldId="273"/>
            <ac:picMk id="4" creationId="{AD9F8E9C-7EA2-81AD-B7DF-D326EEA8FDBB}"/>
          </ac:picMkLst>
        </pc:picChg>
      </pc:sldChg>
      <pc:sldChg chg="addSp delSp modSp">
        <pc:chgData name="Guest User" userId="S::urn:spo:anon#dcda566477d3c98ecb3832517f7b2224a6c22db41a8b6c295bf79fa9dcc5f714::" providerId="AD" clId="Web-{F0F0A7E9-0794-0D9D-8610-633C049E1164}" dt="2025-03-05T00:32:47.690" v="1054" actId="1076"/>
        <pc:sldMkLst>
          <pc:docMk/>
          <pc:sldMk cId="415415236" sldId="274"/>
        </pc:sldMkLst>
        <pc:spChg chg="del">
          <ac:chgData name="Guest User" userId="S::urn:spo:anon#dcda566477d3c98ecb3832517f7b2224a6c22db41a8b6c295bf79fa9dcc5f714::" providerId="AD" clId="Web-{F0F0A7E9-0794-0D9D-8610-633C049E1164}" dt="2025-03-04T23:16:46.745" v="13"/>
          <ac:spMkLst>
            <pc:docMk/>
            <pc:sldMk cId="415415236" sldId="274"/>
            <ac:spMk id="3" creationId="{7FEE26D9-5E51-5325-9485-94F206905B30}"/>
          </ac:spMkLst>
        </pc:spChg>
        <pc:spChg chg="add del mod">
          <ac:chgData name="Guest User" userId="S::urn:spo:anon#dcda566477d3c98ecb3832517f7b2224a6c22db41a8b6c295bf79fa9dcc5f714::" providerId="AD" clId="Web-{F0F0A7E9-0794-0D9D-8610-633C049E1164}" dt="2025-03-04T23:18:21.217" v="58"/>
          <ac:spMkLst>
            <pc:docMk/>
            <pc:sldMk cId="415415236" sldId="274"/>
            <ac:spMk id="6" creationId="{B4B6FA10-F97B-155E-0B41-855CEE91909C}"/>
          </ac:spMkLst>
        </pc:spChg>
        <pc:spChg chg="add del mod">
          <ac:chgData name="Guest User" userId="S::urn:spo:anon#dcda566477d3c98ecb3832517f7b2224a6c22db41a8b6c295bf79fa9dcc5f714::" providerId="AD" clId="Web-{F0F0A7E9-0794-0D9D-8610-633C049E1164}" dt="2025-03-04T23:20:34.659" v="73"/>
          <ac:spMkLst>
            <pc:docMk/>
            <pc:sldMk cId="415415236" sldId="274"/>
            <ac:spMk id="11" creationId="{E6F892AE-B6D1-A832-1980-E69CEF2E67C2}"/>
          </ac:spMkLst>
        </pc:spChg>
        <pc:spChg chg="add del mod">
          <ac:chgData name="Guest User" userId="S::urn:spo:anon#dcda566477d3c98ecb3832517f7b2224a6c22db41a8b6c295bf79fa9dcc5f714::" providerId="AD" clId="Web-{F0F0A7E9-0794-0D9D-8610-633C049E1164}" dt="2025-03-05T00:12:51.223" v="974"/>
          <ac:spMkLst>
            <pc:docMk/>
            <pc:sldMk cId="415415236" sldId="274"/>
            <ac:spMk id="14" creationId="{DEB98ABB-D043-151A-7261-95AEBEC2BFA3}"/>
          </ac:spMkLst>
        </pc:spChg>
        <pc:graphicFrameChg chg="add del mod ord modGraphic">
          <ac:chgData name="Guest User" userId="S::urn:spo:anon#dcda566477d3c98ecb3832517f7b2224a6c22db41a8b6c295bf79fa9dcc5f714::" providerId="AD" clId="Web-{F0F0A7E9-0794-0D9D-8610-633C049E1164}" dt="2025-03-04T23:18:17.404" v="57"/>
          <ac:graphicFrameMkLst>
            <pc:docMk/>
            <pc:sldMk cId="415415236" sldId="274"/>
            <ac:graphicFrameMk id="4" creationId="{D364FC23-1144-F47F-A072-AF0E227190F9}"/>
          </ac:graphicFrameMkLst>
        </pc:graphicFrameChg>
        <pc:graphicFrameChg chg="add del mod ord modGraphic">
          <ac:chgData name="Guest User" userId="S::urn:spo:anon#dcda566477d3c98ecb3832517f7b2224a6c22db41a8b6c295bf79fa9dcc5f714::" providerId="AD" clId="Web-{F0F0A7E9-0794-0D9D-8610-633C049E1164}" dt="2025-03-04T23:20:13.096" v="72"/>
          <ac:graphicFrameMkLst>
            <pc:docMk/>
            <pc:sldMk cId="415415236" sldId="274"/>
            <ac:graphicFrameMk id="7" creationId="{03A47855-2992-9C8D-105F-0FC57D2B9891}"/>
          </ac:graphicFrameMkLst>
        </pc:graphicFrameChg>
        <pc:graphicFrameChg chg="add del mod ord modVis modGraphic">
          <ac:chgData name="Guest User" userId="S::urn:spo:anon#dcda566477d3c98ecb3832517f7b2224a6c22db41a8b6c295bf79fa9dcc5f714::" providerId="AD" clId="Web-{F0F0A7E9-0794-0D9D-8610-633C049E1164}" dt="2025-03-04T23:22:07.631" v="99"/>
          <ac:graphicFrameMkLst>
            <pc:docMk/>
            <pc:sldMk cId="415415236" sldId="274"/>
            <ac:graphicFrameMk id="12" creationId="{2B9CED1C-5AD0-4725-DA8F-8948E8A72753}"/>
          </ac:graphicFrameMkLst>
        </pc:graphicFrameChg>
        <pc:graphicFrameChg chg="add del">
          <ac:chgData name="Guest User" userId="S::urn:spo:anon#dcda566477d3c98ecb3832517f7b2224a6c22db41a8b6c295bf79fa9dcc5f714::" providerId="AD" clId="Web-{F0F0A7E9-0794-0D9D-8610-633C049E1164}" dt="2025-03-05T00:04:56.893" v="954"/>
          <ac:graphicFrameMkLst>
            <pc:docMk/>
            <pc:sldMk cId="415415236" sldId="274"/>
            <ac:graphicFrameMk id="16" creationId="{D17CDD5F-266F-42DD-0100-3FBDAED397FB}"/>
          </ac:graphicFrameMkLst>
        </pc:graphicFrameChg>
        <pc:graphicFrameChg chg="add">
          <ac:chgData name="Guest User" userId="S::urn:spo:anon#dcda566477d3c98ecb3832517f7b2224a6c22db41a8b6c295bf79fa9dcc5f714::" providerId="AD" clId="Web-{F0F0A7E9-0794-0D9D-8610-633C049E1164}" dt="2025-03-05T00:04:58.065" v="955"/>
          <ac:graphicFrameMkLst>
            <pc:docMk/>
            <pc:sldMk cId="415415236" sldId="274"/>
            <ac:graphicFrameMk id="18" creationId="{9FC9442A-A530-D2C9-6038-6695C7332C8D}"/>
          </ac:graphicFrameMkLst>
        </pc:graphicFrameChg>
        <pc:picChg chg="add del mod">
          <ac:chgData name="Guest User" userId="S::urn:spo:anon#dcda566477d3c98ecb3832517f7b2224a6c22db41a8b6c295bf79fa9dcc5f714::" providerId="AD" clId="Web-{F0F0A7E9-0794-0D9D-8610-633C049E1164}" dt="2025-03-04T23:19:26.985" v="67"/>
          <ac:picMkLst>
            <pc:docMk/>
            <pc:sldMk cId="415415236" sldId="274"/>
            <ac:picMk id="8" creationId="{938054AD-D503-40FE-C4D5-1C4F62EF4D7C}"/>
          </ac:picMkLst>
        </pc:picChg>
        <pc:picChg chg="add del mod">
          <ac:chgData name="Guest User" userId="S::urn:spo:anon#dcda566477d3c98ecb3832517f7b2224a6c22db41a8b6c295bf79fa9dcc5f714::" providerId="AD" clId="Web-{F0F0A7E9-0794-0D9D-8610-633C049E1164}" dt="2025-03-04T23:20:07.939" v="71"/>
          <ac:picMkLst>
            <pc:docMk/>
            <pc:sldMk cId="415415236" sldId="274"/>
            <ac:picMk id="9" creationId="{4DBB40F0-8E58-4A19-8EBE-4771AA8D8193}"/>
          </ac:picMkLst>
        </pc:picChg>
        <pc:picChg chg="add">
          <ac:chgData name="Guest User" userId="S::urn:spo:anon#dcda566477d3c98ecb3832517f7b2224a6c22db41a8b6c295bf79fa9dcc5f714::" providerId="AD" clId="Web-{F0F0A7E9-0794-0D9D-8610-633C049E1164}" dt="2025-03-05T00:04:58.081" v="956"/>
          <ac:picMkLst>
            <pc:docMk/>
            <pc:sldMk cId="415415236" sldId="274"/>
            <ac:picMk id="20" creationId="{16FB00BB-26F3-F0FE-1093-FBCCF94A5916}"/>
          </ac:picMkLst>
        </pc:picChg>
        <pc:picChg chg="add">
          <ac:chgData name="Guest User" userId="S::urn:spo:anon#dcda566477d3c98ecb3832517f7b2224a6c22db41a8b6c295bf79fa9dcc5f714::" providerId="AD" clId="Web-{F0F0A7E9-0794-0D9D-8610-633C049E1164}" dt="2025-03-05T00:04:58.112" v="957"/>
          <ac:picMkLst>
            <pc:docMk/>
            <pc:sldMk cId="415415236" sldId="274"/>
            <ac:picMk id="22" creationId="{D20AEF4A-510A-7D00-6FA5-E6C0A136FD43}"/>
          </ac:picMkLst>
        </pc:picChg>
        <pc:picChg chg="add mod">
          <ac:chgData name="Guest User" userId="S::urn:spo:anon#dcda566477d3c98ecb3832517f7b2224a6c22db41a8b6c295bf79fa9dcc5f714::" providerId="AD" clId="Web-{F0F0A7E9-0794-0D9D-8610-633C049E1164}" dt="2025-03-05T00:32:47.690" v="1054" actId="1076"/>
          <ac:picMkLst>
            <pc:docMk/>
            <pc:sldMk cId="415415236" sldId="274"/>
            <ac:picMk id="24" creationId="{D873122D-6048-8123-828D-C346C9F30340}"/>
          </ac:picMkLst>
        </pc:picChg>
        <pc:picChg chg="add del mod ord">
          <ac:chgData name="Guest User" userId="S::urn:spo:anon#dcda566477d3c98ecb3832517f7b2224a6c22db41a8b6c295bf79fa9dcc5f714::" providerId="AD" clId="Web-{F0F0A7E9-0794-0D9D-8610-633C049E1164}" dt="2025-03-05T00:12:51.223" v="974"/>
          <ac:picMkLst>
            <pc:docMk/>
            <pc:sldMk cId="415415236" sldId="274"/>
            <ac:picMk id="25" creationId="{C324009D-B071-C806-60A6-70965829CF95}"/>
          </ac:picMkLst>
        </pc:picChg>
        <pc:picChg chg="add mod">
          <ac:chgData name="Guest User" userId="S::urn:spo:anon#dcda566477d3c98ecb3832517f7b2224a6c22db41a8b6c295bf79fa9dcc5f714::" providerId="AD" clId="Web-{F0F0A7E9-0794-0D9D-8610-633C049E1164}" dt="2025-03-05T00:15:03.947" v="989" actId="1076"/>
          <ac:picMkLst>
            <pc:docMk/>
            <pc:sldMk cId="415415236" sldId="274"/>
            <ac:picMk id="27" creationId="{53BF1996-04B0-2CEA-8817-17162813A7C3}"/>
          </ac:picMkLst>
        </pc:picChg>
      </pc:sldChg>
      <pc:sldChg chg="addSp delSp modSp">
        <pc:chgData name="Guest User" userId="S::urn:spo:anon#dcda566477d3c98ecb3832517f7b2224a6c22db41a8b6c295bf79fa9dcc5f714::" providerId="AD" clId="Web-{F0F0A7E9-0794-0D9D-8610-633C049E1164}" dt="2025-03-05T00:18:15.501" v="1005"/>
        <pc:sldMkLst>
          <pc:docMk/>
          <pc:sldMk cId="3575039893" sldId="275"/>
        </pc:sldMkLst>
        <pc:spChg chg="del mod">
          <ac:chgData name="Guest User" userId="S::urn:spo:anon#dcda566477d3c98ecb3832517f7b2224a6c22db41a8b6c295bf79fa9dcc5f714::" providerId="AD" clId="Web-{F0F0A7E9-0794-0D9D-8610-633C049E1164}" dt="2025-03-04T23:33:52.348" v="145"/>
          <ac:spMkLst>
            <pc:docMk/>
            <pc:sldMk cId="3575039893" sldId="275"/>
            <ac:spMk id="3" creationId="{7FEE26D9-5E51-5325-9485-94F206905B30}"/>
          </ac:spMkLst>
        </pc:spChg>
        <pc:spChg chg="add del mod">
          <ac:chgData name="Guest User" userId="S::urn:spo:anon#dcda566477d3c98ecb3832517f7b2224a6c22db41a8b6c295bf79fa9dcc5f714::" providerId="AD" clId="Web-{F0F0A7E9-0794-0D9D-8610-633C049E1164}" dt="2025-03-04T23:34:08.020" v="150"/>
          <ac:spMkLst>
            <pc:docMk/>
            <pc:sldMk cId="3575039893" sldId="275"/>
            <ac:spMk id="6" creationId="{5E645205-BB9F-FE01-F1B9-8377183E9C9A}"/>
          </ac:spMkLst>
        </pc:spChg>
        <pc:spChg chg="add del mod">
          <ac:chgData name="Guest User" userId="S::urn:spo:anon#dcda566477d3c98ecb3832517f7b2224a6c22db41a8b6c295bf79fa9dcc5f714::" providerId="AD" clId="Web-{F0F0A7E9-0794-0D9D-8610-633C049E1164}" dt="2025-03-05T00:18:15.501" v="1005"/>
          <ac:spMkLst>
            <pc:docMk/>
            <pc:sldMk cId="3575039893" sldId="275"/>
            <ac:spMk id="14" creationId="{F2BC242F-7C64-DC02-E5C4-1D6FA0CEAF1A}"/>
          </ac:spMkLst>
        </pc:spChg>
        <pc:graphicFrameChg chg="add del mod modGraphic">
          <ac:chgData name="Guest User" userId="S::urn:spo:anon#dcda566477d3c98ecb3832517f7b2224a6c22db41a8b6c295bf79fa9dcc5f714::" providerId="AD" clId="Web-{F0F0A7E9-0794-0D9D-8610-633C049E1164}" dt="2025-03-05T00:05:04.206" v="962"/>
          <ac:graphicFrameMkLst>
            <pc:docMk/>
            <pc:sldMk cId="3575039893" sldId="275"/>
            <ac:graphicFrameMk id="4" creationId="{242D466C-88A7-5F92-7CD3-83E78CC22F2F}"/>
          </ac:graphicFrameMkLst>
        </pc:graphicFrameChg>
        <pc:picChg chg="add del mod">
          <ac:chgData name="Guest User" userId="S::urn:spo:anon#dcda566477d3c98ecb3832517f7b2224a6c22db41a8b6c295bf79fa9dcc5f714::" providerId="AD" clId="Web-{F0F0A7E9-0794-0D9D-8610-633C049E1164}" dt="2025-03-05T00:05:04.206" v="961"/>
          <ac:picMkLst>
            <pc:docMk/>
            <pc:sldMk cId="3575039893" sldId="275"/>
            <ac:picMk id="7" creationId="{71A9BA63-B238-F37C-3B98-9775127F0C3B}"/>
          </ac:picMkLst>
        </pc:picChg>
        <pc:picChg chg="add del mod">
          <ac:chgData name="Guest User" userId="S::urn:spo:anon#dcda566477d3c98ecb3832517f7b2224a6c22db41a8b6c295bf79fa9dcc5f714::" providerId="AD" clId="Web-{F0F0A7E9-0794-0D9D-8610-633C049E1164}" dt="2025-03-05T00:05:04.206" v="960"/>
          <ac:picMkLst>
            <pc:docMk/>
            <pc:sldMk cId="3575039893" sldId="275"/>
            <ac:picMk id="8" creationId="{5AD6602B-459A-1482-9D93-4DC08F7770D4}"/>
          </ac:picMkLst>
        </pc:picChg>
        <pc:picChg chg="add del mod">
          <ac:chgData name="Guest User" userId="S::urn:spo:anon#dcda566477d3c98ecb3832517f7b2224a6c22db41a8b6c295bf79fa9dcc5f714::" providerId="AD" clId="Web-{F0F0A7E9-0794-0D9D-8610-633C049E1164}" dt="2025-03-05T00:05:04.206" v="959"/>
          <ac:picMkLst>
            <pc:docMk/>
            <pc:sldMk cId="3575039893" sldId="275"/>
            <ac:picMk id="9" creationId="{B51FDCBB-E993-17A0-71ED-0F62AACDEFC7}"/>
          </ac:picMkLst>
        </pc:picChg>
        <pc:picChg chg="add del mod ord">
          <ac:chgData name="Guest User" userId="S::urn:spo:anon#dcda566477d3c98ecb3832517f7b2224a6c22db41a8b6c295bf79fa9dcc5f714::" providerId="AD" clId="Web-{F0F0A7E9-0794-0D9D-8610-633C049E1164}" dt="2025-03-05T00:18:08.938" v="1003"/>
          <ac:picMkLst>
            <pc:docMk/>
            <pc:sldMk cId="3575039893" sldId="275"/>
            <ac:picMk id="10" creationId="{9BCC78DC-4E9F-988B-73F7-B81737DC3E31}"/>
          </ac:picMkLst>
        </pc:picChg>
        <pc:picChg chg="add del mod">
          <ac:chgData name="Guest User" userId="S::urn:spo:anon#dcda566477d3c98ecb3832517f7b2224a6c22db41a8b6c295bf79fa9dcc5f714::" providerId="AD" clId="Web-{F0F0A7E9-0794-0D9D-8610-633C049E1164}" dt="2025-03-05T00:14:44.555" v="987"/>
          <ac:picMkLst>
            <pc:docMk/>
            <pc:sldMk cId="3575039893" sldId="275"/>
            <ac:picMk id="12" creationId="{250667AD-E599-E164-B5D4-C661B6ECE9F1}"/>
          </ac:picMkLst>
        </pc:picChg>
        <pc:picChg chg="add">
          <ac:chgData name="Guest User" userId="S::urn:spo:anon#dcda566477d3c98ecb3832517f7b2224a6c22db41a8b6c295bf79fa9dcc5f714::" providerId="AD" clId="Web-{F0F0A7E9-0794-0D9D-8610-633C049E1164}" dt="2025-03-05T00:14:46.884" v="988"/>
          <ac:picMkLst>
            <pc:docMk/>
            <pc:sldMk cId="3575039893" sldId="275"/>
            <ac:picMk id="16" creationId="{E2F6B083-A79D-8A00-F02E-22CF514FC3E5}"/>
          </ac:picMkLst>
        </pc:picChg>
      </pc:sldChg>
      <pc:sldChg chg="addSp delSp modSp">
        <pc:chgData name="Guest User" userId="S::urn:spo:anon#dcda566477d3c98ecb3832517f7b2224a6c22db41a8b6c295bf79fa9dcc5f714::" providerId="AD" clId="Web-{F0F0A7E9-0794-0D9D-8610-633C049E1164}" dt="2025-03-05T00:44:39.404" v="1143" actId="1076"/>
        <pc:sldMkLst>
          <pc:docMk/>
          <pc:sldMk cId="1974473979" sldId="277"/>
        </pc:sldMkLst>
        <pc:spChg chg="del">
          <ac:chgData name="Guest User" userId="S::urn:spo:anon#dcda566477d3c98ecb3832517f7b2224a6c22db41a8b6c295bf79fa9dcc5f714::" providerId="AD" clId="Web-{F0F0A7E9-0794-0D9D-8610-633C049E1164}" dt="2025-03-05T00:44:21.294" v="1136"/>
          <ac:spMkLst>
            <pc:docMk/>
            <pc:sldMk cId="1974473979" sldId="277"/>
            <ac:spMk id="3" creationId="{7FEE26D9-5E51-5325-9485-94F206905B30}"/>
          </ac:spMkLst>
        </pc:spChg>
        <pc:picChg chg="add mod ord modCrop">
          <ac:chgData name="Guest User" userId="S::urn:spo:anon#dcda566477d3c98ecb3832517f7b2224a6c22db41a8b6c295bf79fa9dcc5f714::" providerId="AD" clId="Web-{F0F0A7E9-0794-0D9D-8610-633C049E1164}" dt="2025-03-05T00:44:39.404" v="1143" actId="1076"/>
          <ac:picMkLst>
            <pc:docMk/>
            <pc:sldMk cId="1974473979" sldId="277"/>
            <ac:picMk id="4" creationId="{B2336E0C-985A-0E48-C9D2-527330A21335}"/>
          </ac:picMkLst>
        </pc:picChg>
      </pc:sldChg>
      <pc:sldChg chg="addSp delSp modSp">
        <pc:chgData name="Guest User" userId="S::urn:spo:anon#dcda566477d3c98ecb3832517f7b2224a6c22db41a8b6c295bf79fa9dcc5f714::" providerId="AD" clId="Web-{F0F0A7E9-0794-0D9D-8610-633C049E1164}" dt="2025-03-04T23:46:48.368" v="360" actId="1076"/>
        <pc:sldMkLst>
          <pc:docMk/>
          <pc:sldMk cId="3009412234" sldId="281"/>
        </pc:sldMkLst>
        <pc:spChg chg="del">
          <ac:chgData name="Guest User" userId="S::urn:spo:anon#dcda566477d3c98ecb3832517f7b2224a6c22db41a8b6c295bf79fa9dcc5f714::" providerId="AD" clId="Web-{F0F0A7E9-0794-0D9D-8610-633C049E1164}" dt="2025-03-04T23:46:46.915" v="359"/>
          <ac:spMkLst>
            <pc:docMk/>
            <pc:sldMk cId="3009412234" sldId="281"/>
            <ac:spMk id="3" creationId="{7FEE26D9-5E51-5325-9485-94F206905B30}"/>
          </ac:spMkLst>
        </pc:spChg>
        <pc:picChg chg="add mod ord">
          <ac:chgData name="Guest User" userId="S::urn:spo:anon#dcda566477d3c98ecb3832517f7b2224a6c22db41a8b6c295bf79fa9dcc5f714::" providerId="AD" clId="Web-{F0F0A7E9-0794-0D9D-8610-633C049E1164}" dt="2025-03-04T23:46:48.368" v="360" actId="1076"/>
          <ac:picMkLst>
            <pc:docMk/>
            <pc:sldMk cId="3009412234" sldId="281"/>
            <ac:picMk id="4" creationId="{1823A770-4425-5F1C-56F2-134758589B97}"/>
          </ac:picMkLst>
        </pc:picChg>
      </pc:sldChg>
      <pc:sldChg chg="addSp delSp modSp add replId">
        <pc:chgData name="Guest User" userId="S::urn:spo:anon#dcda566477d3c98ecb3832517f7b2224a6c22db41a8b6c295bf79fa9dcc5f714::" providerId="AD" clId="Web-{F0F0A7E9-0794-0D9D-8610-633C049E1164}" dt="2025-03-05T00:39:29.002" v="1135"/>
        <pc:sldMkLst>
          <pc:docMk/>
          <pc:sldMk cId="334932466" sldId="282"/>
        </pc:sldMkLst>
        <pc:graphicFrameChg chg="add del mod modGraphic">
          <ac:chgData name="Guest User" userId="S::urn:spo:anon#dcda566477d3c98ecb3832517f7b2224a6c22db41a8b6c295bf79fa9dcc5f714::" providerId="AD" clId="Web-{F0F0A7E9-0794-0D9D-8610-633C049E1164}" dt="2025-03-05T00:29:28.058" v="1016"/>
          <ac:graphicFrameMkLst>
            <pc:docMk/>
            <pc:sldMk cId="334932466" sldId="282"/>
            <ac:graphicFrameMk id="4" creationId="{C0B9BBC2-50E5-76E9-B06D-2973656A183C}"/>
          </ac:graphicFrameMkLst>
        </pc:graphicFrameChg>
        <pc:graphicFrameChg chg="add del mod modGraphic">
          <ac:chgData name="Guest User" userId="S::urn:spo:anon#dcda566477d3c98ecb3832517f7b2224a6c22db41a8b6c295bf79fa9dcc5f714::" providerId="AD" clId="Web-{F0F0A7E9-0794-0D9D-8610-633C049E1164}" dt="2025-03-05T00:36:31.948" v="1055"/>
          <ac:graphicFrameMkLst>
            <pc:docMk/>
            <pc:sldMk cId="334932466" sldId="282"/>
            <ac:graphicFrameMk id="6" creationId="{E58183E2-AABC-9089-2835-F7B28083A1E6}"/>
          </ac:graphicFrameMkLst>
        </pc:graphicFrameChg>
        <pc:graphicFrameChg chg="add del mod modGraphic">
          <ac:chgData name="Guest User" userId="S::urn:spo:anon#dcda566477d3c98ecb3832517f7b2224a6c22db41a8b6c295bf79fa9dcc5f714::" providerId="AD" clId="Web-{F0F0A7E9-0794-0D9D-8610-633C049E1164}" dt="2025-03-05T00:38:14.265" v="1090"/>
          <ac:graphicFrameMkLst>
            <pc:docMk/>
            <pc:sldMk cId="334932466" sldId="282"/>
            <ac:graphicFrameMk id="8" creationId="{9E6E52D2-143D-5023-C311-760E09F9B0E9}"/>
          </ac:graphicFrameMkLst>
        </pc:graphicFrameChg>
        <pc:graphicFrameChg chg="add mod modGraphic">
          <ac:chgData name="Guest User" userId="S::urn:spo:anon#dcda566477d3c98ecb3832517f7b2224a6c22db41a8b6c295bf79fa9dcc5f714::" providerId="AD" clId="Web-{F0F0A7E9-0794-0D9D-8610-633C049E1164}" dt="2025-03-05T00:39:29.002" v="1135"/>
          <ac:graphicFrameMkLst>
            <pc:docMk/>
            <pc:sldMk cId="334932466" sldId="282"/>
            <ac:graphicFrameMk id="10" creationId="{B7F66C1B-44DA-F70F-BE78-FF449EA51D8F}"/>
          </ac:graphicFrameMkLst>
        </pc:graphicFrameChg>
      </pc:sldChg>
    </pc:docChg>
  </pc:docChgLst>
  <pc:docChgLst>
    <pc:chgData name="Guest User" userId="S::urn:spo:anon#dcda566477d3c98ecb3832517f7b2224a6c22db41a8b6c295bf79fa9dcc5f714::" providerId="AD" clId="Web-{EF67DBA8-C3CF-AE94-0A90-B53BE421287C}"/>
    <pc:docChg chg="delSld modSld modSection">
      <pc:chgData name="Guest User" userId="S::urn:spo:anon#dcda566477d3c98ecb3832517f7b2224a6c22db41a8b6c295bf79fa9dcc5f714::" providerId="AD" clId="Web-{EF67DBA8-C3CF-AE94-0A90-B53BE421287C}" dt="2025-03-06T16:50:25.490" v="64" actId="20577"/>
      <pc:docMkLst>
        <pc:docMk/>
      </pc:docMkLst>
      <pc:sldChg chg="del">
        <pc:chgData name="Guest User" userId="S::urn:spo:anon#dcda566477d3c98ecb3832517f7b2224a6c22db41a8b6c295bf79fa9dcc5f714::" providerId="AD" clId="Web-{EF67DBA8-C3CF-AE94-0A90-B53BE421287C}" dt="2025-03-06T15:33:34.540" v="7"/>
        <pc:sldMkLst>
          <pc:docMk/>
          <pc:sldMk cId="1902359051" sldId="273"/>
        </pc:sldMkLst>
      </pc:sldChg>
      <pc:sldChg chg="modSp">
        <pc:chgData name="Guest User" userId="S::urn:spo:anon#dcda566477d3c98ecb3832517f7b2224a6c22db41a8b6c295bf79fa9dcc5f714::" providerId="AD" clId="Web-{EF67DBA8-C3CF-AE94-0A90-B53BE421287C}" dt="2025-03-06T16:50:25.490" v="64" actId="20577"/>
        <pc:sldMkLst>
          <pc:docMk/>
          <pc:sldMk cId="3491396062" sldId="283"/>
        </pc:sldMkLst>
        <pc:spChg chg="mod">
          <ac:chgData name="Guest User" userId="S::urn:spo:anon#dcda566477d3c98ecb3832517f7b2224a6c22db41a8b6c295bf79fa9dcc5f714::" providerId="AD" clId="Web-{EF67DBA8-C3CF-AE94-0A90-B53BE421287C}" dt="2025-03-06T15:33:30.696" v="6" actId="20577"/>
          <ac:spMkLst>
            <pc:docMk/>
            <pc:sldMk cId="3491396062" sldId="283"/>
            <ac:spMk id="2" creationId="{5E2D2215-4276-5A41-C7E0-49D8F5C40E13}"/>
          </ac:spMkLst>
        </pc:spChg>
        <pc:spChg chg="mod">
          <ac:chgData name="Guest User" userId="S::urn:spo:anon#dcda566477d3c98ecb3832517f7b2224a6c22db41a8b6c295bf79fa9dcc5f714::" providerId="AD" clId="Web-{EF67DBA8-C3CF-AE94-0A90-B53BE421287C}" dt="2025-03-06T16:50:25.490" v="64" actId="20577"/>
          <ac:spMkLst>
            <pc:docMk/>
            <pc:sldMk cId="3491396062" sldId="283"/>
            <ac:spMk id="3" creationId="{A72559C7-07E3-848C-04ED-FCA86516F977}"/>
          </ac:spMkLst>
        </pc:spChg>
      </pc:sldChg>
    </pc:docChg>
  </pc:docChgLst>
  <pc:docChgLst>
    <pc:chgData name="Guest User" userId="S::urn:spo:anon#dcda566477d3c98ecb3832517f7b2224a6c22db41a8b6c295bf79fa9dcc5f714::" providerId="AD" clId="Web-{6545F241-4C54-E3E5-AA5B-A89E10CEE6D8}"/>
    <pc:docChg chg="modSld">
      <pc:chgData name="Guest User" userId="S::urn:spo:anon#dcda566477d3c98ecb3832517f7b2224a6c22db41a8b6c295bf79fa9dcc5f714::" providerId="AD" clId="Web-{6545F241-4C54-E3E5-AA5B-A89E10CEE6D8}" dt="2025-03-05T17:19:35.211" v="33"/>
      <pc:docMkLst>
        <pc:docMk/>
      </pc:docMkLst>
      <pc:sldChg chg="modSp">
        <pc:chgData name="Guest User" userId="S::urn:spo:anon#dcda566477d3c98ecb3832517f7b2224a6c22db41a8b6c295bf79fa9dcc5f714::" providerId="AD" clId="Web-{6545F241-4C54-E3E5-AA5B-A89E10CEE6D8}" dt="2025-03-05T17:19:26.429" v="30" actId="20577"/>
        <pc:sldMkLst>
          <pc:docMk/>
          <pc:sldMk cId="885449637" sldId="272"/>
        </pc:sldMkLst>
        <pc:spChg chg="mod">
          <ac:chgData name="Guest User" userId="S::urn:spo:anon#dcda566477d3c98ecb3832517f7b2224a6c22db41a8b6c295bf79fa9dcc5f714::" providerId="AD" clId="Web-{6545F241-4C54-E3E5-AA5B-A89E10CEE6D8}" dt="2025-03-05T17:19:26.429" v="30" actId="20577"/>
          <ac:spMkLst>
            <pc:docMk/>
            <pc:sldMk cId="885449637" sldId="272"/>
            <ac:spMk id="3" creationId="{7FEE26D9-5E51-5325-9485-94F206905B30}"/>
          </ac:spMkLst>
        </pc:spChg>
      </pc:sldChg>
      <pc:sldChg chg="addSp delSp">
        <pc:chgData name="Guest User" userId="S::urn:spo:anon#dcda566477d3c98ecb3832517f7b2224a6c22db41a8b6c295bf79fa9dcc5f714::" providerId="AD" clId="Web-{6545F241-4C54-E3E5-AA5B-A89E10CEE6D8}" dt="2025-03-05T17:19:35.211" v="33"/>
        <pc:sldMkLst>
          <pc:docMk/>
          <pc:sldMk cId="1902359051" sldId="273"/>
        </pc:sldMkLst>
        <pc:spChg chg="add del">
          <ac:chgData name="Guest User" userId="S::urn:spo:anon#dcda566477d3c98ecb3832517f7b2224a6c22db41a8b6c295bf79fa9dcc5f714::" providerId="AD" clId="Web-{6545F241-4C54-E3E5-AA5B-A89E10CEE6D8}" dt="2025-03-05T17:19:10.038" v="27"/>
          <ac:spMkLst>
            <pc:docMk/>
            <pc:sldMk cId="1902359051" sldId="273"/>
            <ac:spMk id="3" creationId="{5A45497C-56CD-CDF6-56E9-4615340073CA}"/>
          </ac:spMkLst>
        </pc:spChg>
        <pc:spChg chg="add">
          <ac:chgData name="Guest User" userId="S::urn:spo:anon#dcda566477d3c98ecb3832517f7b2224a6c22db41a8b6c295bf79fa9dcc5f714::" providerId="AD" clId="Web-{6545F241-4C54-E3E5-AA5B-A89E10CEE6D8}" dt="2025-03-05T17:19:33.617" v="31"/>
          <ac:spMkLst>
            <pc:docMk/>
            <pc:sldMk cId="1902359051" sldId="273"/>
            <ac:spMk id="6" creationId="{155E92E3-434F-230F-A6F4-5A94ECCE83BD}"/>
          </ac:spMkLst>
        </pc:spChg>
        <pc:spChg chg="add del">
          <ac:chgData name="Guest User" userId="S::urn:spo:anon#dcda566477d3c98ecb3832517f7b2224a6c22db41a8b6c295bf79fa9dcc5f714::" providerId="AD" clId="Web-{6545F241-4C54-E3E5-AA5B-A89E10CEE6D8}" dt="2025-03-05T17:19:35.211" v="33"/>
          <ac:spMkLst>
            <pc:docMk/>
            <pc:sldMk cId="1902359051" sldId="273"/>
            <ac:spMk id="8" creationId="{96FCC990-3F05-2A67-AFB9-C4F59CA03F53}"/>
          </ac:spMkLst>
        </pc:spChg>
      </pc:sldChg>
      <pc:sldChg chg="addSp delSp modSp">
        <pc:chgData name="Guest User" userId="S::urn:spo:anon#dcda566477d3c98ecb3832517f7b2224a6c22db41a8b6c295bf79fa9dcc5f714::" providerId="AD" clId="Web-{6545F241-4C54-E3E5-AA5B-A89E10CEE6D8}" dt="2025-03-05T17:18:06.488" v="25" actId="1076"/>
        <pc:sldMkLst>
          <pc:docMk/>
          <pc:sldMk cId="334932466" sldId="282"/>
        </pc:sldMkLst>
        <pc:graphicFrameChg chg="del">
          <ac:chgData name="Guest User" userId="S::urn:spo:anon#dcda566477d3c98ecb3832517f7b2224a6c22db41a8b6c295bf79fa9dcc5f714::" providerId="AD" clId="Web-{6545F241-4C54-E3E5-AA5B-A89E10CEE6D8}" dt="2025-03-05T17:14:59.450" v="0"/>
          <ac:graphicFrameMkLst>
            <pc:docMk/>
            <pc:sldMk cId="334932466" sldId="282"/>
            <ac:graphicFrameMk id="10" creationId="{B7F66C1B-44DA-F70F-BE78-FF449EA51D8F}"/>
          </ac:graphicFrameMkLst>
        </pc:graphicFrameChg>
        <pc:picChg chg="add del mod">
          <ac:chgData name="Guest User" userId="S::urn:spo:anon#dcda566477d3c98ecb3832517f7b2224a6c22db41a8b6c295bf79fa9dcc5f714::" providerId="AD" clId="Web-{6545F241-4C54-E3E5-AA5B-A89E10CEE6D8}" dt="2025-03-05T17:16:43.391" v="10"/>
          <ac:picMkLst>
            <pc:docMk/>
            <pc:sldMk cId="334932466" sldId="282"/>
            <ac:picMk id="3" creationId="{72940D2B-CB24-635B-83B1-F4857914CFE1}"/>
          </ac:picMkLst>
        </pc:picChg>
        <pc:picChg chg="add mod">
          <ac:chgData name="Guest User" userId="S::urn:spo:anon#dcda566477d3c98ecb3832517f7b2224a6c22db41a8b6c295bf79fa9dcc5f714::" providerId="AD" clId="Web-{6545F241-4C54-E3E5-AA5B-A89E10CEE6D8}" dt="2025-03-05T17:18:06.488" v="25" actId="1076"/>
          <ac:picMkLst>
            <pc:docMk/>
            <pc:sldMk cId="334932466" sldId="282"/>
            <ac:picMk id="4" creationId="{5B9BC3D8-5BEB-E03D-7716-0FDC7B597CBD}"/>
          </ac:picMkLst>
        </pc:picChg>
        <pc:picChg chg="add mod">
          <ac:chgData name="Guest User" userId="S::urn:spo:anon#dcda566477d3c98ecb3832517f7b2224a6c22db41a8b6c295bf79fa9dcc5f714::" providerId="AD" clId="Web-{6545F241-4C54-E3E5-AA5B-A89E10CEE6D8}" dt="2025-03-05T17:17:55.082" v="22" actId="1076"/>
          <ac:picMkLst>
            <pc:docMk/>
            <pc:sldMk cId="334932466" sldId="282"/>
            <ac:picMk id="5" creationId="{5E8772AE-24CC-6CE1-65F1-CD5754D41452}"/>
          </ac:picMkLst>
        </pc:picChg>
      </pc:sldChg>
    </pc:docChg>
  </pc:docChgLst>
  <pc:docChgLst>
    <pc:chgData name="Guest User" userId="S::urn:spo:anon#dcda566477d3c98ecb3832517f7b2224a6c22db41a8b6c295bf79fa9dcc5f714::" providerId="AD" clId="Web-{F9094B9F-0375-7A6C-D139-5F9795A15276}"/>
    <pc:docChg chg="addSld modSld modSection">
      <pc:chgData name="Guest User" userId="S::urn:spo:anon#dcda566477d3c98ecb3832517f7b2224a6c22db41a8b6c295bf79fa9dcc5f714::" providerId="AD" clId="Web-{F9094B9F-0375-7A6C-D139-5F9795A15276}" dt="2025-03-06T15:32:02.944" v="1094"/>
      <pc:docMkLst>
        <pc:docMk/>
      </pc:docMkLst>
      <pc:sldChg chg="addSp delSp modSp">
        <pc:chgData name="Guest User" userId="S::urn:spo:anon#dcda566477d3c98ecb3832517f7b2224a6c22db41a8b6c295bf79fa9dcc5f714::" providerId="AD" clId="Web-{F9094B9F-0375-7A6C-D139-5F9795A15276}" dt="2025-03-06T15:31:58.147" v="1093" actId="20577"/>
        <pc:sldMkLst>
          <pc:docMk/>
          <pc:sldMk cId="1902359051" sldId="273"/>
        </pc:sldMkLst>
        <pc:spChg chg="add del">
          <ac:chgData name="Guest User" userId="S::urn:spo:anon#dcda566477d3c98ecb3832517f7b2224a6c22db41a8b6c295bf79fa9dcc5f714::" providerId="AD" clId="Web-{F9094B9F-0375-7A6C-D139-5F9795A15276}" dt="2025-03-06T15:31:42.334" v="1091"/>
          <ac:spMkLst>
            <pc:docMk/>
            <pc:sldMk cId="1902359051" sldId="273"/>
            <ac:spMk id="3" creationId="{B21D960B-AAE6-05ED-FD4A-351BD805282B}"/>
          </ac:spMkLst>
        </pc:spChg>
        <pc:spChg chg="del mod">
          <ac:chgData name="Guest User" userId="S::urn:spo:anon#dcda566477d3c98ecb3832517f7b2224a6c22db41a8b6c295bf79fa9dcc5f714::" providerId="AD" clId="Web-{F9094B9F-0375-7A6C-D139-5F9795A15276}" dt="2025-03-06T15:31:32.537" v="1089"/>
          <ac:spMkLst>
            <pc:docMk/>
            <pc:sldMk cId="1902359051" sldId="273"/>
            <ac:spMk id="6" creationId="{155E92E3-434F-230F-A6F4-5A94ECCE83BD}"/>
          </ac:spMkLst>
        </pc:spChg>
        <pc:spChg chg="add mod">
          <ac:chgData name="Guest User" userId="S::urn:spo:anon#dcda566477d3c98ecb3832517f7b2224a6c22db41a8b6c295bf79fa9dcc5f714::" providerId="AD" clId="Web-{F9094B9F-0375-7A6C-D139-5F9795A15276}" dt="2025-03-06T15:31:58.147" v="1093" actId="20577"/>
          <ac:spMkLst>
            <pc:docMk/>
            <pc:sldMk cId="1902359051" sldId="273"/>
            <ac:spMk id="7" creationId="{A1449F7A-A7CD-D7EF-9BAC-48B03DBAC897}"/>
          </ac:spMkLst>
        </pc:spChg>
      </pc:sldChg>
      <pc:sldChg chg="addSp modSp">
        <pc:chgData name="Guest User" userId="S::urn:spo:anon#dcda566477d3c98ecb3832517f7b2224a6c22db41a8b6c295bf79fa9dcc5f714::" providerId="AD" clId="Web-{F9094B9F-0375-7A6C-D139-5F9795A15276}" dt="2025-03-06T15:12:02.962" v="858" actId="20577"/>
        <pc:sldMkLst>
          <pc:docMk/>
          <pc:sldMk cId="1974473979" sldId="277"/>
        </pc:sldMkLst>
        <pc:spChg chg="mod">
          <ac:chgData name="Guest User" userId="S::urn:spo:anon#dcda566477d3c98ecb3832517f7b2224a6c22db41a8b6c295bf79fa9dcc5f714::" providerId="AD" clId="Web-{F9094B9F-0375-7A6C-D139-5F9795A15276}" dt="2025-03-06T15:12:02.962" v="858" actId="20577"/>
          <ac:spMkLst>
            <pc:docMk/>
            <pc:sldMk cId="1974473979" sldId="277"/>
            <ac:spMk id="2" creationId="{34FF476F-A227-38A9-3358-2C28E2B90495}"/>
          </ac:spMkLst>
        </pc:spChg>
        <pc:picChg chg="add mod">
          <ac:chgData name="Guest User" userId="S::urn:spo:anon#dcda566477d3c98ecb3832517f7b2224a6c22db41a8b6c295bf79fa9dcc5f714::" providerId="AD" clId="Web-{F9094B9F-0375-7A6C-D139-5F9795A15276}" dt="2025-03-06T14:39:45.045" v="176" actId="1076"/>
          <ac:picMkLst>
            <pc:docMk/>
            <pc:sldMk cId="1974473979" sldId="277"/>
            <ac:picMk id="3" creationId="{3C13DC10-C4D4-A2AA-8DCE-9B51E0C5742F}"/>
          </ac:picMkLst>
        </pc:picChg>
        <pc:picChg chg="mod">
          <ac:chgData name="Guest User" userId="S::urn:spo:anon#dcda566477d3c98ecb3832517f7b2224a6c22db41a8b6c295bf79fa9dcc5f714::" providerId="AD" clId="Web-{F9094B9F-0375-7A6C-D139-5F9795A15276}" dt="2025-03-06T14:26:12.062" v="6" actId="1076"/>
          <ac:picMkLst>
            <pc:docMk/>
            <pc:sldMk cId="1974473979" sldId="277"/>
            <ac:picMk id="4" creationId="{B2336E0C-985A-0E48-C9D2-527330A21335}"/>
          </ac:picMkLst>
        </pc:picChg>
        <pc:picChg chg="add mod">
          <ac:chgData name="Guest User" userId="S::urn:spo:anon#dcda566477d3c98ecb3832517f7b2224a6c22db41a8b6c295bf79fa9dcc5f714::" providerId="AD" clId="Web-{F9094B9F-0375-7A6C-D139-5F9795A15276}" dt="2025-03-06T14:39:41.233" v="174" actId="1076"/>
          <ac:picMkLst>
            <pc:docMk/>
            <pc:sldMk cId="1974473979" sldId="277"/>
            <ac:picMk id="5" creationId="{61B720C9-73ED-202D-CA3E-E561CFE43E50}"/>
          </ac:picMkLst>
        </pc:picChg>
      </pc:sldChg>
      <pc:sldChg chg="addSp delSp modSp">
        <pc:chgData name="Guest User" userId="S::urn:spo:anon#dcda566477d3c98ecb3832517f7b2224a6c22db41a8b6c295bf79fa9dcc5f714::" providerId="AD" clId="Web-{F9094B9F-0375-7A6C-D139-5F9795A15276}" dt="2025-03-06T15:28:41.077" v="1086"/>
        <pc:sldMkLst>
          <pc:docMk/>
          <pc:sldMk cId="4046288823" sldId="278"/>
        </pc:sldMkLst>
        <pc:spChg chg="del mod">
          <ac:chgData name="Guest User" userId="S::urn:spo:anon#dcda566477d3c98ecb3832517f7b2224a6c22db41a8b6c295bf79fa9dcc5f714::" providerId="AD" clId="Web-{F9094B9F-0375-7A6C-D139-5F9795A15276}" dt="2025-03-06T14:32:23.029" v="12"/>
          <ac:spMkLst>
            <pc:docMk/>
            <pc:sldMk cId="4046288823" sldId="278"/>
            <ac:spMk id="3" creationId="{7FEE26D9-5E51-5325-9485-94F206905B30}"/>
          </ac:spMkLst>
        </pc:spChg>
        <pc:graphicFrameChg chg="add mod modGraphic">
          <ac:chgData name="Guest User" userId="S::urn:spo:anon#dcda566477d3c98ecb3832517f7b2224a6c22db41a8b6c295bf79fa9dcc5f714::" providerId="AD" clId="Web-{F9094B9F-0375-7A6C-D139-5F9795A15276}" dt="2025-03-06T15:28:41.077" v="1086"/>
          <ac:graphicFrameMkLst>
            <pc:docMk/>
            <pc:sldMk cId="4046288823" sldId="278"/>
            <ac:graphicFrameMk id="4" creationId="{98B78E6D-DBE9-875A-49F5-6C829EEBC29F}"/>
          </ac:graphicFrameMkLst>
        </pc:graphicFrameChg>
      </pc:sldChg>
      <pc:sldChg chg="add replId">
        <pc:chgData name="Guest User" userId="S::urn:spo:anon#dcda566477d3c98ecb3832517f7b2224a6c22db41a8b6c295bf79fa9dcc5f714::" providerId="AD" clId="Web-{F9094B9F-0375-7A6C-D139-5F9795A15276}" dt="2025-03-06T15:32:02.944" v="1094"/>
        <pc:sldMkLst>
          <pc:docMk/>
          <pc:sldMk cId="3491396062" sldId="28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39CEF8-D931-4635-9D59-897EC15C6356}" type="datetimeFigureOut">
              <a:rPr lang="nl-BE" smtClean="0"/>
              <a:t>6/03/2025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485BF0-3D51-4747-9D20-CE4DB12E4A7F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50278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9AC517-B988-EB68-8BAC-925B8C429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715FCC8-49F3-DA7C-D48E-D96CC614E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E32E5A1-436D-5DAD-AB61-F9E63D53C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6/03/2025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D773E98-2CD4-4896-A8D4-721A101A6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4BCCD98-667F-C1AA-3F92-6A4B8516C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84829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E01D21-EFE2-BA02-4562-FCDC06012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C78237D-D423-2D73-C4FF-7137A03AB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2E2D613-3ABC-6C9C-AAF0-28156D9C5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6/03/2025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B35B855-4A0E-2D07-328D-8DB476106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D6B777F-5E77-5BD5-24C1-F2CCC1BC2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08851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B10792-05AE-BC19-2B74-E3F8EB7C0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D7F92F7-C619-6432-8C30-11F29A9C7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B6A89C8-7D22-1FFD-A6BF-2301B8B4B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6/03/2025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8D7AB5B-906F-0094-6232-F56E4D8EF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2BB81CA-0192-9646-9C81-51CB30982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22883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91FD50-0C59-C417-55E1-5B3A891EA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072CF92-7358-3C54-F5F6-E2907BA7A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E8CD0E01-57D7-1ED1-25CB-80AF4919F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F8A1F70-CB2A-3596-2FF6-A5518EB71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6/03/2025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6DEAD15-42FE-9533-E17D-C8D552AA4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E1BE3A8-C2AB-BD02-4381-014E1BAE8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07604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CAE3E7-3791-865B-3F8B-F0364AA08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C289837-11C1-D555-A7C5-13704B5A8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AC8E3B0-F466-2639-BB83-F754FBE4B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B5629B61-B828-DAE9-43BD-D83CFD7731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7A95B215-8D9C-8203-3A79-6B052A6E9B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8222EA28-84C7-1A06-ACB3-6131D7C76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6/03/2025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6C2FCF4A-C584-0AD6-787A-DE0731DFE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BC2CE877-1AB5-5219-5331-E750DF8B7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35264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15DD5A-C047-F8D0-DA7E-19329467A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7DD8A31-6EFC-CFB6-C096-C1FB86C63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6/03/2025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363919A-4AC8-2939-3A78-BC0128E13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E0690A0E-097A-7DDE-A49E-22FF894B7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8773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A5ECDA8F-593F-DEC1-EB1E-019275C61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6/03/2025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1A989CE3-ABEA-CBC6-17DC-301A91C44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655E20E-9A75-6809-639D-6BF508F71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89007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750C39-B327-A6CA-9BA1-8A6D4C157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411A3E1-63CD-AA3E-9B0E-912E88F19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DA25E0A-0902-85F9-601D-04F8AFDDA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0B2E31D-5342-EC7F-E643-58EE8699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6/03/2025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44D4488-8B90-86E5-8C03-7E4B8FB5C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3F28CB5-5AD3-1F16-2D64-D41D4CA56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61395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6DB5E9-EA15-D30B-3C35-42A9BBF08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95281E37-FB05-E021-874C-01D79EEDDA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C42E8BD-AD00-F1CA-03F5-2675F2AC1B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62E5033-4861-59E4-CE97-FFC9C32B4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6/03/2025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0FFDCAE-789C-84DA-F97A-AF00B6478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3AFDC7F-2710-035E-BB0A-DDC96F4F7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15969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609A12-F89E-8C75-46BD-2D9B07210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AB165141-0061-579D-91C9-66A577F9EE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80BF015-D3A6-E932-D45E-2155C8D46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6/03/2025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B7F2026-EBD9-14E0-ECF9-9FD50B26D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0E25C6A-274B-2F87-37F0-B01D042F9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73478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5D68690B-1FE4-5378-5250-AF6AC74C2C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83CD605D-8B21-C317-340A-11D26EC33F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3E270A5-8991-CAED-AD4F-FCA600976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6/03/2025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0245DB4-94EF-F96B-1B89-C6FA18065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1ED165D-6C26-FE9A-A313-D5FA88962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869578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6D74-CFC0-5AAD-0DBA-4DAE2FE55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DE51AA-1826-D5A4-4D74-A387839ED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6/03/2025</a:t>
            </a:fld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31CC4B-E962-E33F-B794-ED573FCF3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819002-D3F4-0B35-B8C1-52338A27C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742228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FBC7C-D718-AD56-BB7A-81ABE0A964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29C63E-9C7B-8E7C-A717-FDCFDE121D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5AEF8-3D49-DDF2-B9AB-0E9D4A929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03/06/2025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FF76D-B929-D2EF-FB98-572CB6CCF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4CBF5-2216-5724-58FB-FEB68F7C6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307856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08AB3-0611-255A-0882-8B7ECD513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F1010-89D2-01C1-845E-DD17DB4D9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643EA-82EE-878C-ABA0-AFDBC6EDB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03/06/2025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28868-17D1-F1D6-6B4B-75AE970C5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18483-0AD5-F41E-3130-A4EBD8B11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9924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FDB43-CC8E-3A65-A592-6B7E6C600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E7A94-F2CC-F7F5-D941-55B8FDDE3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2ECE2-97A4-0081-7019-909BE4185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03/06/2025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390EB-9333-46CB-6D91-6BFD1BA27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C0607-343C-8770-0DAF-9D3302ED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361176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8B67D-412C-FEA2-9096-8BCBCC5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26F19-6BDC-1F37-AD39-067A46C597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1FFC51-EC72-C86E-038E-9FA25C073E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A048AD-0E09-1CC7-700B-001F01FB6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03/06/2025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AF59AB-58F9-B8B5-0773-E24D51EDC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D107C3-7DD1-F595-7642-C341AA0F1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96029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DBEC9-4C32-2BE4-CA4C-FCA81E1FF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0F3422-63DF-23D2-542D-6EF4370C1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808E8A-3245-31B7-5872-6E65528762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47431C-97B5-59FF-C5B6-C9848AE6A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3902D8-0AE8-A661-6A7C-47164949E5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57AFB6-E851-88B9-1BDE-E6CF53710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03/06/2025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CAE788-1F15-9300-B7B7-A5A445B71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9874FD-327C-9575-A12D-18F87C220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265646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27F15-611A-41B6-0A4D-6FC022E2B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5270E5-7C95-D9B4-F71E-5F787F80D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03/06/2025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47CE89-5CA6-A295-4332-AD7A4428A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E939CE-AB76-6F40-4A8B-FA8B80F21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58648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E04FC0-D99F-388C-0B79-992280415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03/06/2025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66F526-2840-2DC9-FA31-16E98D9B8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1413F-E31B-E36B-FB48-134137F6A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303154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B067D-A42F-4274-2573-3FC2654B1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DE74E-D1B8-93D4-E538-C24EC1228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0124F2-ECDB-334C-C672-B930DA1D96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7CED1B-74FF-5CBC-384C-034C3B820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03/06/2025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2D9E93-1F54-2EF5-5D68-13E957525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271EB1-CA88-7427-A265-6E788740D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910962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82458-2C56-62A3-CD46-259AAB532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86F67C-AC15-3039-4652-C04CAA2C07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13E69E-3B81-2E0B-764A-D9AF1DB7DC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610C8E-DE1F-33A1-42C8-F36DB46BA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03/06/2025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B6E386-E2D1-41AE-6DF4-0A56515CF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FAD2B2-48DB-3767-F174-5DD2AA85B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913400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C07D2-095A-7FBB-456B-09911A384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917183-08A6-52C7-607B-B3A658B523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05959-5EF3-4640-B1C7-DD79EAF72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03/06/2025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315E6-F1C0-6CFC-6B44-46144E2F4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F5F67-7669-4A78-FA65-4AFC9EE0A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999310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BE960C-5CFF-3258-A914-F627E93925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22DCE5-12E8-721A-8C2D-6F635614DD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A7F42-E301-DB24-EA06-10E8B84CE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03/06/2025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B63F5-58D8-1D33-6CAF-0967B11C8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09A63-A46F-7696-234D-FA0799AF2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35068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A3C29633-190A-0197-3DA9-EC8DFAB0F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76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0301B5E-4E2B-A6DB-5925-B2EC519EB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796AF50-A528-B12A-96B0-868A2F2677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C89BB1-5A5B-4779-81CE-BF22AFA9B40A}" type="datetimeFigureOut">
              <a:rPr lang="nl-BE" smtClean="0"/>
              <a:t>6/03/2025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928E766-20E7-FFEB-BB73-3728F14346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9F1833D-C567-A08F-A4C3-DA00B20469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DB9325-F9AB-0E8D-505A-AD1065F024E3}"/>
              </a:ext>
            </a:extLst>
          </p:cNvPr>
          <p:cNvCxnSpPr>
            <a:cxnSpLocks/>
          </p:cNvCxnSpPr>
          <p:nvPr userDrawn="1"/>
        </p:nvCxnSpPr>
        <p:spPr>
          <a:xfrm flipH="1">
            <a:off x="832857" y="1379372"/>
            <a:ext cx="10520943" cy="6606"/>
          </a:xfrm>
          <a:prstGeom prst="line">
            <a:avLst/>
          </a:prstGeom>
          <a:ln w="38100">
            <a:solidFill>
              <a:srgbClr val="074422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938EE0-8464-5FE4-4025-D7C4D74A0332}"/>
              </a:ext>
            </a:extLst>
          </p:cNvPr>
          <p:cNvCxnSpPr>
            <a:cxnSpLocks/>
          </p:cNvCxnSpPr>
          <p:nvPr userDrawn="1"/>
        </p:nvCxnSpPr>
        <p:spPr>
          <a:xfrm flipH="1">
            <a:off x="853293" y="6176963"/>
            <a:ext cx="9128907" cy="0"/>
          </a:xfrm>
          <a:prstGeom prst="line">
            <a:avLst/>
          </a:prstGeom>
          <a:ln w="38100">
            <a:solidFill>
              <a:srgbClr val="074422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7A888C-6579-EE81-3DA4-6DC8DFA250D4}"/>
              </a:ext>
            </a:extLst>
          </p:cNvPr>
          <p:cNvCxnSpPr>
            <a:cxnSpLocks/>
          </p:cNvCxnSpPr>
          <p:nvPr userDrawn="1"/>
        </p:nvCxnSpPr>
        <p:spPr>
          <a:xfrm flipH="1">
            <a:off x="11018520" y="6176963"/>
            <a:ext cx="335280" cy="0"/>
          </a:xfrm>
          <a:prstGeom prst="line">
            <a:avLst/>
          </a:prstGeom>
          <a:ln w="38100">
            <a:solidFill>
              <a:srgbClr val="074422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E023A86-F80F-76D3-C672-8C771FC48894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033800" y="5710404"/>
            <a:ext cx="933119" cy="93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725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C66EFB-49B5-5AD4-7916-FC6162A53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7D05F7-2DDD-5EEC-8413-0DCA0CF59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E564E-4AB9-C83C-1931-128DE4E6DC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60EBFD-C0B0-4406-9B6E-841DD2A8CA96}" type="datetimeFigureOut">
              <a:rPr lang="en-BE" smtClean="0"/>
              <a:t>03/06/2025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0F2FF-9BB5-8647-2B06-30D4FE031C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ECACD-1254-E804-895F-79A9E21739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11410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A9B099-3678-56D7-4D13-0036810034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54201"/>
            <a:ext cx="9684774" cy="1655762"/>
          </a:xfrm>
        </p:spPr>
        <p:txBody>
          <a:bodyPr>
            <a:normAutofit fontScale="90000"/>
          </a:bodyPr>
          <a:lstStyle/>
          <a:p>
            <a:r>
              <a:rPr lang="nl-BE" sz="7200" b="1" cap="all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Lato Black"/>
                <a:ea typeface="Lato Black"/>
                <a:cs typeface="Lato Black"/>
              </a:rPr>
              <a:t>Electronic Arts (EA)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DB8EF02-DF1E-4CA0-A16A-719DCC97ED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239" y="3602038"/>
            <a:ext cx="10491020" cy="1655762"/>
          </a:xfrm>
        </p:spPr>
        <p:txBody>
          <a:bodyPr>
            <a:normAutofit/>
          </a:bodyPr>
          <a:lstStyle/>
          <a:p>
            <a:r>
              <a:rPr lang="nl-BE" sz="4400" cap="small" dirty="0">
                <a:ln w="3175">
                  <a:noFill/>
                </a:ln>
                <a:solidFill>
                  <a:schemeClr val="bg1"/>
                </a:solidFill>
                <a:latin typeface="Lato" panose="020F0502020204030203" pitchFamily="34" charset="0"/>
              </a:rPr>
              <a:t>Personen in voorstel, academiejaar</a:t>
            </a:r>
          </a:p>
        </p:txBody>
      </p:sp>
    </p:spTree>
    <p:extLst>
      <p:ext uri="{BB962C8B-B14F-4D97-AF65-F5344CB8AC3E}">
        <p14:creationId xmlns:p14="http://schemas.microsoft.com/office/powerpoint/2010/main" val="948246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244337"/>
                </a:solidFill>
                <a:latin typeface="Lato Black" panose="020F0A02020204030203" pitchFamily="34" charset="0"/>
              </a:rPr>
              <a:t>Korte inleiding</a:t>
            </a:r>
            <a:endParaRPr lang="en-BE" dirty="0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BE"/>
              <a:t>B</a:t>
            </a:r>
            <a:endParaRPr lang="en-US"/>
          </a:p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885449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9ADE5-5FFF-28E3-AB9E-6B772D8C6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D2215-4276-5A41-C7E0-49D8F5C40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Geschiedenis</a:t>
            </a:r>
            <a:endParaRPr lang="en-BE" dirty="0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559C7-07E3-848C-04ED-FCA86516F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1982:</a:t>
            </a:r>
            <a:r>
              <a:rPr lang="en-US" sz="2000" dirty="0">
                <a:ea typeface="+mn-lt"/>
                <a:cs typeface="+mn-lt"/>
              </a:rPr>
              <a:t> EA </a:t>
            </a:r>
            <a:r>
              <a:rPr lang="en-US" sz="2000" dirty="0" err="1">
                <a:ea typeface="+mn-lt"/>
                <a:cs typeface="+mn-lt"/>
              </a:rPr>
              <a:t>opgericht</a:t>
            </a:r>
            <a:r>
              <a:rPr lang="en-US" sz="2000" dirty="0">
                <a:ea typeface="+mn-lt"/>
                <a:cs typeface="+mn-lt"/>
              </a:rPr>
              <a:t> door Trip Hawkins, </a:t>
            </a:r>
            <a:r>
              <a:rPr lang="en-US" sz="2000" dirty="0" err="1">
                <a:ea typeface="+mn-lt"/>
                <a:cs typeface="+mn-lt"/>
              </a:rPr>
              <a:t>pionier</a:t>
            </a:r>
            <a:r>
              <a:rPr lang="en-US" sz="2000" dirty="0">
                <a:ea typeface="+mn-lt"/>
                <a:cs typeface="+mn-lt"/>
              </a:rPr>
              <a:t> in game-</a:t>
            </a:r>
            <a:r>
              <a:rPr lang="en-US" sz="2000" dirty="0" err="1">
                <a:ea typeface="+mn-lt"/>
                <a:cs typeface="+mn-lt"/>
              </a:rPr>
              <a:t>ontwikkeling</a:t>
            </a:r>
            <a:r>
              <a:rPr lang="en-US" sz="2000" dirty="0">
                <a:ea typeface="+mn-lt"/>
                <a:cs typeface="+mn-lt"/>
              </a:rPr>
              <a:t> met </a:t>
            </a:r>
            <a:r>
              <a:rPr lang="en-US" sz="2000" dirty="0" err="1">
                <a:ea typeface="+mn-lt"/>
                <a:cs typeface="+mn-lt"/>
              </a:rPr>
              <a:t>titels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als</a:t>
            </a:r>
            <a:r>
              <a:rPr lang="en-US" sz="2000" dirty="0">
                <a:ea typeface="+mn-lt"/>
                <a:cs typeface="+mn-lt"/>
              </a:rPr>
              <a:t> "Dr. J and Larry Bird Go One on One".</a:t>
            </a:r>
          </a:p>
          <a:p>
            <a:pPr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Jaren '90:</a:t>
            </a:r>
            <a:r>
              <a:rPr lang="en-US" sz="2000" dirty="0">
                <a:ea typeface="+mn-lt"/>
                <a:cs typeface="+mn-lt"/>
              </a:rPr>
              <a:t> Groei door </a:t>
            </a:r>
            <a:r>
              <a:rPr lang="en-US" sz="2000" dirty="0" err="1">
                <a:ea typeface="+mn-lt"/>
                <a:cs typeface="+mn-lt"/>
              </a:rPr>
              <a:t>overnames</a:t>
            </a:r>
            <a:r>
              <a:rPr lang="en-US" sz="2000" dirty="0">
                <a:ea typeface="+mn-lt"/>
                <a:cs typeface="+mn-lt"/>
              </a:rPr>
              <a:t> van Origin Systems (Ultima) </a:t>
            </a:r>
            <a:r>
              <a:rPr lang="en-US" sz="2000" dirty="0" err="1">
                <a:ea typeface="+mn-lt"/>
                <a:cs typeface="+mn-lt"/>
              </a:rPr>
              <a:t>en</a:t>
            </a:r>
            <a:r>
              <a:rPr lang="en-US" sz="2000" dirty="0">
                <a:ea typeface="+mn-lt"/>
                <a:cs typeface="+mn-lt"/>
              </a:rPr>
              <a:t> Westwood Studios (Command &amp; Conquer), </a:t>
            </a:r>
            <a:r>
              <a:rPr lang="en-US" sz="2000" dirty="0" err="1">
                <a:ea typeface="+mn-lt"/>
                <a:cs typeface="+mn-lt"/>
              </a:rPr>
              <a:t>lancering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iconische</a:t>
            </a:r>
            <a:r>
              <a:rPr lang="en-US" sz="2000" dirty="0">
                <a:ea typeface="+mn-lt"/>
                <a:cs typeface="+mn-lt"/>
              </a:rPr>
              <a:t> games "The Sims" </a:t>
            </a:r>
            <a:r>
              <a:rPr lang="en-US" sz="2000" dirty="0" err="1">
                <a:ea typeface="+mn-lt"/>
                <a:cs typeface="+mn-lt"/>
              </a:rPr>
              <a:t>en</a:t>
            </a:r>
            <a:r>
              <a:rPr lang="en-US" sz="2000" dirty="0">
                <a:ea typeface="+mn-lt"/>
                <a:cs typeface="+mn-lt"/>
              </a:rPr>
              <a:t> "Need for Speed".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2000+: </a:t>
            </a:r>
            <a:r>
              <a:rPr lang="en-US" sz="2000">
                <a:ea typeface="+mn-lt"/>
                <a:cs typeface="+mn-lt"/>
              </a:rPr>
              <a:t>Focus op online gaming via</a:t>
            </a:r>
            <a:r>
              <a:rPr lang="en-US" sz="2000" dirty="0">
                <a:ea typeface="+mn-lt"/>
                <a:cs typeface="+mn-lt"/>
              </a:rPr>
              <a:t> EA App, </a:t>
            </a:r>
            <a:r>
              <a:rPr lang="en-US" sz="2000" err="1">
                <a:ea typeface="+mn-lt"/>
                <a:cs typeface="+mn-lt"/>
              </a:rPr>
              <a:t>distributie</a:t>
            </a:r>
            <a:r>
              <a:rPr lang="en-US" sz="2000" dirty="0">
                <a:ea typeface="+mn-lt"/>
                <a:cs typeface="+mn-lt"/>
              </a:rPr>
              <a:t> van </a:t>
            </a:r>
            <a:r>
              <a:rPr lang="en-US" sz="2000" err="1">
                <a:ea typeface="+mn-lt"/>
                <a:cs typeface="+mn-lt"/>
              </a:rPr>
              <a:t>grote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titels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zoals</a:t>
            </a:r>
            <a:r>
              <a:rPr lang="en-US" sz="2000" dirty="0">
                <a:ea typeface="+mn-lt"/>
                <a:cs typeface="+mn-lt"/>
              </a:rPr>
              <a:t> Battlefield.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Begin 2010: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Opkomst</a:t>
            </a:r>
            <a:r>
              <a:rPr lang="en-US" sz="2000" dirty="0">
                <a:ea typeface="+mn-lt"/>
                <a:cs typeface="+mn-lt"/>
              </a:rPr>
              <a:t> "Ultimate Team" </a:t>
            </a:r>
            <a:r>
              <a:rPr lang="en-US" sz="2000" dirty="0" err="1">
                <a:ea typeface="+mn-lt"/>
                <a:cs typeface="+mn-lt"/>
              </a:rPr>
              <a:t>modi</a:t>
            </a:r>
            <a:r>
              <a:rPr lang="en-US" sz="2000" dirty="0">
                <a:ea typeface="+mn-lt"/>
                <a:cs typeface="+mn-lt"/>
              </a:rPr>
              <a:t> in </a:t>
            </a:r>
            <a:r>
              <a:rPr lang="en-US" sz="2000" dirty="0" err="1">
                <a:ea typeface="+mn-lt"/>
                <a:cs typeface="+mn-lt"/>
              </a:rPr>
              <a:t>sportgames</a:t>
            </a:r>
            <a:r>
              <a:rPr lang="en-US" sz="2000" dirty="0">
                <a:ea typeface="+mn-lt"/>
                <a:cs typeface="+mn-lt"/>
              </a:rPr>
              <a:t>, begin van het live service model.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2014: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Lancering</a:t>
            </a:r>
            <a:r>
              <a:rPr lang="en-US" sz="2000" dirty="0">
                <a:ea typeface="+mn-lt"/>
                <a:cs typeface="+mn-lt"/>
              </a:rPr>
              <a:t> EA Play </a:t>
            </a:r>
            <a:r>
              <a:rPr lang="en-US" sz="2000" dirty="0" err="1">
                <a:ea typeface="+mn-lt"/>
                <a:cs typeface="+mn-lt"/>
              </a:rPr>
              <a:t>abonnementsdienst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2022: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Einde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samenwerking</a:t>
            </a:r>
            <a:r>
              <a:rPr lang="en-US" sz="2000" dirty="0">
                <a:ea typeface="+mn-lt"/>
                <a:cs typeface="+mn-lt"/>
              </a:rPr>
              <a:t> met FIFA, </a:t>
            </a:r>
            <a:r>
              <a:rPr lang="en-US" sz="2000" dirty="0" err="1">
                <a:ea typeface="+mn-lt"/>
                <a:cs typeface="+mn-lt"/>
              </a:rPr>
              <a:t>en</a:t>
            </a:r>
            <a:r>
              <a:rPr lang="en-US" sz="2000" dirty="0">
                <a:ea typeface="+mn-lt"/>
                <a:cs typeface="+mn-lt"/>
              </a:rPr>
              <a:t> de </a:t>
            </a:r>
            <a:r>
              <a:rPr lang="en-US" sz="2000" dirty="0" err="1">
                <a:ea typeface="+mn-lt"/>
                <a:cs typeface="+mn-lt"/>
              </a:rPr>
              <a:t>komst</a:t>
            </a:r>
            <a:r>
              <a:rPr lang="en-US" sz="2000" dirty="0">
                <a:ea typeface="+mn-lt"/>
                <a:cs typeface="+mn-lt"/>
              </a:rPr>
              <a:t> van EA Sports FC.</a:t>
            </a: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 b="1" dirty="0"/>
              <a:t>Heden</a:t>
            </a:r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3491396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244337"/>
                </a:solidFill>
                <a:latin typeface="Lato Black" panose="020F0A02020204030203" pitchFamily="34" charset="0"/>
              </a:rPr>
              <a:t>Management</a:t>
            </a:r>
            <a:endParaRPr lang="en-BE" dirty="0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DEB98ABB-D043-151A-7261-95AEBEC2B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9FC9442A-A530-D2C9-6038-6695C7332C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204525"/>
              </p:ext>
            </p:extLst>
          </p:nvPr>
        </p:nvGraphicFramePr>
        <p:xfrm>
          <a:off x="837788" y="1371106"/>
          <a:ext cx="10524725" cy="45213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4694">
                  <a:extLst>
                    <a:ext uri="{9D8B030D-6E8A-4147-A177-3AD203B41FA5}">
                      <a16:colId xmlns:a16="http://schemas.microsoft.com/office/drawing/2014/main" val="1288457354"/>
                    </a:ext>
                  </a:extLst>
                </a:gridCol>
                <a:gridCol w="2201047">
                  <a:extLst>
                    <a:ext uri="{9D8B030D-6E8A-4147-A177-3AD203B41FA5}">
                      <a16:colId xmlns:a16="http://schemas.microsoft.com/office/drawing/2014/main" val="3364976266"/>
                    </a:ext>
                  </a:extLst>
                </a:gridCol>
                <a:gridCol w="6688984">
                  <a:extLst>
                    <a:ext uri="{9D8B030D-6E8A-4147-A177-3AD203B41FA5}">
                      <a16:colId xmlns:a16="http://schemas.microsoft.com/office/drawing/2014/main" val="3898037423"/>
                    </a:ext>
                  </a:extLst>
                </a:gridCol>
              </a:tblGrid>
              <a:tr h="1452961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Andrew Wilson</a:t>
                      </a:r>
                      <a:endParaRPr lang="en-US" dirty="0"/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457200">
                        <a:buFont typeface="Arial"/>
                        <a:buChar char="•"/>
                      </a:pPr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CEO </a:t>
                      </a:r>
                      <a:r>
                        <a:rPr lang="en-US" sz="2000" b="0" i="0" u="none" strike="noStrike" noProof="0" err="1">
                          <a:solidFill>
                            <a:srgbClr val="000000"/>
                          </a:solidFill>
                          <a:latin typeface="Aptos"/>
                        </a:rPr>
                        <a:t>sinds</a:t>
                      </a:r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 2013 </a:t>
                      </a:r>
                    </a:p>
                    <a:p>
                      <a:pPr marL="457200" lvl="0" indent="-457200">
                        <a:buFont typeface="Arial"/>
                        <a:buChar char="•"/>
                      </a:pPr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Chairman of the board </a:t>
                      </a:r>
                      <a:r>
                        <a:rPr lang="en-US" sz="2000" b="0" i="0" u="none" strike="noStrike" noProof="0" err="1">
                          <a:solidFill>
                            <a:srgbClr val="000000"/>
                          </a:solidFill>
                          <a:latin typeface="Aptos"/>
                        </a:rPr>
                        <a:t>sinds</a:t>
                      </a:r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 2021</a:t>
                      </a:r>
                    </a:p>
                    <a:p>
                      <a:pPr marL="457200" lvl="0" indent="-457200">
                        <a:buFont typeface="Arial"/>
                        <a:buChar char="•"/>
                      </a:pPr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Werk al 24 </a:t>
                      </a:r>
                      <a:r>
                        <a:rPr lang="en-US" sz="2000" b="0" i="0" u="none" strike="noStrike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jaar</a:t>
                      </a:r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 </a:t>
                      </a:r>
                      <a:r>
                        <a:rPr lang="en-US" sz="2000" b="0" i="0" u="none" strike="noStrike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bij</a:t>
                      </a:r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 EA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717325"/>
                  </a:ext>
                </a:extLst>
              </a:tr>
              <a:tr h="1452961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000" b="1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/>
                        <a:t>Stuart Canfield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2000" dirty="0"/>
                        <a:t>CFO </a:t>
                      </a:r>
                      <a:r>
                        <a:rPr lang="en-US" sz="2000" dirty="0" err="1"/>
                        <a:t>sinds</a:t>
                      </a:r>
                      <a:r>
                        <a:rPr lang="en-US" sz="2000" dirty="0"/>
                        <a:t> 2023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2000" dirty="0"/>
                        <a:t>Meer dan 20 </a:t>
                      </a:r>
                      <a:r>
                        <a:rPr lang="en-US" sz="2000" err="1"/>
                        <a:t>jaar</a:t>
                      </a:r>
                      <a:r>
                        <a:rPr lang="en-US" sz="2000" dirty="0"/>
                        <a:t> </a:t>
                      </a:r>
                      <a:r>
                        <a:rPr lang="en-US" sz="2000" err="1"/>
                        <a:t>ervaring</a:t>
                      </a:r>
                      <a:r>
                        <a:rPr lang="en-US" sz="2000" dirty="0"/>
                        <a:t> </a:t>
                      </a:r>
                      <a:r>
                        <a:rPr lang="en-US" sz="2000" err="1"/>
                        <a:t>bij</a:t>
                      </a:r>
                      <a:r>
                        <a:rPr lang="en-US" sz="2000" dirty="0"/>
                        <a:t> EA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365605"/>
                  </a:ext>
                </a:extLst>
              </a:tr>
              <a:tr h="1452961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000" b="1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/>
                        <a:t>Laura Miele</a:t>
                      </a:r>
                    </a:p>
                  </a:txBody>
                  <a:tcPr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2000" b="0" i="0" u="none" strike="noStrike" noProof="0" dirty="0">
                          <a:solidFill>
                            <a:srgbClr val="161616"/>
                          </a:solidFill>
                          <a:latin typeface="Aptos"/>
                        </a:rPr>
                        <a:t>President of EA Entertainment &amp; Technology </a:t>
                      </a:r>
                      <a:r>
                        <a:rPr lang="en-US" sz="2000" b="0" i="0" u="none" strike="noStrike" noProof="0" dirty="0" err="1">
                          <a:solidFill>
                            <a:srgbClr val="161616"/>
                          </a:solidFill>
                          <a:latin typeface="Aptos"/>
                        </a:rPr>
                        <a:t>sinds</a:t>
                      </a:r>
                      <a:r>
                        <a:rPr lang="en-US" sz="2000" b="0" i="0" u="none" strike="noStrike" noProof="0" dirty="0">
                          <a:solidFill>
                            <a:srgbClr val="161616"/>
                          </a:solidFill>
                          <a:latin typeface="Aptos"/>
                        </a:rPr>
                        <a:t> 2023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2000" b="0" i="0" u="none" strike="noStrike" noProof="0" dirty="0">
                          <a:solidFill>
                            <a:srgbClr val="161616"/>
                          </a:solidFill>
                          <a:latin typeface="Aptos"/>
                        </a:rPr>
                        <a:t>Member, Board of Directors </a:t>
                      </a:r>
                      <a:r>
                        <a:rPr lang="en-US" sz="2000" b="0" i="0" u="none" strike="noStrike" noProof="0" dirty="0" err="1">
                          <a:solidFill>
                            <a:srgbClr val="161616"/>
                          </a:solidFill>
                          <a:latin typeface="Aptos"/>
                        </a:rPr>
                        <a:t>sinds</a:t>
                      </a:r>
                      <a:r>
                        <a:rPr lang="en-US" sz="2000" b="0" i="0" u="none" strike="noStrike" noProof="0" dirty="0">
                          <a:solidFill>
                            <a:srgbClr val="161616"/>
                          </a:solidFill>
                          <a:latin typeface="Aptos"/>
                        </a:rPr>
                        <a:t> 2024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2000" b="0" i="0" u="none" strike="noStrike" noProof="0" dirty="0">
                          <a:solidFill>
                            <a:srgbClr val="161616"/>
                          </a:solidFill>
                          <a:latin typeface="Aptos"/>
                        </a:rPr>
                        <a:t>Meer dan 30 </a:t>
                      </a:r>
                      <a:r>
                        <a:rPr lang="en-US" sz="2000" b="0" i="0" u="none" strike="noStrike" noProof="0" dirty="0" err="1">
                          <a:solidFill>
                            <a:srgbClr val="161616"/>
                          </a:solidFill>
                          <a:latin typeface="Aptos"/>
                        </a:rPr>
                        <a:t>jaar</a:t>
                      </a:r>
                      <a:r>
                        <a:rPr lang="en-US" sz="2000" b="0" i="0" u="none" strike="noStrike" noProof="0" dirty="0">
                          <a:solidFill>
                            <a:srgbClr val="161616"/>
                          </a:solidFill>
                          <a:latin typeface="Aptos"/>
                        </a:rPr>
                        <a:t> </a:t>
                      </a:r>
                      <a:r>
                        <a:rPr lang="en-US" sz="2000" b="0" i="0" u="none" strike="noStrike" noProof="0" dirty="0" err="1">
                          <a:solidFill>
                            <a:srgbClr val="161616"/>
                          </a:solidFill>
                          <a:latin typeface="Aptos"/>
                        </a:rPr>
                        <a:t>ervaring</a:t>
                      </a:r>
                      <a:r>
                        <a:rPr lang="en-US" sz="2000" b="0" i="0" u="none" strike="noStrike" noProof="0" dirty="0">
                          <a:solidFill>
                            <a:srgbClr val="161616"/>
                          </a:solidFill>
                          <a:latin typeface="Aptos"/>
                        </a:rPr>
                        <a:t> in gaming </a:t>
                      </a:r>
                      <a:r>
                        <a:rPr lang="en-US" sz="2000" b="0" i="0" u="none" strike="noStrike" noProof="0" dirty="0" err="1">
                          <a:solidFill>
                            <a:srgbClr val="161616"/>
                          </a:solidFill>
                          <a:latin typeface="Aptos"/>
                        </a:rPr>
                        <a:t>industrie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endParaRPr lang="en-US" sz="2000" b="0" i="0" u="none" strike="noStrike" noProof="0" dirty="0">
                        <a:solidFill>
                          <a:srgbClr val="161616"/>
                        </a:solidFill>
                        <a:latin typeface="Aptos"/>
                      </a:endParaRP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endParaRPr lang="en-US" sz="2000" b="0" i="0" u="none" strike="noStrike" noProof="0" dirty="0">
                        <a:solidFill>
                          <a:srgbClr val="161616"/>
                        </a:solidFill>
                        <a:latin typeface="Apto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791148"/>
                  </a:ext>
                </a:extLst>
              </a:tr>
            </a:tbl>
          </a:graphicData>
        </a:graphic>
      </p:graphicFrame>
      <p:pic>
        <p:nvPicPr>
          <p:cNvPr id="20" name="Picture 19" descr="Andrew Wilson">
            <a:extLst>
              <a:ext uri="{FF2B5EF4-FFF2-40B4-BE49-F238E27FC236}">
                <a16:creationId xmlns:a16="http://schemas.microsoft.com/office/drawing/2014/main" id="{16FB00BB-26F3-F0FE-1093-FBCCF94A5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319" y="1375643"/>
            <a:ext cx="1404552" cy="1419123"/>
          </a:xfrm>
          <a:prstGeom prst="rect">
            <a:avLst/>
          </a:prstGeom>
        </p:spPr>
      </p:pic>
      <p:pic>
        <p:nvPicPr>
          <p:cNvPr id="22" name="Picture 21" descr="A person sitting on a chair&#10;&#10;AI-generated content may be incorrect.">
            <a:extLst>
              <a:ext uri="{FF2B5EF4-FFF2-40B4-BE49-F238E27FC236}">
                <a16:creationId xmlns:a16="http://schemas.microsoft.com/office/drawing/2014/main" id="{D20AEF4A-510A-7D00-6FA5-E6C0A136F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723" y="2872945"/>
            <a:ext cx="1040556" cy="1390136"/>
          </a:xfrm>
          <a:prstGeom prst="rect">
            <a:avLst/>
          </a:prstGeom>
        </p:spPr>
      </p:pic>
      <p:pic>
        <p:nvPicPr>
          <p:cNvPr id="24" name="Picture 23" descr="A person in a black suit&#10;&#10;AI-generated content may be incorrect.">
            <a:extLst>
              <a:ext uri="{FF2B5EF4-FFF2-40B4-BE49-F238E27FC236}">
                <a16:creationId xmlns:a16="http://schemas.microsoft.com/office/drawing/2014/main" id="{D873122D-6048-8123-828D-C346C9F303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724" y="4293973"/>
            <a:ext cx="1050852" cy="1585783"/>
          </a:xfrm>
          <a:prstGeom prst="rect">
            <a:avLst/>
          </a:prstGeom>
        </p:spPr>
      </p:pic>
      <p:pic>
        <p:nvPicPr>
          <p:cNvPr id="27" name="Content Placeholder 3" descr="VEK Investment Club | LinkedIn">
            <a:extLst>
              <a:ext uri="{FF2B5EF4-FFF2-40B4-BE49-F238E27FC236}">
                <a16:creationId xmlns:a16="http://schemas.microsoft.com/office/drawing/2014/main" id="{53BF1996-04B0-2CEA-8817-17162813A7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6242" y="5690658"/>
            <a:ext cx="1018826" cy="967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15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9BCC78DC-4E9F-988B-73F7-B81737DC3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24" y="1521767"/>
            <a:ext cx="10410311" cy="46479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244337"/>
                </a:solidFill>
                <a:latin typeface="Lato Black" panose="020F0A02020204030203" pitchFamily="34" charset="0"/>
              </a:rPr>
              <a:t>Bedrijfsactiviteiten</a:t>
            </a:r>
            <a:endParaRPr lang="en-BE" dirty="0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pic>
        <p:nvPicPr>
          <p:cNvPr id="16" name="Content Placeholder 3" descr="VEK Investment Club | LinkedIn">
            <a:extLst>
              <a:ext uri="{FF2B5EF4-FFF2-40B4-BE49-F238E27FC236}">
                <a16:creationId xmlns:a16="http://schemas.microsoft.com/office/drawing/2014/main" id="{E2F6B083-A79D-8A00-F02E-22CF514FC3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6539" y="5700955"/>
            <a:ext cx="1018826" cy="967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039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2FED7-EE1D-1F68-E426-BADF471EF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6E91F-7F77-7D71-8906-C7C2E86E7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244337"/>
                </a:solidFill>
                <a:latin typeface="Lato Black" panose="020F0A02020204030203" pitchFamily="34" charset="0"/>
              </a:rPr>
              <a:t>Bedrijfsactiviteiten</a:t>
            </a:r>
            <a:endParaRPr lang="en-BE" dirty="0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pic>
        <p:nvPicPr>
          <p:cNvPr id="4" name="Picture 3" descr="A pie chart with numbers and a green circle&#10;&#10;AI-generated content may be incorrect.">
            <a:extLst>
              <a:ext uri="{FF2B5EF4-FFF2-40B4-BE49-F238E27FC236}">
                <a16:creationId xmlns:a16="http://schemas.microsoft.com/office/drawing/2014/main" id="{5B9BC3D8-5BEB-E03D-7716-0FDC7B597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6076" y="1982905"/>
            <a:ext cx="5531222" cy="3228414"/>
          </a:xfrm>
          <a:prstGeom prst="rect">
            <a:avLst/>
          </a:prstGeom>
        </p:spPr>
      </p:pic>
      <p:pic>
        <p:nvPicPr>
          <p:cNvPr id="5" name="Picture 4" descr="A green pie chart with white text&#10;&#10;AI-generated content may be incorrect.">
            <a:extLst>
              <a:ext uri="{FF2B5EF4-FFF2-40B4-BE49-F238E27FC236}">
                <a16:creationId xmlns:a16="http://schemas.microsoft.com/office/drawing/2014/main" id="{5E8772AE-24CC-6CE1-65F1-CD5754D41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975" y="1923965"/>
            <a:ext cx="5535707" cy="3232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32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244337"/>
                </a:solidFill>
                <a:latin typeface="Lato Black" panose="020F0A02020204030203" pitchFamily="34" charset="0"/>
              </a:rPr>
              <a:t>Financials</a:t>
            </a:r>
            <a:endParaRPr lang="en-BE" dirty="0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72403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244337"/>
                </a:solidFill>
                <a:latin typeface="Lato Black" panose="020F0A02020204030203" pitchFamily="34" charset="0"/>
              </a:rPr>
              <a:t>DCF</a:t>
            </a:r>
            <a:endParaRPr lang="en-BE" dirty="0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pic>
        <p:nvPicPr>
          <p:cNvPr id="4" name="Content Placeholder 3" descr="A screenshot of a graph&#10;&#10;AI-generated content may be incorrect.">
            <a:extLst>
              <a:ext uri="{FF2B5EF4-FFF2-40B4-BE49-F238E27FC236}">
                <a16:creationId xmlns:a16="http://schemas.microsoft.com/office/drawing/2014/main" id="{1823A770-4425-5F1C-56F2-134758589B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8126" y="2257235"/>
            <a:ext cx="10515600" cy="2578845"/>
          </a:xfrm>
        </p:spPr>
      </p:pic>
    </p:spTree>
    <p:extLst>
      <p:ext uri="{BB962C8B-B14F-4D97-AF65-F5344CB8AC3E}">
        <p14:creationId xmlns:p14="http://schemas.microsoft.com/office/powerpoint/2010/main" val="3009412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dirty="0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Peers</a:t>
            </a:r>
            <a:endParaRPr lang="nl-BE" dirty="0">
              <a:latin typeface="Lato Black" panose="020F0A02020204030203" pitchFamily="34" charset="0"/>
              <a:ea typeface="Lato Black"/>
              <a:cs typeface="Lato Black"/>
            </a:endParaRPr>
          </a:p>
        </p:txBody>
      </p:sp>
      <p:pic>
        <p:nvPicPr>
          <p:cNvPr id="4" name="Content Placeholder 3" descr="KONAMI ANNOUNCES PARTNERSHIP WITH AC Milan – TO BE FEATURED IN THE eFootball™  TITLE | KONAMI DIGITAL ENTERTAINMENT B.V.">
            <a:extLst>
              <a:ext uri="{FF2B5EF4-FFF2-40B4-BE49-F238E27FC236}">
                <a16:creationId xmlns:a16="http://schemas.microsoft.com/office/drawing/2014/main" id="{B2336E0C-985A-0E48-C9D2-527330A213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2072" r="50144"/>
          <a:stretch/>
        </p:blipFill>
        <p:spPr>
          <a:xfrm>
            <a:off x="839230" y="1843476"/>
            <a:ext cx="2705111" cy="3337096"/>
          </a:xfrm>
        </p:spPr>
      </p:pic>
      <p:pic>
        <p:nvPicPr>
          <p:cNvPr id="3" name="Picture 2" descr="A blue letter t on a black background&#10;&#10;AI-generated content may be incorrect.">
            <a:extLst>
              <a:ext uri="{FF2B5EF4-FFF2-40B4-BE49-F238E27FC236}">
                <a16:creationId xmlns:a16="http://schemas.microsoft.com/office/drawing/2014/main" id="{3C13DC10-C4D4-A2AA-8DCE-9B51E0C57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147" y="1918541"/>
            <a:ext cx="4609141" cy="3185033"/>
          </a:xfrm>
          <a:prstGeom prst="rect">
            <a:avLst/>
          </a:prstGeom>
        </p:spPr>
      </p:pic>
      <p:pic>
        <p:nvPicPr>
          <p:cNvPr id="5" name="Picture 4" descr="A logo of a game&#10;&#10;AI-generated content may be incorrect.">
            <a:extLst>
              <a:ext uri="{FF2B5EF4-FFF2-40B4-BE49-F238E27FC236}">
                <a16:creationId xmlns:a16="http://schemas.microsoft.com/office/drawing/2014/main" id="{61B720C9-73ED-202D-CA3E-E561CFE43E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3382" y="2261542"/>
            <a:ext cx="2499671" cy="2509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473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244337"/>
                </a:solidFill>
                <a:latin typeface="Lato Black" panose="020F0A02020204030203" pitchFamily="34" charset="0"/>
              </a:rPr>
              <a:t>SWOT-analyse</a:t>
            </a:r>
            <a:endParaRPr lang="en-BE" dirty="0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B78E6D-DBE9-875A-49F5-6C829EEBC2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664800"/>
              </p:ext>
            </p:extLst>
          </p:nvPr>
        </p:nvGraphicFramePr>
        <p:xfrm>
          <a:off x="837788" y="1710917"/>
          <a:ext cx="10614844" cy="3859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7422">
                  <a:extLst>
                    <a:ext uri="{9D8B030D-6E8A-4147-A177-3AD203B41FA5}">
                      <a16:colId xmlns:a16="http://schemas.microsoft.com/office/drawing/2014/main" val="1252165875"/>
                    </a:ext>
                  </a:extLst>
                </a:gridCol>
                <a:gridCol w="5307422">
                  <a:extLst>
                    <a:ext uri="{9D8B030D-6E8A-4147-A177-3AD203B41FA5}">
                      <a16:colId xmlns:a16="http://schemas.microsoft.com/office/drawing/2014/main" val="2631398563"/>
                    </a:ext>
                  </a:extLst>
                </a:gridCol>
              </a:tblGrid>
              <a:tr h="1836741">
                <a:tc>
                  <a:txBody>
                    <a:bodyPr/>
                    <a:lstStyle/>
                    <a:p>
                      <a:r>
                        <a:rPr lang="en-US" sz="2200" err="1">
                          <a:solidFill>
                            <a:schemeClr val="tx1"/>
                          </a:solidFill>
                        </a:rPr>
                        <a:t>Srengths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Veel </a:t>
                      </a:r>
                      <a:r>
                        <a:rPr lang="en-US" sz="2000" b="0" err="1">
                          <a:solidFill>
                            <a:schemeClr val="tx1"/>
                          </a:solidFill>
                        </a:rPr>
                        <a:t>licenties</a:t>
                      </a:r>
                      <a:endParaRPr lang="en-US" sz="2000" b="0">
                        <a:solidFill>
                          <a:schemeClr val="tx1"/>
                        </a:solidFill>
                      </a:endParaRP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Sterk merk </a:t>
                      </a:r>
                      <a:r>
                        <a:rPr lang="en-US" sz="2000" b="0" err="1">
                          <a:solidFill>
                            <a:schemeClr val="tx1"/>
                          </a:solidFill>
                        </a:rPr>
                        <a:t>en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b="0" err="1">
                          <a:solidFill>
                            <a:schemeClr val="tx1"/>
                          </a:solidFill>
                        </a:rPr>
                        <a:t>groot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b="0" err="1">
                          <a:solidFill>
                            <a:schemeClr val="tx1"/>
                          </a:solidFill>
                        </a:rPr>
                        <a:t>marktaandeel</a:t>
                      </a:r>
                      <a:endParaRPr lang="en-US" sz="2000" b="0">
                        <a:solidFill>
                          <a:schemeClr val="tx1"/>
                        </a:solidFill>
                      </a:endParaRP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GB" sz="20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Gross profit margin van </a:t>
                      </a:r>
                      <a:r>
                        <a:rPr lang="en-GB" sz="2000" b="1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79.4%</a:t>
                      </a:r>
                      <a:r>
                        <a:rPr lang="en-GB" sz="20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r>
                        <a:rPr lang="en-GB" sz="20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en</a:t>
                      </a:r>
                      <a:r>
                        <a:rPr lang="en-GB" sz="20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en-GB" sz="20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een</a:t>
                      </a:r>
                      <a:r>
                        <a:rPr lang="en-GB" sz="20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 operating margin van </a:t>
                      </a:r>
                      <a:r>
                        <a:rPr lang="en-GB" sz="2000" b="1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21.0%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endParaRPr lang="en-GB" sz="2000" b="1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Opportunities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2000" b="0" err="1">
                          <a:solidFill>
                            <a:schemeClr val="tx1"/>
                          </a:solidFill>
                        </a:rPr>
                        <a:t>Groeiende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b="0" err="1">
                          <a:solidFill>
                            <a:schemeClr val="tx1"/>
                          </a:solidFill>
                        </a:rPr>
                        <a:t>markt</a:t>
                      </a:r>
                      <a:endParaRPr lang="en-US" sz="2000" b="0" dirty="0" err="1">
                        <a:solidFill>
                          <a:schemeClr val="tx1"/>
                        </a:solidFill>
                      </a:endParaRP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2000" b="0" i="0" u="none" strike="noStrike" noProof="0" dirty="0" err="1">
                          <a:solidFill>
                            <a:schemeClr val="tx1"/>
                          </a:solidFill>
                          <a:latin typeface="Aptos"/>
                        </a:rPr>
                        <a:t>Uitbreiding</a:t>
                      </a:r>
                      <a:r>
                        <a:rPr lang="en-US" sz="20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 van het live service-model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20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Meer </a:t>
                      </a:r>
                      <a:r>
                        <a:rPr lang="en-US" sz="2000" b="0" i="0" u="none" strike="noStrike" noProof="0" dirty="0" err="1">
                          <a:solidFill>
                            <a:schemeClr val="tx1"/>
                          </a:solidFill>
                          <a:latin typeface="Aptos"/>
                        </a:rPr>
                        <a:t>inzetten</a:t>
                      </a:r>
                      <a:r>
                        <a:rPr lang="en-US" sz="20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 in mobile gaming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2000" b="0" i="0" u="none" strike="noStrike" noProof="0" dirty="0" err="1">
                          <a:solidFill>
                            <a:schemeClr val="tx1"/>
                          </a:solidFill>
                          <a:latin typeface="Aptos"/>
                        </a:rPr>
                        <a:t>Overname</a:t>
                      </a:r>
                      <a:r>
                        <a:rPr lang="en-US" sz="20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 TRACAB 2026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730690"/>
                  </a:ext>
                </a:extLst>
              </a:tr>
              <a:tr h="1908771"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Weaknesses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Zwakke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resultaten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EA FC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en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 Madden NFL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zorgen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voor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meeste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winst</a:t>
                      </a:r>
                      <a:endParaRPr lang="en-US" sz="2000" b="0">
                        <a:solidFill>
                          <a:schemeClr val="tx1"/>
                        </a:solidFill>
                      </a:endParaRP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2000" b="0" i="0" u="none" strike="noStrike" noProof="0" dirty="0" err="1">
                          <a:solidFill>
                            <a:schemeClr val="tx1"/>
                          </a:solidFill>
                          <a:latin typeface="Aptos"/>
                        </a:rPr>
                        <a:t>Kritiek</a:t>
                      </a:r>
                      <a:r>
                        <a:rPr lang="en-US" sz="20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 op "pay to win"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Threats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Grote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concurrentie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 in de sector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Afhankelijk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 van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grotere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 franchises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Regelgeving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rond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microtransacties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146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6288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244337"/>
                </a:solidFill>
                <a:latin typeface="Lato Black" panose="020F0A02020204030203" pitchFamily="34" charset="0"/>
              </a:rPr>
              <a:t>Conclusie</a:t>
            </a:r>
            <a:endParaRPr lang="en-BE" dirty="0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27946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244337"/>
                </a:solidFill>
                <a:latin typeface="Lato Black" panose="020F0A02020204030203" pitchFamily="34" charset="0"/>
              </a:rPr>
              <a:t>Voorstel</a:t>
            </a:r>
            <a:endParaRPr lang="en-BE" dirty="0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7373925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FD744ABC62A64EB73EBDE161BAFFAF" ma:contentTypeVersion="13" ma:contentTypeDescription="Een nieuw document maken." ma:contentTypeScope="" ma:versionID="4951167e122b31e5ded957a5580b48da">
  <xsd:schema xmlns:xsd="http://www.w3.org/2001/XMLSchema" xmlns:xs="http://www.w3.org/2001/XMLSchema" xmlns:p="http://schemas.microsoft.com/office/2006/metadata/properties" xmlns:ns2="bc1159ad-d26f-4422-9cd3-507dd7bb304b" xmlns:ns3="8645f338-6b19-47dd-a9cd-521166d8a9c7" targetNamespace="http://schemas.microsoft.com/office/2006/metadata/properties" ma:root="true" ma:fieldsID="283887a6431aabf65d426566ab0d1d71" ns2:_="" ns3:_="">
    <xsd:import namespace="bc1159ad-d26f-4422-9cd3-507dd7bb304b"/>
    <xsd:import namespace="8645f338-6b19-47dd-a9cd-521166d8a9c7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1159ad-d26f-4422-9cd3-507dd7bb304b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Afbeeldingtags" ma:readOnly="false" ma:fieldId="{5cf76f15-5ced-4ddc-b409-7134ff3c332f}" ma:taxonomyMulti="true" ma:sspId="da829b53-f82c-4818-ba9e-f50c3edd119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45f338-6b19-47dd-a9cd-521166d8a9c7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fa6b2853-0cf4-4253-bc2b-fe296ed0741f}" ma:internalName="TaxCatchAll" ma:showField="CatchAllData" ma:web="8645f338-6b19-47dd-a9cd-521166d8a9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645f338-6b19-47dd-a9cd-521166d8a9c7" xsi:nil="true"/>
    <lcf76f155ced4ddcb4097134ff3c332f xmlns="bc1159ad-d26f-4422-9cd3-507dd7bb304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DBD6C5D-4773-475C-86FF-2D05E05934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1159ad-d26f-4422-9cd3-507dd7bb304b"/>
    <ds:schemaRef ds:uri="8645f338-6b19-47dd-a9cd-521166d8a9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176AE51-6F4C-460E-A4C6-2DFD6C1DFC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040381-67DD-4FBC-ACE0-362DC6FCCAC6}">
  <ds:schemaRefs>
    <ds:schemaRef ds:uri="http://www.w3.org/XML/1998/namespace"/>
    <ds:schemaRef ds:uri="http://schemas.microsoft.com/office/2006/documentManagement/types"/>
    <ds:schemaRef ds:uri="http://purl.org/dc/dcmitype/"/>
    <ds:schemaRef ds:uri="8645f338-6b19-47dd-a9cd-521166d8a9c7"/>
    <ds:schemaRef ds:uri="http://purl.org/dc/elements/1.1/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bc1159ad-d26f-4422-9cd3-507dd7bb304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Widescreen</PresentationFormat>
  <Paragraphs>12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Kantoorthema</vt:lpstr>
      <vt:lpstr>Custom Design</vt:lpstr>
      <vt:lpstr>Electronic Arts (EA)</vt:lpstr>
      <vt:lpstr>Korte inleiding</vt:lpstr>
      <vt:lpstr>Geschiedenis</vt:lpstr>
      <vt:lpstr>Management</vt:lpstr>
      <vt:lpstr>Bedrijfsactiviteiten</vt:lpstr>
      <vt:lpstr>Bedrijfsactiviteiten</vt:lpstr>
      <vt:lpstr>Financials</vt:lpstr>
      <vt:lpstr>DCF</vt:lpstr>
      <vt:lpstr>Peers</vt:lpstr>
      <vt:lpstr>SWOT-analyse</vt:lpstr>
      <vt:lpstr>Conclusie</vt:lpstr>
      <vt:lpstr>Voorstel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Vek investment club</dc:title>
  <dc:creator>Investment Club | VEK</dc:creator>
  <cp:lastModifiedBy>Investment Club | VEK</cp:lastModifiedBy>
  <cp:revision>366</cp:revision>
  <cp:lastPrinted>2024-07-16T07:40:55Z</cp:lastPrinted>
  <dcterms:created xsi:type="dcterms:W3CDTF">2024-07-09T18:43:59Z</dcterms:created>
  <dcterms:modified xsi:type="dcterms:W3CDTF">2025-03-06T16:50:29Z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0x01010004FD744ABC62A64EB73EBDE161BAFFAF</vt:lpwstr>
  </property>
  <property fmtid="{D5CDD505-2E9C-101B-9397-08002B2CF9AE}" pid="3" name="MediaServiceImageTags">
    <vt:lpwstr/>
  </property>
</Properties>
</file>
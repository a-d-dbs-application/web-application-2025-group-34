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B58251-2DE5-003B-2C98-B70E8434FA32}" v="12" dt="2024-10-31T19:17:34.015"/>
    <p1510:client id="{2DAE4D53-84D0-1B5F-9F73-49B00BFD3E64}" v="19" dt="2024-10-31T18:55:43.971"/>
    <p1510:client id="{47F2DE5D-5B6B-4B98-8B0F-914730EEF478}" v="152" dt="2024-10-31T19:19:01.896"/>
    <p1510:client id="{62E82956-B709-9CF2-32EB-7AF4FD9077F4}" v="5" dt="2024-10-31T18:55:41.334"/>
    <p1510:client id="{67943829-C500-F7B8-9EEC-8DB544DB507C}" v="3" dt="2024-10-31T19:16:17.669"/>
    <p1510:client id="{8C4FE800-4D0C-B1FF-DB8C-130ADBE98AF9}" v="1" dt="2024-10-31T19:16:10.468"/>
    <p1510:client id="{99FE745B-A8A9-9D3D-E620-67BCB012C63F}" v="4" dt="2024-10-31T19:08:54.722"/>
    <p1510:client id="{9BF4CC3D-8975-25E0-56F0-408BBE9312C2}" v="9" dt="2024-10-31T18:55:42.644"/>
    <p1510:client id="{9DCA1B33-9B8E-F50B-EC7E-53F9EFDEDEDD}" v="6" dt="2024-10-31T19:32:17.693"/>
    <p1510:client id="{C9C17366-D0B2-3807-4053-15CF0BB1A739}" v="562" dt="2024-10-31T19:41:58.173"/>
    <p1510:client id="{E0349060-0330-37A2-DD3A-676CE1C1555A}" v="1" dt="2024-10-31T18:55:40.692"/>
    <p1510:client id="{E776D694-C424-2B3F-CE27-B94D246B6713}" v="144" dt="2024-10-31T19:53:07.028"/>
    <p1510:client id="{F5790CC7-71C8-7C0D-8351-EFC66F57C6F3}" v="14" dt="2024-10-31T19:34:54.7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stgebruiker" userId="S::urn:spo:anon#a2b69085110383f6d9ac90c27265563209d3aa818a21a053fe0bf64eb99735f5::" providerId="AD" clId="Web-{9BF4CC3D-8975-25E0-56F0-408BBE9312C2}"/>
    <pc:docChg chg="modSld">
      <pc:chgData name="Gastgebruiker" userId="S::urn:spo:anon#a2b69085110383f6d9ac90c27265563209d3aa818a21a053fe0bf64eb99735f5::" providerId="AD" clId="Web-{9BF4CC3D-8975-25E0-56F0-408BBE9312C2}" dt="2024-10-31T18:55:42.644" v="8" actId="20577"/>
      <pc:docMkLst>
        <pc:docMk/>
      </pc:docMkLst>
      <pc:sldChg chg="modSp">
        <pc:chgData name="Gastgebruiker" userId="S::urn:spo:anon#a2b69085110383f6d9ac90c27265563209d3aa818a21a053fe0bf64eb99735f5::" providerId="AD" clId="Web-{9BF4CC3D-8975-25E0-56F0-408BBE9312C2}" dt="2024-10-31T18:55:42.644" v="8" actId="20577"/>
        <pc:sldMkLst>
          <pc:docMk/>
          <pc:sldMk cId="3351439039" sldId="256"/>
        </pc:sldMkLst>
        <pc:spChg chg="mod">
          <ac:chgData name="Gastgebruiker" userId="S::urn:spo:anon#a2b69085110383f6d9ac90c27265563209d3aa818a21a053fe0bf64eb99735f5::" providerId="AD" clId="Web-{9BF4CC3D-8975-25E0-56F0-408BBE9312C2}" dt="2024-10-31T18:55:42.644" v="8" actId="20577"/>
          <ac:spMkLst>
            <pc:docMk/>
            <pc:sldMk cId="3351439039" sldId="256"/>
            <ac:spMk id="3" creationId="{00000000-0000-0000-0000-000000000000}"/>
          </ac:spMkLst>
        </pc:spChg>
      </pc:sldChg>
    </pc:docChg>
  </pc:docChgLst>
  <pc:docChgLst>
    <pc:chgData name="Gastgebruiker" userId="S::urn:spo:anon#a2b69085110383f6d9ac90c27265563209d3aa818a21a053fe0bf64eb99735f5::" providerId="AD" clId="Web-{F5790CC7-71C8-7C0D-8351-EFC66F57C6F3}"/>
    <pc:docChg chg="addSld modSld sldOrd">
      <pc:chgData name="Gastgebruiker" userId="S::urn:spo:anon#a2b69085110383f6d9ac90c27265563209d3aa818a21a053fe0bf64eb99735f5::" providerId="AD" clId="Web-{F5790CC7-71C8-7C0D-8351-EFC66F57C6F3}" dt="2024-10-31T19:34:54.785" v="13"/>
      <pc:docMkLst>
        <pc:docMk/>
      </pc:docMkLst>
      <pc:sldChg chg="modSp">
        <pc:chgData name="Gastgebruiker" userId="S::urn:spo:anon#a2b69085110383f6d9ac90c27265563209d3aa818a21a053fe0bf64eb99735f5::" providerId="AD" clId="Web-{F5790CC7-71C8-7C0D-8351-EFC66F57C6F3}" dt="2024-10-31T19:10:23.146" v="5" actId="20577"/>
        <pc:sldMkLst>
          <pc:docMk/>
          <pc:sldMk cId="3351439039" sldId="256"/>
        </pc:sldMkLst>
        <pc:spChg chg="mod">
          <ac:chgData name="Gastgebruiker" userId="S::urn:spo:anon#a2b69085110383f6d9ac90c27265563209d3aa818a21a053fe0bf64eb99735f5::" providerId="AD" clId="Web-{F5790CC7-71C8-7C0D-8351-EFC66F57C6F3}" dt="2024-10-31T19:10:23.146" v="5" actId="20577"/>
          <ac:spMkLst>
            <pc:docMk/>
            <pc:sldMk cId="3351439039" sldId="256"/>
            <ac:spMk id="2" creationId="{00000000-0000-0000-0000-000000000000}"/>
          </ac:spMkLst>
        </pc:spChg>
      </pc:sldChg>
      <pc:sldChg chg="modSp ord">
        <pc:chgData name="Gastgebruiker" userId="S::urn:spo:anon#a2b69085110383f6d9ac90c27265563209d3aa818a21a053fe0bf64eb99735f5::" providerId="AD" clId="Web-{F5790CC7-71C8-7C0D-8351-EFC66F57C6F3}" dt="2024-10-31T19:18:00.585" v="11" actId="20577"/>
        <pc:sldMkLst>
          <pc:docMk/>
          <pc:sldMk cId="1312961295" sldId="259"/>
        </pc:sldMkLst>
        <pc:spChg chg="mod">
          <ac:chgData name="Gastgebruiker" userId="S::urn:spo:anon#a2b69085110383f6d9ac90c27265563209d3aa818a21a053fe0bf64eb99735f5::" providerId="AD" clId="Web-{F5790CC7-71C8-7C0D-8351-EFC66F57C6F3}" dt="2024-10-31T19:18:00.585" v="11" actId="20577"/>
          <ac:spMkLst>
            <pc:docMk/>
            <pc:sldMk cId="1312961295" sldId="259"/>
            <ac:spMk id="3" creationId="{14BCC45B-324B-348D-ACC3-FDB1E13836F7}"/>
          </ac:spMkLst>
        </pc:spChg>
      </pc:sldChg>
      <pc:sldChg chg="modSp">
        <pc:chgData name="Gastgebruiker" userId="S::urn:spo:anon#a2b69085110383f6d9ac90c27265563209d3aa818a21a053fe0bf64eb99735f5::" providerId="AD" clId="Web-{F5790CC7-71C8-7C0D-8351-EFC66F57C6F3}" dt="2024-10-31T19:32:00.325" v="12" actId="20577"/>
        <pc:sldMkLst>
          <pc:docMk/>
          <pc:sldMk cId="3373314402" sldId="260"/>
        </pc:sldMkLst>
        <pc:spChg chg="mod">
          <ac:chgData name="Gastgebruiker" userId="S::urn:spo:anon#a2b69085110383f6d9ac90c27265563209d3aa818a21a053fe0bf64eb99735f5::" providerId="AD" clId="Web-{F5790CC7-71C8-7C0D-8351-EFC66F57C6F3}" dt="2024-10-31T19:32:00.325" v="12" actId="20577"/>
          <ac:spMkLst>
            <pc:docMk/>
            <pc:sldMk cId="3373314402" sldId="260"/>
            <ac:spMk id="3" creationId="{4CDFA7BE-281B-024A-5D6B-674B1C3FB052}"/>
          </ac:spMkLst>
        </pc:spChg>
      </pc:sldChg>
      <pc:sldChg chg="new">
        <pc:chgData name="Gastgebruiker" userId="S::urn:spo:anon#a2b69085110383f6d9ac90c27265563209d3aa818a21a053fe0bf64eb99735f5::" providerId="AD" clId="Web-{F5790CC7-71C8-7C0D-8351-EFC66F57C6F3}" dt="2024-10-31T19:34:54.785" v="13"/>
        <pc:sldMkLst>
          <pc:docMk/>
          <pc:sldMk cId="517714644" sldId="261"/>
        </pc:sldMkLst>
      </pc:sldChg>
    </pc:docChg>
  </pc:docChgLst>
  <pc:docChgLst>
    <pc:chgData name="Gastgebruiker" userId="S::urn:spo:anon#0c8ebf4ffc2ccb43bdc5c682ec810329cc514d6b206b79b28f57085294cb67db::" providerId="AD" clId="Web-{8C4FE800-4D0C-B1FF-DB8C-130ADBE98AF9}"/>
    <pc:docChg chg="sldOrd">
      <pc:chgData name="Gastgebruiker" userId="S::urn:spo:anon#0c8ebf4ffc2ccb43bdc5c682ec810329cc514d6b206b79b28f57085294cb67db::" providerId="AD" clId="Web-{8C4FE800-4D0C-B1FF-DB8C-130ADBE98AF9}" dt="2024-10-31T19:16:10.468" v="0"/>
      <pc:docMkLst>
        <pc:docMk/>
      </pc:docMkLst>
      <pc:sldChg chg="ord">
        <pc:chgData name="Gastgebruiker" userId="S::urn:spo:anon#0c8ebf4ffc2ccb43bdc5c682ec810329cc514d6b206b79b28f57085294cb67db::" providerId="AD" clId="Web-{8C4FE800-4D0C-B1FF-DB8C-130ADBE98AF9}" dt="2024-10-31T19:16:10.468" v="0"/>
        <pc:sldMkLst>
          <pc:docMk/>
          <pc:sldMk cId="1312961295" sldId="259"/>
        </pc:sldMkLst>
      </pc:sldChg>
    </pc:docChg>
  </pc:docChgLst>
  <pc:docChgLst>
    <pc:chgData name="Gastgebruiker" userId="S::urn:spo:anon#a2b69085110383f6d9ac90c27265563209d3aa818a21a053fe0bf64eb99735f5::" providerId="AD" clId="Web-{C9C17366-D0B2-3807-4053-15CF0BB1A739}"/>
    <pc:docChg chg="addSld modSld">
      <pc:chgData name="Gastgebruiker" userId="S::urn:spo:anon#a2b69085110383f6d9ac90c27265563209d3aa818a21a053fe0bf64eb99735f5::" providerId="AD" clId="Web-{C9C17366-D0B2-3807-4053-15CF0BB1A739}" dt="2024-10-31T19:41:58.173" v="576" actId="20577"/>
      <pc:docMkLst>
        <pc:docMk/>
      </pc:docMkLst>
      <pc:sldChg chg="modSp">
        <pc:chgData name="Gastgebruiker" userId="S::urn:spo:anon#a2b69085110383f6d9ac90c27265563209d3aa818a21a053fe0bf64eb99735f5::" providerId="AD" clId="Web-{C9C17366-D0B2-3807-4053-15CF0BB1A739}" dt="2024-10-31T19:25:50.334" v="182" actId="20577"/>
        <pc:sldMkLst>
          <pc:docMk/>
          <pc:sldMk cId="1312961295" sldId="259"/>
        </pc:sldMkLst>
        <pc:spChg chg="mod">
          <ac:chgData name="Gastgebruiker" userId="S::urn:spo:anon#a2b69085110383f6d9ac90c27265563209d3aa818a21a053fe0bf64eb99735f5::" providerId="AD" clId="Web-{C9C17366-D0B2-3807-4053-15CF0BB1A739}" dt="2024-10-31T19:25:50.334" v="182" actId="20577"/>
          <ac:spMkLst>
            <pc:docMk/>
            <pc:sldMk cId="1312961295" sldId="259"/>
            <ac:spMk id="3" creationId="{14BCC45B-324B-348D-ACC3-FDB1E13836F7}"/>
          </ac:spMkLst>
        </pc:spChg>
      </pc:sldChg>
      <pc:sldChg chg="modSp new">
        <pc:chgData name="Gastgebruiker" userId="S::urn:spo:anon#a2b69085110383f6d9ac90c27265563209d3aa818a21a053fe0bf64eb99735f5::" providerId="AD" clId="Web-{C9C17366-D0B2-3807-4053-15CF0BB1A739}" dt="2024-10-31T19:41:58.173" v="576" actId="20577"/>
        <pc:sldMkLst>
          <pc:docMk/>
          <pc:sldMk cId="3373314402" sldId="260"/>
        </pc:sldMkLst>
        <pc:spChg chg="mod">
          <ac:chgData name="Gastgebruiker" userId="S::urn:spo:anon#a2b69085110383f6d9ac90c27265563209d3aa818a21a053fe0bf64eb99735f5::" providerId="AD" clId="Web-{C9C17366-D0B2-3807-4053-15CF0BB1A739}" dt="2024-10-31T19:33:23.289" v="360" actId="20577"/>
          <ac:spMkLst>
            <pc:docMk/>
            <pc:sldMk cId="3373314402" sldId="260"/>
            <ac:spMk id="2" creationId="{4955A32D-5234-0AB0-0460-315248D3FCDE}"/>
          </ac:spMkLst>
        </pc:spChg>
        <pc:spChg chg="mod">
          <ac:chgData name="Gastgebruiker" userId="S::urn:spo:anon#a2b69085110383f6d9ac90c27265563209d3aa818a21a053fe0bf64eb99735f5::" providerId="AD" clId="Web-{C9C17366-D0B2-3807-4053-15CF0BB1A739}" dt="2024-10-31T19:41:58.173" v="576" actId="20577"/>
          <ac:spMkLst>
            <pc:docMk/>
            <pc:sldMk cId="3373314402" sldId="260"/>
            <ac:spMk id="3" creationId="{4CDFA7BE-281B-024A-5D6B-674B1C3FB052}"/>
          </ac:spMkLst>
        </pc:spChg>
      </pc:sldChg>
    </pc:docChg>
  </pc:docChgLst>
  <pc:docChgLst>
    <pc:chgData name="Gastgebruiker" userId="S::urn:spo:anon#a2b69085110383f6d9ac90c27265563209d3aa818a21a053fe0bf64eb99735f5::" providerId="AD" clId="Web-{E776D694-C424-2B3F-CE27-B94D246B6713}"/>
    <pc:docChg chg="addSld modSld">
      <pc:chgData name="Gastgebruiker" userId="S::urn:spo:anon#a2b69085110383f6d9ac90c27265563209d3aa818a21a053fe0bf64eb99735f5::" providerId="AD" clId="Web-{E776D694-C424-2B3F-CE27-B94D246B6713}" dt="2024-10-31T19:53:07.028" v="141" actId="20577"/>
      <pc:docMkLst>
        <pc:docMk/>
      </pc:docMkLst>
      <pc:sldChg chg="modSp">
        <pc:chgData name="Gastgebruiker" userId="S::urn:spo:anon#a2b69085110383f6d9ac90c27265563209d3aa818a21a053fe0bf64eb99735f5::" providerId="AD" clId="Web-{E776D694-C424-2B3F-CE27-B94D246B6713}" dt="2024-10-31T19:44:39.485" v="7" actId="20577"/>
        <pc:sldMkLst>
          <pc:docMk/>
          <pc:sldMk cId="3373314402" sldId="260"/>
        </pc:sldMkLst>
        <pc:spChg chg="mod">
          <ac:chgData name="Gastgebruiker" userId="S::urn:spo:anon#a2b69085110383f6d9ac90c27265563209d3aa818a21a053fe0bf64eb99735f5::" providerId="AD" clId="Web-{E776D694-C424-2B3F-CE27-B94D246B6713}" dt="2024-10-31T19:44:39.485" v="7" actId="20577"/>
          <ac:spMkLst>
            <pc:docMk/>
            <pc:sldMk cId="3373314402" sldId="260"/>
            <ac:spMk id="3" creationId="{4CDFA7BE-281B-024A-5D6B-674B1C3FB052}"/>
          </ac:spMkLst>
        </pc:spChg>
      </pc:sldChg>
      <pc:sldChg chg="addSp modSp">
        <pc:chgData name="Gastgebruiker" userId="S::urn:spo:anon#a2b69085110383f6d9ac90c27265563209d3aa818a21a053fe0bf64eb99735f5::" providerId="AD" clId="Web-{E776D694-C424-2B3F-CE27-B94D246B6713}" dt="2024-10-31T19:37:59.080" v="5" actId="14100"/>
        <pc:sldMkLst>
          <pc:docMk/>
          <pc:sldMk cId="517714644" sldId="261"/>
        </pc:sldMkLst>
        <pc:picChg chg="add mod">
          <ac:chgData name="Gastgebruiker" userId="S::urn:spo:anon#a2b69085110383f6d9ac90c27265563209d3aa818a21a053fe0bf64eb99735f5::" providerId="AD" clId="Web-{E776D694-C424-2B3F-CE27-B94D246B6713}" dt="2024-10-31T19:37:59.080" v="5" actId="14100"/>
          <ac:picMkLst>
            <pc:docMk/>
            <pc:sldMk cId="517714644" sldId="261"/>
            <ac:picMk id="3" creationId="{30716BB4-4774-9390-E5BC-4BF72594DBF4}"/>
          </ac:picMkLst>
        </pc:picChg>
      </pc:sldChg>
      <pc:sldChg chg="modSp new">
        <pc:chgData name="Gastgebruiker" userId="S::urn:spo:anon#a2b69085110383f6d9ac90c27265563209d3aa818a21a053fe0bf64eb99735f5::" providerId="AD" clId="Web-{E776D694-C424-2B3F-CE27-B94D246B6713}" dt="2024-10-31T19:53:07.028" v="141" actId="20577"/>
        <pc:sldMkLst>
          <pc:docMk/>
          <pc:sldMk cId="2569943332" sldId="262"/>
        </pc:sldMkLst>
        <pc:spChg chg="mod">
          <ac:chgData name="Gastgebruiker" userId="S::urn:spo:anon#a2b69085110383f6d9ac90c27265563209d3aa818a21a053fe0bf64eb99735f5::" providerId="AD" clId="Web-{E776D694-C424-2B3F-CE27-B94D246B6713}" dt="2024-10-31T19:47:14.653" v="21" actId="20577"/>
          <ac:spMkLst>
            <pc:docMk/>
            <pc:sldMk cId="2569943332" sldId="262"/>
            <ac:spMk id="2" creationId="{785BCAFE-1756-A9D6-CE72-9A14BCDA0F70}"/>
          </ac:spMkLst>
        </pc:spChg>
        <pc:spChg chg="mod">
          <ac:chgData name="Gastgebruiker" userId="S::urn:spo:anon#a2b69085110383f6d9ac90c27265563209d3aa818a21a053fe0bf64eb99735f5::" providerId="AD" clId="Web-{E776D694-C424-2B3F-CE27-B94D246B6713}" dt="2024-10-31T19:53:07.028" v="141" actId="20577"/>
          <ac:spMkLst>
            <pc:docMk/>
            <pc:sldMk cId="2569943332" sldId="262"/>
            <ac:spMk id="3" creationId="{4B8D79B1-60AD-96B7-FC2E-E3618CE5F687}"/>
          </ac:spMkLst>
        </pc:spChg>
      </pc:sldChg>
    </pc:docChg>
  </pc:docChgLst>
  <pc:docChgLst>
    <pc:chgData name="Gastgebruiker" userId="S::urn:spo:anon#0c8ebf4ffc2ccb43bdc5c682ec810329cc514d6b206b79b28f57085294cb67db::" providerId="AD" clId="Web-{17B58251-2DE5-003B-2C98-B70E8434FA32}"/>
    <pc:docChg chg="modSld sldOrd">
      <pc:chgData name="Gastgebruiker" userId="S::urn:spo:anon#0c8ebf4ffc2ccb43bdc5c682ec810329cc514d6b206b79b28f57085294cb67db::" providerId="AD" clId="Web-{17B58251-2DE5-003B-2C98-B70E8434FA32}" dt="2024-10-31T19:17:34.015" v="11"/>
      <pc:docMkLst>
        <pc:docMk/>
      </pc:docMkLst>
      <pc:sldChg chg="modSp">
        <pc:chgData name="Gastgebruiker" userId="S::urn:spo:anon#0c8ebf4ffc2ccb43bdc5c682ec810329cc514d6b206b79b28f57085294cb67db::" providerId="AD" clId="Web-{17B58251-2DE5-003B-2C98-B70E8434FA32}" dt="2024-10-31T19:17:19.827" v="10" actId="20577"/>
        <pc:sldMkLst>
          <pc:docMk/>
          <pc:sldMk cId="1988458155" sldId="257"/>
        </pc:sldMkLst>
        <pc:spChg chg="mod">
          <ac:chgData name="Gastgebruiker" userId="S::urn:spo:anon#0c8ebf4ffc2ccb43bdc5c682ec810329cc514d6b206b79b28f57085294cb67db::" providerId="AD" clId="Web-{17B58251-2DE5-003B-2C98-B70E8434FA32}" dt="2024-10-31T19:17:19.827" v="10" actId="20577"/>
          <ac:spMkLst>
            <pc:docMk/>
            <pc:sldMk cId="1988458155" sldId="257"/>
            <ac:spMk id="3" creationId="{E825A266-FFDD-3B7F-60FD-ECAF4465E954}"/>
          </ac:spMkLst>
        </pc:spChg>
      </pc:sldChg>
      <pc:sldChg chg="ord">
        <pc:chgData name="Gastgebruiker" userId="S::urn:spo:anon#0c8ebf4ffc2ccb43bdc5c682ec810329cc514d6b206b79b28f57085294cb67db::" providerId="AD" clId="Web-{17B58251-2DE5-003B-2C98-B70E8434FA32}" dt="2024-10-31T19:17:34.015" v="11"/>
        <pc:sldMkLst>
          <pc:docMk/>
          <pc:sldMk cId="1312961295" sldId="259"/>
        </pc:sldMkLst>
      </pc:sldChg>
    </pc:docChg>
  </pc:docChgLst>
  <pc:docChgLst>
    <pc:chgData name="Gastgebruiker" userId="S::urn:spo:anon#0c8ebf4ffc2ccb43bdc5c682ec810329cc514d6b206b79b28f57085294cb67db::" providerId="AD" clId="Web-{67943829-C500-F7B8-9EEC-8DB544DB507C}"/>
    <pc:docChg chg="modSld">
      <pc:chgData name="Gastgebruiker" userId="S::urn:spo:anon#0c8ebf4ffc2ccb43bdc5c682ec810329cc514d6b206b79b28f57085294cb67db::" providerId="AD" clId="Web-{67943829-C500-F7B8-9EEC-8DB544DB507C}" dt="2024-10-31T19:16:17.669" v="2" actId="20577"/>
      <pc:docMkLst>
        <pc:docMk/>
      </pc:docMkLst>
      <pc:sldChg chg="modSp">
        <pc:chgData name="Gastgebruiker" userId="S::urn:spo:anon#0c8ebf4ffc2ccb43bdc5c682ec810329cc514d6b206b79b28f57085294cb67db::" providerId="AD" clId="Web-{67943829-C500-F7B8-9EEC-8DB544DB507C}" dt="2024-10-31T19:16:17.669" v="2" actId="20577"/>
        <pc:sldMkLst>
          <pc:docMk/>
          <pc:sldMk cId="1312961295" sldId="259"/>
        </pc:sldMkLst>
        <pc:spChg chg="mod">
          <ac:chgData name="Gastgebruiker" userId="S::urn:spo:anon#0c8ebf4ffc2ccb43bdc5c682ec810329cc514d6b206b79b28f57085294cb67db::" providerId="AD" clId="Web-{67943829-C500-F7B8-9EEC-8DB544DB507C}" dt="2024-10-31T19:16:17.669" v="2" actId="20577"/>
          <ac:spMkLst>
            <pc:docMk/>
            <pc:sldMk cId="1312961295" sldId="259"/>
            <ac:spMk id="5" creationId="{041844DE-3AB3-FE41-ECFF-F9B1D8D89D46}"/>
          </ac:spMkLst>
        </pc:spChg>
      </pc:sldChg>
    </pc:docChg>
  </pc:docChgLst>
  <pc:docChgLst>
    <pc:chgData name="Gastgebruiker" userId="S::urn:spo:anon#a2b69085110383f6d9ac90c27265563209d3aa818a21a053fe0bf64eb99735f5::" providerId="AD" clId="Web-{2DAE4D53-84D0-1B5F-9F73-49B00BFD3E64}"/>
    <pc:docChg chg="modSld">
      <pc:chgData name="Gastgebruiker" userId="S::urn:spo:anon#a2b69085110383f6d9ac90c27265563209d3aa818a21a053fe0bf64eb99735f5::" providerId="AD" clId="Web-{2DAE4D53-84D0-1B5F-9F73-49B00BFD3E64}" dt="2024-10-31T18:55:43.971" v="18" actId="20577"/>
      <pc:docMkLst>
        <pc:docMk/>
      </pc:docMkLst>
      <pc:sldChg chg="modSp">
        <pc:chgData name="Gastgebruiker" userId="S::urn:spo:anon#a2b69085110383f6d9ac90c27265563209d3aa818a21a053fe0bf64eb99735f5::" providerId="AD" clId="Web-{2DAE4D53-84D0-1B5F-9F73-49B00BFD3E64}" dt="2024-10-31T18:55:43.971" v="18" actId="20577"/>
        <pc:sldMkLst>
          <pc:docMk/>
          <pc:sldMk cId="3351439039" sldId="256"/>
        </pc:sldMkLst>
        <pc:spChg chg="mod">
          <ac:chgData name="Gastgebruiker" userId="S::urn:spo:anon#a2b69085110383f6d9ac90c27265563209d3aa818a21a053fe0bf64eb99735f5::" providerId="AD" clId="Web-{2DAE4D53-84D0-1B5F-9F73-49B00BFD3E64}" dt="2024-10-31T18:55:43.971" v="18" actId="20577"/>
          <ac:spMkLst>
            <pc:docMk/>
            <pc:sldMk cId="3351439039" sldId="256"/>
            <ac:spMk id="2" creationId="{00000000-0000-0000-0000-000000000000}"/>
          </ac:spMkLst>
        </pc:spChg>
      </pc:sldChg>
    </pc:docChg>
  </pc:docChgLst>
  <pc:docChgLst>
    <pc:chgData name="Investment Club | VEK" userId="S::investmentclub@vek.be::fccfcf99-cb57-4190-863c-7d6490e7bab2" providerId="AD" clId="Web-{9DCA1B33-9B8E-F50B-EC7E-53F9EFDEDEDD}"/>
    <pc:docChg chg="modSld">
      <pc:chgData name="Investment Club | VEK" userId="S::investmentclub@vek.be::fccfcf99-cb57-4190-863c-7d6490e7bab2" providerId="AD" clId="Web-{9DCA1B33-9B8E-F50B-EC7E-53F9EFDEDEDD}" dt="2024-10-31T19:32:17.693" v="4" actId="1076"/>
      <pc:docMkLst>
        <pc:docMk/>
      </pc:docMkLst>
      <pc:sldChg chg="addSp modSp">
        <pc:chgData name="Investment Club | VEK" userId="S::investmentclub@vek.be::fccfcf99-cb57-4190-863c-7d6490e7bab2" providerId="AD" clId="Web-{9DCA1B33-9B8E-F50B-EC7E-53F9EFDEDEDD}" dt="2024-10-31T19:32:17.693" v="4" actId="1076"/>
        <pc:sldMkLst>
          <pc:docMk/>
          <pc:sldMk cId="1988458155" sldId="257"/>
        </pc:sldMkLst>
        <pc:picChg chg="add mod">
          <ac:chgData name="Investment Club | VEK" userId="S::investmentclub@vek.be::fccfcf99-cb57-4190-863c-7d6490e7bab2" providerId="AD" clId="Web-{9DCA1B33-9B8E-F50B-EC7E-53F9EFDEDEDD}" dt="2024-10-31T19:32:17.693" v="4" actId="1076"/>
          <ac:picMkLst>
            <pc:docMk/>
            <pc:sldMk cId="1988458155" sldId="257"/>
            <ac:picMk id="2" creationId="{1CFC325E-0177-8092-1D68-54B73ACDBBBB}"/>
          </ac:picMkLst>
        </pc:picChg>
      </pc:sldChg>
    </pc:docChg>
  </pc:docChgLst>
  <pc:docChgLst>
    <pc:chgData name="Gastgebruiker" userId="S::urn:spo:anon#0c8ebf4ffc2ccb43bdc5c682ec810329cc514d6b206b79b28f57085294cb67db::" providerId="AD" clId="Web-{62E82956-B709-9CF2-32EB-7AF4FD9077F4}"/>
    <pc:docChg chg="addSld modSld">
      <pc:chgData name="Gastgebruiker" userId="S::urn:spo:anon#0c8ebf4ffc2ccb43bdc5c682ec810329cc514d6b206b79b28f57085294cb67db::" providerId="AD" clId="Web-{62E82956-B709-9CF2-32EB-7AF4FD9077F4}" dt="2024-10-31T18:55:41.334" v="4" actId="20577"/>
      <pc:docMkLst>
        <pc:docMk/>
      </pc:docMkLst>
      <pc:sldChg chg="modSp new">
        <pc:chgData name="Gastgebruiker" userId="S::urn:spo:anon#0c8ebf4ffc2ccb43bdc5c682ec810329cc514d6b206b79b28f57085294cb67db::" providerId="AD" clId="Web-{62E82956-B709-9CF2-32EB-7AF4FD9077F4}" dt="2024-10-31T18:55:41.334" v="4" actId="20577"/>
        <pc:sldMkLst>
          <pc:docMk/>
          <pc:sldMk cId="1988458155" sldId="257"/>
        </pc:sldMkLst>
        <pc:spChg chg="mod">
          <ac:chgData name="Gastgebruiker" userId="S::urn:spo:anon#0c8ebf4ffc2ccb43bdc5c682ec810329cc514d6b206b79b28f57085294cb67db::" providerId="AD" clId="Web-{62E82956-B709-9CF2-32EB-7AF4FD9077F4}" dt="2024-10-31T18:55:41.334" v="4" actId="20577"/>
          <ac:spMkLst>
            <pc:docMk/>
            <pc:sldMk cId="1988458155" sldId="257"/>
            <ac:spMk id="3" creationId="{E825A266-FFDD-3B7F-60FD-ECAF4465E954}"/>
          </ac:spMkLst>
        </pc:spChg>
      </pc:sldChg>
    </pc:docChg>
  </pc:docChgLst>
  <pc:docChgLst>
    <pc:chgData name="Gastgebruiker" userId="S::urn:spo:anon#a2b69085110383f6d9ac90c27265563209d3aa818a21a053fe0bf64eb99735f5::" providerId="AD" clId="Web-{99FE745B-A8A9-9D3D-E620-67BCB012C63F}"/>
    <pc:docChg chg="modSld">
      <pc:chgData name="Gastgebruiker" userId="S::urn:spo:anon#a2b69085110383f6d9ac90c27265563209d3aa818a21a053fe0bf64eb99735f5::" providerId="AD" clId="Web-{99FE745B-A8A9-9D3D-E620-67BCB012C63F}" dt="2024-10-31T19:08:52.113" v="1" actId="20577"/>
      <pc:docMkLst>
        <pc:docMk/>
      </pc:docMkLst>
      <pc:sldChg chg="modSp">
        <pc:chgData name="Gastgebruiker" userId="S::urn:spo:anon#a2b69085110383f6d9ac90c27265563209d3aa818a21a053fe0bf64eb99735f5::" providerId="AD" clId="Web-{99FE745B-A8A9-9D3D-E620-67BCB012C63F}" dt="2024-10-31T19:08:52.113" v="1" actId="20577"/>
        <pc:sldMkLst>
          <pc:docMk/>
          <pc:sldMk cId="3351439039" sldId="256"/>
        </pc:sldMkLst>
        <pc:spChg chg="mod">
          <ac:chgData name="Gastgebruiker" userId="S::urn:spo:anon#a2b69085110383f6d9ac90c27265563209d3aa818a21a053fe0bf64eb99735f5::" providerId="AD" clId="Web-{99FE745B-A8A9-9D3D-E620-67BCB012C63F}" dt="2024-10-31T19:08:38.081" v="0" actId="20577"/>
          <ac:spMkLst>
            <pc:docMk/>
            <pc:sldMk cId="3351439039" sldId="256"/>
            <ac:spMk id="2" creationId="{00000000-0000-0000-0000-000000000000}"/>
          </ac:spMkLst>
        </pc:spChg>
        <pc:spChg chg="mod">
          <ac:chgData name="Gastgebruiker" userId="S::urn:spo:anon#a2b69085110383f6d9ac90c27265563209d3aa818a21a053fe0bf64eb99735f5::" providerId="AD" clId="Web-{99FE745B-A8A9-9D3D-E620-67BCB012C63F}" dt="2024-10-31T19:08:52.113" v="1" actId="20577"/>
          <ac:spMkLst>
            <pc:docMk/>
            <pc:sldMk cId="3351439039" sldId="256"/>
            <ac:spMk id="3" creationId="{00000000-0000-0000-0000-000000000000}"/>
          </ac:spMkLst>
        </pc:spChg>
      </pc:sldChg>
    </pc:docChg>
  </pc:docChgLst>
  <pc:docChgLst>
    <pc:chgData name="Gastgebruiker" userId="S::urn:spo:anon#a2b69085110383f6d9ac90c27265563209d3aa818a21a053fe0bf64eb99735f5::" providerId="AD" clId="Web-{E0349060-0330-37A2-DD3A-676CE1C1555A}"/>
    <pc:docChg chg="addSld">
      <pc:chgData name="Gastgebruiker" userId="S::urn:spo:anon#a2b69085110383f6d9ac90c27265563209d3aa818a21a053fe0bf64eb99735f5::" providerId="AD" clId="Web-{E0349060-0330-37A2-DD3A-676CE1C1555A}" dt="2024-10-31T18:55:40.692" v="0"/>
      <pc:docMkLst>
        <pc:docMk/>
      </pc:docMkLst>
      <pc:sldChg chg="new">
        <pc:chgData name="Gastgebruiker" userId="S::urn:spo:anon#a2b69085110383f6d9ac90c27265563209d3aa818a21a053fe0bf64eb99735f5::" providerId="AD" clId="Web-{E0349060-0330-37A2-DD3A-676CE1C1555A}" dt="2024-10-31T18:55:40.692" v="0"/>
        <pc:sldMkLst>
          <pc:docMk/>
          <pc:sldMk cId="3900937245" sldId="258"/>
        </pc:sldMkLst>
      </pc:sldChg>
    </pc:docChg>
  </pc:docChgLst>
  <pc:docChgLst>
    <pc:chgData name="Investment Club | VEK" userId="fccfcf99-cb57-4190-863c-7d6490e7bab2" providerId="ADAL" clId="{47F2DE5D-5B6B-4B98-8B0F-914730EEF478}"/>
    <pc:docChg chg="undo custSel addSld modSld sldOrd modMainMaster">
      <pc:chgData name="Investment Club | VEK" userId="fccfcf99-cb57-4190-863c-7d6490e7bab2" providerId="ADAL" clId="{47F2DE5D-5B6B-4B98-8B0F-914730EEF478}" dt="2024-10-31T19:19:01.896" v="147" actId="1076"/>
      <pc:docMkLst>
        <pc:docMk/>
      </pc:docMkLst>
      <pc:sldChg chg="addSp delSp modSp mod">
        <pc:chgData name="Investment Club | VEK" userId="fccfcf99-cb57-4190-863c-7d6490e7bab2" providerId="ADAL" clId="{47F2DE5D-5B6B-4B98-8B0F-914730EEF478}" dt="2024-10-31T18:59:57.248" v="56" actId="20577"/>
        <pc:sldMkLst>
          <pc:docMk/>
          <pc:sldMk cId="1988458155" sldId="257"/>
        </pc:sldMkLst>
        <pc:spChg chg="del">
          <ac:chgData name="Investment Club | VEK" userId="fccfcf99-cb57-4190-863c-7d6490e7bab2" providerId="ADAL" clId="{47F2DE5D-5B6B-4B98-8B0F-914730EEF478}" dt="2024-10-31T18:59:10.504" v="5" actId="478"/>
          <ac:spMkLst>
            <pc:docMk/>
            <pc:sldMk cId="1988458155" sldId="257"/>
            <ac:spMk id="2" creationId="{ECA321D4-1079-71A1-8BCA-8A60AD708DCC}"/>
          </ac:spMkLst>
        </pc:spChg>
        <pc:spChg chg="add del mod">
          <ac:chgData name="Investment Club | VEK" userId="fccfcf99-cb57-4190-863c-7d6490e7bab2" providerId="ADAL" clId="{47F2DE5D-5B6B-4B98-8B0F-914730EEF478}" dt="2024-10-31T18:59:52.662" v="53" actId="478"/>
          <ac:spMkLst>
            <pc:docMk/>
            <pc:sldMk cId="1988458155" sldId="257"/>
            <ac:spMk id="4" creationId="{6BBD3C50-E2EC-BDD8-EA9E-C58C77781CD7}"/>
          </ac:spMkLst>
        </pc:spChg>
        <pc:spChg chg="add mod">
          <ac:chgData name="Investment Club | VEK" userId="fccfcf99-cb57-4190-863c-7d6490e7bab2" providerId="ADAL" clId="{47F2DE5D-5B6B-4B98-8B0F-914730EEF478}" dt="2024-10-31T18:59:57.248" v="56" actId="20577"/>
          <ac:spMkLst>
            <pc:docMk/>
            <pc:sldMk cId="1988458155" sldId="257"/>
            <ac:spMk id="5" creationId="{58E2F771-FED2-0EB4-91A4-205E33ACBAA2}"/>
          </ac:spMkLst>
        </pc:spChg>
      </pc:sldChg>
      <pc:sldChg chg="addSp delSp modSp mod">
        <pc:chgData name="Investment Club | VEK" userId="fccfcf99-cb57-4190-863c-7d6490e7bab2" providerId="ADAL" clId="{47F2DE5D-5B6B-4B98-8B0F-914730EEF478}" dt="2024-10-31T19:19:01.896" v="147" actId="1076"/>
        <pc:sldMkLst>
          <pc:docMk/>
          <pc:sldMk cId="3900937245" sldId="258"/>
        </pc:sldMkLst>
        <pc:spChg chg="del">
          <ac:chgData name="Investment Club | VEK" userId="fccfcf99-cb57-4190-863c-7d6490e7bab2" providerId="ADAL" clId="{47F2DE5D-5B6B-4B98-8B0F-914730EEF478}" dt="2024-10-31T19:00:01.678" v="57"/>
          <ac:spMkLst>
            <pc:docMk/>
            <pc:sldMk cId="3900937245" sldId="258"/>
            <ac:spMk id="2" creationId="{663652AF-3173-0080-C91B-240E6345460B}"/>
          </ac:spMkLst>
        </pc:spChg>
        <pc:spChg chg="del">
          <ac:chgData name="Investment Club | VEK" userId="fccfcf99-cb57-4190-863c-7d6490e7bab2" providerId="ADAL" clId="{47F2DE5D-5B6B-4B98-8B0F-914730EEF478}" dt="2024-10-31T19:15:26.370" v="140" actId="3680"/>
          <ac:spMkLst>
            <pc:docMk/>
            <pc:sldMk cId="3900937245" sldId="258"/>
            <ac:spMk id="3" creationId="{29EBBA94-32BB-D172-491B-B01FFDFEF05A}"/>
          </ac:spMkLst>
        </pc:spChg>
        <pc:spChg chg="add mod">
          <ac:chgData name="Investment Club | VEK" userId="fccfcf99-cb57-4190-863c-7d6490e7bab2" providerId="ADAL" clId="{47F2DE5D-5B6B-4B98-8B0F-914730EEF478}" dt="2024-10-31T18:59:51.006" v="51" actId="1076"/>
          <ac:spMkLst>
            <pc:docMk/>
            <pc:sldMk cId="3900937245" sldId="258"/>
            <ac:spMk id="4" creationId="{3B04332F-31FB-4D56-1061-381FCBEA95BE}"/>
          </ac:spMkLst>
        </pc:spChg>
        <pc:spChg chg="add mod">
          <ac:chgData name="Investment Club | VEK" userId="fccfcf99-cb57-4190-863c-7d6490e7bab2" providerId="ADAL" clId="{47F2DE5D-5B6B-4B98-8B0F-914730EEF478}" dt="2024-10-31T19:00:15.901" v="81" actId="20577"/>
          <ac:spMkLst>
            <pc:docMk/>
            <pc:sldMk cId="3900937245" sldId="258"/>
            <ac:spMk id="5" creationId="{ED018082-C31A-B985-37B0-F53B6FB5B2D1}"/>
          </ac:spMkLst>
        </pc:spChg>
        <pc:spChg chg="add mod">
          <ac:chgData name="Investment Club | VEK" userId="fccfcf99-cb57-4190-863c-7d6490e7bab2" providerId="ADAL" clId="{47F2DE5D-5B6B-4B98-8B0F-914730EEF478}" dt="2024-10-31T19:00:17.793" v="82"/>
          <ac:spMkLst>
            <pc:docMk/>
            <pc:sldMk cId="3900937245" sldId="258"/>
            <ac:spMk id="6" creationId="{D92376D2-2660-F3D8-0511-04794443C0E1}"/>
          </ac:spMkLst>
        </pc:spChg>
        <pc:spChg chg="add del mod">
          <ac:chgData name="Investment Club | VEK" userId="fccfcf99-cb57-4190-863c-7d6490e7bab2" providerId="ADAL" clId="{47F2DE5D-5B6B-4B98-8B0F-914730EEF478}" dt="2024-10-31T19:19:00.142" v="145" actId="478"/>
          <ac:spMkLst>
            <pc:docMk/>
            <pc:sldMk cId="3900937245" sldId="258"/>
            <ac:spMk id="9" creationId="{EFB7A49C-9353-EA1A-BFB5-7EB15DA2CAC9}"/>
          </ac:spMkLst>
        </pc:spChg>
        <pc:graphicFrameChg chg="add del mod ord modGraphic">
          <ac:chgData name="Investment Club | VEK" userId="fccfcf99-cb57-4190-863c-7d6490e7bab2" providerId="ADAL" clId="{47F2DE5D-5B6B-4B98-8B0F-914730EEF478}" dt="2024-10-31T19:15:59.169" v="144" actId="478"/>
          <ac:graphicFrameMkLst>
            <pc:docMk/>
            <pc:sldMk cId="3900937245" sldId="258"/>
            <ac:graphicFrameMk id="7" creationId="{8979B0C9-849D-18B4-F6BB-C2D078962C37}"/>
          </ac:graphicFrameMkLst>
        </pc:graphicFrameChg>
        <pc:picChg chg="add mod">
          <ac:chgData name="Investment Club | VEK" userId="fccfcf99-cb57-4190-863c-7d6490e7bab2" providerId="ADAL" clId="{47F2DE5D-5B6B-4B98-8B0F-914730EEF478}" dt="2024-10-31T19:19:01.896" v="147" actId="1076"/>
          <ac:picMkLst>
            <pc:docMk/>
            <pc:sldMk cId="3900937245" sldId="258"/>
            <ac:picMk id="11" creationId="{72164EEE-3560-CA21-8CBA-EA07B5B42643}"/>
          </ac:picMkLst>
        </pc:picChg>
      </pc:sldChg>
      <pc:sldChg chg="modSp add mod ord">
        <pc:chgData name="Investment Club | VEK" userId="fccfcf99-cb57-4190-863c-7d6490e7bab2" providerId="ADAL" clId="{47F2DE5D-5B6B-4B98-8B0F-914730EEF478}" dt="2024-10-31T19:11:01.595" v="139" actId="20577"/>
        <pc:sldMkLst>
          <pc:docMk/>
          <pc:sldMk cId="1312961295" sldId="259"/>
        </pc:sldMkLst>
        <pc:spChg chg="mod">
          <ac:chgData name="Investment Club | VEK" userId="fccfcf99-cb57-4190-863c-7d6490e7bab2" providerId="ADAL" clId="{47F2DE5D-5B6B-4B98-8B0F-914730EEF478}" dt="2024-10-31T19:11:01.595" v="139" actId="20577"/>
          <ac:spMkLst>
            <pc:docMk/>
            <pc:sldMk cId="1312961295" sldId="259"/>
            <ac:spMk id="5" creationId="{041844DE-3AB3-FE41-ECFF-F9B1D8D89D46}"/>
          </ac:spMkLst>
        </pc:spChg>
      </pc:sldChg>
      <pc:sldMasterChg chg="addSp modSp mod modSldLayout">
        <pc:chgData name="Investment Club | VEK" userId="fccfcf99-cb57-4190-863c-7d6490e7bab2" providerId="ADAL" clId="{47F2DE5D-5B6B-4B98-8B0F-914730EEF478}" dt="2024-10-31T18:58:38.220" v="4" actId="14100"/>
        <pc:sldMasterMkLst>
          <pc:docMk/>
          <pc:sldMasterMk cId="1710546820" sldId="2147483648"/>
        </pc:sldMasterMkLst>
        <pc:spChg chg="mod">
          <ac:chgData name="Investment Club | VEK" userId="fccfcf99-cb57-4190-863c-7d6490e7bab2" providerId="ADAL" clId="{47F2DE5D-5B6B-4B98-8B0F-914730EEF478}" dt="2024-10-31T18:58:38.220" v="4" actId="14100"/>
          <ac:spMkLst>
            <pc:docMk/>
            <pc:sldMasterMk cId="1710546820" sldId="2147483648"/>
            <ac:spMk id="2" creationId="{00000000-0000-0000-0000-000000000000}"/>
          </ac:spMkLst>
        </pc:spChg>
        <pc:picChg chg="add mod">
          <ac:chgData name="Investment Club | VEK" userId="fccfcf99-cb57-4190-863c-7d6490e7bab2" providerId="ADAL" clId="{47F2DE5D-5B6B-4B98-8B0F-914730EEF478}" dt="2024-10-31T18:57:48.135" v="0"/>
          <ac:picMkLst>
            <pc:docMk/>
            <pc:sldMasterMk cId="1710546820" sldId="2147483648"/>
            <ac:picMk id="10" creationId="{01320917-C19B-5B25-C1F4-F0C47DAAB70D}"/>
          </ac:picMkLst>
        </pc:picChg>
        <pc:cxnChg chg="add mod">
          <ac:chgData name="Investment Club | VEK" userId="fccfcf99-cb57-4190-863c-7d6490e7bab2" providerId="ADAL" clId="{47F2DE5D-5B6B-4B98-8B0F-914730EEF478}" dt="2024-10-31T18:57:48.135" v="0"/>
          <ac:cxnSpMkLst>
            <pc:docMk/>
            <pc:sldMasterMk cId="1710546820" sldId="2147483648"/>
            <ac:cxnSpMk id="7" creationId="{9F8216D9-74A5-59F7-A017-6B799DA4DCD5}"/>
          </ac:cxnSpMkLst>
        </pc:cxnChg>
        <pc:cxnChg chg="add mod">
          <ac:chgData name="Investment Club | VEK" userId="fccfcf99-cb57-4190-863c-7d6490e7bab2" providerId="ADAL" clId="{47F2DE5D-5B6B-4B98-8B0F-914730EEF478}" dt="2024-10-31T18:57:48.135" v="0"/>
          <ac:cxnSpMkLst>
            <pc:docMk/>
            <pc:sldMasterMk cId="1710546820" sldId="2147483648"/>
            <ac:cxnSpMk id="8" creationId="{0C0FB3C6-AEF4-DED1-6D25-B12891500BA0}"/>
          </ac:cxnSpMkLst>
        </pc:cxnChg>
        <pc:cxnChg chg="add mod">
          <ac:chgData name="Investment Club | VEK" userId="fccfcf99-cb57-4190-863c-7d6490e7bab2" providerId="ADAL" clId="{47F2DE5D-5B6B-4B98-8B0F-914730EEF478}" dt="2024-10-31T18:57:48.135" v="0"/>
          <ac:cxnSpMkLst>
            <pc:docMk/>
            <pc:sldMasterMk cId="1710546820" sldId="2147483648"/>
            <ac:cxnSpMk id="9" creationId="{4DC651DB-08E9-6845-D553-CA15B84F3066}"/>
          </ac:cxnSpMkLst>
        </pc:cxnChg>
        <pc:sldLayoutChg chg="modSp mod">
          <pc:chgData name="Investment Club | VEK" userId="fccfcf99-cb57-4190-863c-7d6490e7bab2" providerId="ADAL" clId="{47F2DE5D-5B6B-4B98-8B0F-914730EEF478}" dt="2024-10-31T18:58:32.619" v="3" actId="14100"/>
          <pc:sldLayoutMkLst>
            <pc:docMk/>
            <pc:sldMasterMk cId="1710546820" sldId="2147483648"/>
            <pc:sldLayoutMk cId="3885912252" sldId="2147483650"/>
          </pc:sldLayoutMkLst>
          <pc:spChg chg="mod">
            <ac:chgData name="Investment Club | VEK" userId="fccfcf99-cb57-4190-863c-7d6490e7bab2" providerId="ADAL" clId="{47F2DE5D-5B6B-4B98-8B0F-914730EEF478}" dt="2024-10-31T18:58:32.619" v="3" actId="14100"/>
            <ac:spMkLst>
              <pc:docMk/>
              <pc:sldMasterMk cId="1710546820" sldId="2147483648"/>
              <pc:sldLayoutMk cId="3885912252" sldId="2147483650"/>
              <ac:spMk id="2" creationId="{00000000-0000-0000-0000-000000000000}"/>
            </ac:spMkLst>
          </pc:spChg>
          <pc:spChg chg="mod">
            <ac:chgData name="Investment Club | VEK" userId="fccfcf99-cb57-4190-863c-7d6490e7bab2" providerId="ADAL" clId="{47F2DE5D-5B6B-4B98-8B0F-914730EEF478}" dt="2024-10-31T18:58:29.418" v="2" actId="14100"/>
            <ac:spMkLst>
              <pc:docMk/>
              <pc:sldMasterMk cId="1710546820" sldId="2147483648"/>
              <pc:sldLayoutMk cId="3885912252" sldId="2147483650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29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823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38200" y="1552755"/>
            <a:ext cx="10515600" cy="462420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5912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49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81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8315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778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960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8389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9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596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1119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4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53BDC-9EAE-49FE-9892-958C9F845175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F8216D9-74A5-59F7-A017-6B799DA4DCD5}"/>
              </a:ext>
            </a:extLst>
          </p:cNvPr>
          <p:cNvCxnSpPr>
            <a:cxnSpLocks/>
          </p:cNvCxnSpPr>
          <p:nvPr userDrawn="1"/>
        </p:nvCxnSpPr>
        <p:spPr>
          <a:xfrm flipH="1">
            <a:off x="832857" y="1379372"/>
            <a:ext cx="10520943" cy="6606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0FB3C6-AEF4-DED1-6D25-B12891500BA0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93" y="6176963"/>
            <a:ext cx="9128907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C651DB-08E9-6845-D553-CA15B84F30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1018520" y="6176963"/>
            <a:ext cx="335280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1320917-C19B-5B25-C1F4-F0C47DAAB70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33800" y="5710404"/>
            <a:ext cx="933119" cy="93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4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b="1">
                <a:latin typeface="Calibri"/>
                <a:cs typeface="Calibri"/>
              </a:rPr>
              <a:t>Barco</a:t>
            </a:r>
            <a:r>
              <a:rPr lang="de-DE"/>
              <a:t> </a:t>
            </a:r>
            <a:r>
              <a:rPr lang="de-DE" b="1" err="1">
                <a:latin typeface="Calibri"/>
                <a:cs typeface="Calibri"/>
              </a:rPr>
              <a:t>verkoopvoorstel</a:t>
            </a:r>
            <a:endParaRPr lang="de-DE" b="1">
              <a:latin typeface="Calibri"/>
              <a:cs typeface="Calibri"/>
            </a:endParaRP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31/10/2024</a:t>
            </a:r>
          </a:p>
        </p:txBody>
      </p:sp>
    </p:spTree>
    <p:extLst>
      <p:ext uri="{BB962C8B-B14F-4D97-AF65-F5344CB8AC3E}">
        <p14:creationId xmlns:p14="http://schemas.microsoft.com/office/powerpoint/2010/main" val="3351439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825A266-FFDD-3B7F-60FD-ECAF4465E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nl-NL"/>
          </a:p>
          <a:p>
            <a:pPr marL="0" indent="0">
              <a:buNone/>
            </a:pPr>
            <a:endParaRPr lang="nl-N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E2F771-FED2-0EB4-91A4-205E33ACBAA2}"/>
              </a:ext>
            </a:extLst>
          </p:cNvPr>
          <p:cNvSpPr>
            <a:spLocks noGrp="1"/>
          </p:cNvSpPr>
          <p:nvPr/>
        </p:nvSpPr>
        <p:spPr>
          <a:xfrm>
            <a:off x="838200" y="362155"/>
            <a:ext cx="10515600" cy="10018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>
                <a:solidFill>
                  <a:srgbClr val="074422"/>
                </a:solidFill>
                <a:latin typeface="Calibri" panose="020F0502020204030204"/>
              </a:rPr>
              <a:t>Barco - </a:t>
            </a:r>
            <a:r>
              <a:rPr lang="en-GB" sz="3600" b="1" err="1">
                <a:solidFill>
                  <a:srgbClr val="074422"/>
                </a:solidFill>
                <a:latin typeface="Calibri" panose="020F0502020204030204"/>
              </a:rPr>
              <a:t>Actua</a:t>
            </a:r>
            <a:b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srgbClr val="074422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GB" sz="2400" err="1">
                <a:solidFill>
                  <a:srgbClr val="074422"/>
                </a:solidFill>
                <a:latin typeface="Calibri" panose="020F0502020204030204"/>
              </a:rPr>
              <a:t>Tegenvallende</a:t>
            </a:r>
            <a:r>
              <a:rPr lang="en-GB" sz="2400">
                <a:solidFill>
                  <a:srgbClr val="074422"/>
                </a:solidFill>
                <a:latin typeface="Calibri" panose="020F0502020204030204"/>
              </a:rPr>
              <a:t> </a:t>
            </a:r>
            <a:r>
              <a:rPr lang="en-GB" sz="2400" err="1">
                <a:solidFill>
                  <a:srgbClr val="074422"/>
                </a:solidFill>
                <a:latin typeface="Calibri" panose="020F0502020204030204"/>
              </a:rPr>
              <a:t>Verkoop</a:t>
            </a:r>
            <a:r>
              <a:rPr lang="en-GB" sz="2400">
                <a:solidFill>
                  <a:srgbClr val="074422"/>
                </a:solidFill>
                <a:latin typeface="Calibri" panose="020F0502020204030204"/>
              </a:rPr>
              <a:t> </a:t>
            </a:r>
            <a:endParaRPr lang="en-GB" sz="3600"/>
          </a:p>
        </p:txBody>
      </p:sp>
      <p:pic>
        <p:nvPicPr>
          <p:cNvPr id="2" name="Afbeelding 1" descr="Afbeelding met kleding, tekst, Menselijk gezicht, schermopname&#10;&#10;Automatisch gegenereerde beschrijving">
            <a:extLst>
              <a:ext uri="{FF2B5EF4-FFF2-40B4-BE49-F238E27FC236}">
                <a16:creationId xmlns:a16="http://schemas.microsoft.com/office/drawing/2014/main" id="{1CFC325E-0177-8092-1D68-54B73ACDB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769" y="1546965"/>
            <a:ext cx="4818183" cy="463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5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1855F-7E41-A872-AB8A-6BE506AB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BCC45B-324B-348D-ACC3-FDB1E1383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nl-NL" sz="2400" b="1"/>
              <a:t>Aanbieding</a:t>
            </a:r>
          </a:p>
          <a:p>
            <a:r>
              <a:rPr lang="nl-NL" sz="1600" err="1">
                <a:ea typeface="+mn-lt"/>
                <a:cs typeface="+mn-lt"/>
              </a:rPr>
              <a:t>Barco</a:t>
            </a:r>
            <a:r>
              <a:rPr lang="nl-NL" sz="1600">
                <a:ea typeface="+mn-lt"/>
                <a:cs typeface="+mn-lt"/>
              </a:rPr>
              <a:t> genereert aanzienlijke inkomsten uit de verkoop van zijn producten, waaronder digitale projectoren, LED-displays, medische beeldvormingssystemen en andere audiovisuele oplossingen. Deze verkoopopbrengsten vormen een kerncomponent van de inkomsten van</a:t>
            </a:r>
            <a:endParaRPr lang="nl-NL" sz="1600"/>
          </a:p>
          <a:p>
            <a:r>
              <a:rPr lang="nl-NL" sz="2600" b="1"/>
              <a:t>Healthcare</a:t>
            </a:r>
          </a:p>
          <a:p>
            <a:r>
              <a:rPr lang="nl-NL" sz="1600" b="1" err="1">
                <a:ea typeface="+mn-lt"/>
                <a:cs typeface="+mn-lt"/>
              </a:rPr>
              <a:t>Diagnostic</a:t>
            </a:r>
            <a:r>
              <a:rPr lang="nl-NL" sz="1600" b="1">
                <a:ea typeface="+mn-lt"/>
                <a:cs typeface="+mn-lt"/>
              </a:rPr>
              <a:t> Imaging</a:t>
            </a:r>
            <a:r>
              <a:rPr lang="nl-NL" sz="1600">
                <a:ea typeface="+mn-lt"/>
                <a:cs typeface="+mn-lt"/>
              </a:rPr>
              <a:t> De businessunit </a:t>
            </a:r>
            <a:r>
              <a:rPr lang="nl-NL" sz="1600" err="1">
                <a:ea typeface="+mn-lt"/>
                <a:cs typeface="+mn-lt"/>
              </a:rPr>
              <a:t>Diagnostic</a:t>
            </a:r>
            <a:r>
              <a:rPr lang="nl-NL" sz="1600">
                <a:ea typeface="+mn-lt"/>
                <a:cs typeface="+mn-lt"/>
              </a:rPr>
              <a:t> Imaging biedt een uitgebreid assortiment uiterst nauwkeurige displaysystemen voor disciplines als radiologie, mammografie, tandheelkunde, pathologie, plus een volledig pakket ondersteunende diensten.</a:t>
            </a:r>
            <a:endParaRPr lang="nl-NL" sz="1600"/>
          </a:p>
          <a:p>
            <a:r>
              <a:rPr lang="nl-NL" sz="1600" b="1" err="1"/>
              <a:t>Surgical</a:t>
            </a:r>
            <a:r>
              <a:rPr lang="nl-NL" sz="1600" b="1"/>
              <a:t> &amp; </a:t>
            </a:r>
            <a:r>
              <a:rPr lang="nl-NL" sz="1600" b="1" err="1"/>
              <a:t>Modality</a:t>
            </a:r>
            <a:r>
              <a:rPr lang="nl-NL" sz="1600" b="1"/>
              <a:t> </a:t>
            </a:r>
            <a:r>
              <a:rPr lang="nl-NL" sz="1600" b="1" err="1"/>
              <a:t>Surgical</a:t>
            </a:r>
            <a:r>
              <a:rPr lang="nl-NL" sz="1600" b="1"/>
              <a:t> &amp; </a:t>
            </a:r>
            <a:r>
              <a:rPr lang="nl-NL" sz="1600" b="1" err="1"/>
              <a:t>Modality</a:t>
            </a:r>
            <a:r>
              <a:rPr lang="nl-NL" sz="1600"/>
              <a:t> bundelt twee activiteiten met veel synergiemogelijkheden, aangezien ze dezelfde eindklanten hebben (vaak operatiekamers) en dus dezelfde go-</a:t>
            </a:r>
            <a:r>
              <a:rPr lang="nl-NL" sz="1600" err="1"/>
              <a:t>to</a:t>
            </a:r>
            <a:r>
              <a:rPr lang="nl-NL" sz="1600"/>
              <a:t>-market strategie vereisen. </a:t>
            </a:r>
          </a:p>
          <a:p>
            <a:r>
              <a:rPr lang="nl-NL" sz="2400" b="1"/>
              <a:t>Enterprise</a:t>
            </a:r>
          </a:p>
          <a:p>
            <a:r>
              <a:rPr lang="nl-NL" sz="1600" b="1">
                <a:ea typeface="+mn-lt"/>
                <a:cs typeface="+mn-lt"/>
              </a:rPr>
              <a:t>Meeting </a:t>
            </a:r>
            <a:r>
              <a:rPr lang="nl-NL" sz="1600" b="1" err="1">
                <a:ea typeface="+mn-lt"/>
                <a:cs typeface="+mn-lt"/>
              </a:rPr>
              <a:t>Experience</a:t>
            </a:r>
            <a:r>
              <a:rPr lang="nl-NL" sz="1600">
                <a:ea typeface="+mn-lt"/>
                <a:cs typeface="+mn-lt"/>
              </a:rPr>
              <a:t> De Meeting </a:t>
            </a:r>
            <a:r>
              <a:rPr lang="nl-NL" sz="1600" err="1">
                <a:ea typeface="+mn-lt"/>
                <a:cs typeface="+mn-lt"/>
              </a:rPr>
              <a:t>Experience</a:t>
            </a:r>
            <a:r>
              <a:rPr lang="nl-NL" sz="1600">
                <a:ea typeface="+mn-lt"/>
                <a:cs typeface="+mn-lt"/>
              </a:rPr>
              <a:t> (MX)-businessunit is een van de weinige spelers die een totaalpakket van samenwerkings- en visualisatietechnologieën aanbiedt voor de slimme werkplek of leeromgeving: de draadloze </a:t>
            </a:r>
            <a:r>
              <a:rPr lang="nl-NL" sz="1600" err="1">
                <a:ea typeface="+mn-lt"/>
                <a:cs typeface="+mn-lt"/>
              </a:rPr>
              <a:t>ClickShare</a:t>
            </a:r>
            <a:r>
              <a:rPr lang="nl-NL" sz="1600">
                <a:ea typeface="+mn-lt"/>
                <a:cs typeface="+mn-lt"/>
              </a:rPr>
              <a:t> conferentie- en presentatiesystemen, installatieprojectoren, </a:t>
            </a:r>
            <a:r>
              <a:rPr lang="nl-NL" sz="1600" err="1">
                <a:ea typeface="+mn-lt"/>
                <a:cs typeface="+mn-lt"/>
              </a:rPr>
              <a:t>videowalls</a:t>
            </a:r>
            <a:r>
              <a:rPr lang="nl-NL" sz="1600">
                <a:ea typeface="+mn-lt"/>
                <a:cs typeface="+mn-lt"/>
              </a:rPr>
              <a:t>, </a:t>
            </a:r>
            <a:r>
              <a:rPr lang="nl-NL" sz="1600" err="1">
                <a:ea typeface="+mn-lt"/>
                <a:cs typeface="+mn-lt"/>
              </a:rPr>
              <a:t>weConnect</a:t>
            </a:r>
            <a:r>
              <a:rPr lang="nl-NL" sz="1600">
                <a:ea typeface="+mn-lt"/>
                <a:cs typeface="+mn-lt"/>
              </a:rPr>
              <a:t> Virtual Classroom, beeldprocessoren en bijhorende diensten.</a:t>
            </a:r>
            <a:endParaRPr lang="nl-NL" sz="1600"/>
          </a:p>
          <a:p>
            <a:r>
              <a:rPr lang="nl-NL" sz="2400" b="1" err="1"/>
              <a:t>Entrertainment</a:t>
            </a:r>
            <a:endParaRPr lang="nl-NL" sz="2400" b="1"/>
          </a:p>
          <a:p>
            <a:r>
              <a:rPr lang="nl-NL" sz="1800"/>
              <a:t>De Cinema-businessunit biedt het meest complete gamma laserprojectoren en mediaservers in de sector.</a:t>
            </a:r>
            <a:endParaRPr lang="nl-NL"/>
          </a:p>
          <a:p>
            <a:endParaRPr lang="nl-N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1844DE-3AB3-FE41-ECFF-F9B1D8D89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80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>
                <a:solidFill>
                  <a:srgbClr val="074422"/>
                </a:solidFill>
                <a:latin typeface="Calibri" panose="020F0502020204030204"/>
              </a:rPr>
              <a:t>Barco </a:t>
            </a:r>
            <a:br>
              <a:rPr lang="en-GB" sz="3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</a:br>
            <a:r>
              <a:rPr lang="en-GB" sz="2400" err="1">
                <a:solidFill>
                  <a:srgbClr val="074422"/>
                </a:solidFill>
                <a:latin typeface="Calibri" panose="020F0502020204030204"/>
              </a:rPr>
              <a:t>Baanbrekend</a:t>
            </a:r>
            <a:r>
              <a:rPr lang="en-GB" sz="2400">
                <a:solidFill>
                  <a:srgbClr val="074422"/>
                </a:solidFill>
                <a:latin typeface="Calibri" panose="020F0502020204030204"/>
              </a:rPr>
              <a:t> WVL </a:t>
            </a:r>
            <a:r>
              <a:rPr lang="en-GB" sz="2400" err="1">
                <a:solidFill>
                  <a:srgbClr val="074422"/>
                </a:solidFill>
                <a:latin typeface="Calibri" panose="020F0502020204030204"/>
              </a:rPr>
              <a:t>Techbedrijf</a:t>
            </a:r>
            <a:endParaRPr lang="en-GB" sz="3600"/>
          </a:p>
        </p:txBody>
      </p:sp>
    </p:spTree>
    <p:extLst>
      <p:ext uri="{BB962C8B-B14F-4D97-AF65-F5344CB8AC3E}">
        <p14:creationId xmlns:p14="http://schemas.microsoft.com/office/powerpoint/2010/main" val="1312961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D018082-C31A-B985-37B0-F53B6FB5B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80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>
                <a:solidFill>
                  <a:srgbClr val="074422"/>
                </a:solidFill>
                <a:latin typeface="Calibri" panose="020F0502020204030204"/>
              </a:rPr>
              <a:t>Barco - </a:t>
            </a:r>
            <a:r>
              <a:rPr lang="en-GB" sz="3600" b="1" err="1">
                <a:solidFill>
                  <a:srgbClr val="074422"/>
                </a:solidFill>
                <a:latin typeface="Calibri" panose="020F0502020204030204"/>
              </a:rPr>
              <a:t>Cijfers</a:t>
            </a:r>
            <a:b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srgbClr val="074422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GB" sz="2400" err="1">
                <a:solidFill>
                  <a:srgbClr val="074422"/>
                </a:solidFill>
                <a:latin typeface="Calibri" panose="020F0502020204030204"/>
              </a:rPr>
              <a:t>Dalende</a:t>
            </a:r>
            <a:r>
              <a:rPr lang="en-GB" sz="2400">
                <a:solidFill>
                  <a:srgbClr val="074422"/>
                </a:solidFill>
                <a:latin typeface="Calibri" panose="020F0502020204030204"/>
              </a:rPr>
              <a:t> </a:t>
            </a:r>
            <a:r>
              <a:rPr lang="en-GB" sz="2400" err="1">
                <a:solidFill>
                  <a:srgbClr val="074422"/>
                </a:solidFill>
                <a:latin typeface="Calibri" panose="020F0502020204030204"/>
              </a:rPr>
              <a:t>cijfers</a:t>
            </a:r>
            <a:endParaRPr lang="en-GB" sz="36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164EEE-3560-CA21-8CBA-EA07B5B42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45" y="1595532"/>
            <a:ext cx="10278909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937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5A32D-5234-0AB0-0460-315248D3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Motivatie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CDFA7BE-281B-024A-5D6B-674B1C3FB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b="1">
                <a:ea typeface="+mn-lt"/>
                <a:cs typeface="+mn-lt"/>
              </a:rPr>
              <a:t>Vorig jaar</a:t>
            </a:r>
          </a:p>
          <a:p>
            <a:r>
              <a:rPr lang="nl-NL" sz="2400">
                <a:ea typeface="+mn-lt"/>
                <a:cs typeface="+mn-lt"/>
              </a:rPr>
              <a:t>Charles Beauduin keert terug</a:t>
            </a:r>
            <a:endParaRPr lang="nl-NL"/>
          </a:p>
          <a:p>
            <a:r>
              <a:rPr lang="nl-NL" sz="2400"/>
              <a:t>Nieuwe producten</a:t>
            </a:r>
          </a:p>
          <a:p>
            <a:r>
              <a:rPr lang="nl-NL" sz="2400"/>
              <a:t>Lage koers</a:t>
            </a:r>
          </a:p>
          <a:p>
            <a:endParaRPr lang="nl-NL" sz="2400"/>
          </a:p>
          <a:p>
            <a:r>
              <a:rPr lang="nl-NL" b="1"/>
              <a:t>Dit Jaar</a:t>
            </a:r>
          </a:p>
          <a:p>
            <a:r>
              <a:rPr lang="nl-NL" sz="2400" err="1"/>
              <a:t>Copycats</a:t>
            </a:r>
            <a:r>
              <a:rPr lang="nl-NL" sz="2400"/>
              <a:t> Azië</a:t>
            </a:r>
          </a:p>
          <a:p>
            <a:r>
              <a:rPr lang="nl-NL" sz="2400"/>
              <a:t>De "nieuwe producten" leverden niets op</a:t>
            </a:r>
          </a:p>
          <a:p>
            <a:pPr marL="0" indent="0">
              <a:buNone/>
            </a:pPr>
            <a:endParaRPr lang="nl-NL" sz="2400"/>
          </a:p>
          <a:p>
            <a:pPr marL="0" indent="0">
              <a:buNone/>
            </a:pPr>
            <a:endParaRPr lang="nl-NL" sz="2400"/>
          </a:p>
          <a:p>
            <a:endParaRPr lang="nl-NL" sz="2400"/>
          </a:p>
          <a:p>
            <a:endParaRPr lang="nl-NL" sz="2400"/>
          </a:p>
          <a:p>
            <a:endParaRPr lang="nl-NL" sz="2400"/>
          </a:p>
        </p:txBody>
      </p:sp>
    </p:spTree>
    <p:extLst>
      <p:ext uri="{BB962C8B-B14F-4D97-AF65-F5344CB8AC3E}">
        <p14:creationId xmlns:p14="http://schemas.microsoft.com/office/powerpoint/2010/main" val="3373314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D8B9C2-2D0F-98F6-B83D-DD15169D7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3" name="Afbeelding 2" descr="Afbeelding met tekst, schermopname, diagram&#10;&#10;Automatisch gegenereerde beschrijving">
            <a:extLst>
              <a:ext uri="{FF2B5EF4-FFF2-40B4-BE49-F238E27FC236}">
                <a16:creationId xmlns:a16="http://schemas.microsoft.com/office/drawing/2014/main" id="{30716BB4-4774-9390-E5BC-4BF72594D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223" y="1357581"/>
            <a:ext cx="8492971" cy="483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14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5BCAFE-1756-A9D6-CE72-9A14BCDA0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Verkoopvoorstel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8D79B1-60AD-96B7-FC2E-E3618CE5F6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Verkoop aan marktprijs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7304192-7361-E336-3C0E-80109DCB02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994333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Kantoorthema</vt:lpstr>
      <vt:lpstr>Barco verkoopvoorstel</vt:lpstr>
      <vt:lpstr>PowerPoint Presentation</vt:lpstr>
      <vt:lpstr>Barco  Baanbrekend WVL Techbedrijf</vt:lpstr>
      <vt:lpstr>Barco - Cijfers Dalende cijfers</vt:lpstr>
      <vt:lpstr>Motivatie</vt:lpstr>
      <vt:lpstr>PowerPoint Presentation</vt:lpstr>
      <vt:lpstr>Verkoopvoorstel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2024-10-31T18:52:36Z</dcterms:created>
  <dcterms:modified xsi:type="dcterms:W3CDTF">2024-10-31T19:53:18Z</dcterms:modified>
</cp:coreProperties>
</file>
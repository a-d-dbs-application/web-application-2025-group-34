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2"/>
  </p:notesMasterIdLst>
  <p:sldIdLst>
    <p:sldId id="269" r:id="rId6"/>
    <p:sldId id="272" r:id="rId7"/>
    <p:sldId id="282" r:id="rId8"/>
    <p:sldId id="283" r:id="rId9"/>
    <p:sldId id="284" r:id="rId10"/>
    <p:sldId id="280" r:id="rId11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72"/>
            <p14:sldId id="282"/>
            <p14:sldId id="283"/>
            <p14:sldId id="284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8B745-CE60-4861-0091-364B63F3AD48}" v="68" dt="2024-12-05T14:57:37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gebruiker" userId="S::urn:spo:anon#0c8ebf4ffc2ccb43bdc5c682ec810329cc514d6b206b79b28f57085294cb67db::" providerId="AD" clId="Web-{65C7ACA3-6443-B540-030A-A8E39D7E04D0}"/>
    <pc:docChg chg="modSld">
      <pc:chgData name="Gastgebruiker" userId="S::urn:spo:anon#0c8ebf4ffc2ccb43bdc5c682ec810329cc514d6b206b79b28f57085294cb67db::" providerId="AD" clId="Web-{65C7ACA3-6443-B540-030A-A8E39D7E04D0}" dt="2024-11-28T19:23:31.626" v="13" actId="20577"/>
      <pc:docMkLst>
        <pc:docMk/>
      </pc:docMkLst>
      <pc:sldChg chg="modSp">
        <pc:chgData name="Gastgebruiker" userId="S::urn:spo:anon#0c8ebf4ffc2ccb43bdc5c682ec810329cc514d6b206b79b28f57085294cb67db::" providerId="AD" clId="Web-{65C7ACA3-6443-B540-030A-A8E39D7E04D0}" dt="2024-11-28T19:23:31.626" v="13" actId="20577"/>
        <pc:sldMkLst>
          <pc:docMk/>
          <pc:sldMk cId="948246460" sldId="269"/>
        </pc:sldMkLst>
        <pc:spChg chg="mod">
          <ac:chgData name="Gastgebruiker" userId="S::urn:spo:anon#0c8ebf4ffc2ccb43bdc5c682ec810329cc514d6b206b79b28f57085294cb67db::" providerId="AD" clId="Web-{65C7ACA3-6443-B540-030A-A8E39D7E04D0}" dt="2024-11-28T19:23:31.626" v="13" actId="20577"/>
          <ac:spMkLst>
            <pc:docMk/>
            <pc:sldMk cId="948246460" sldId="269"/>
            <ac:spMk id="2" creationId="{D8A9B099-3678-56D7-4D13-0036810034D9}"/>
          </ac:spMkLst>
        </pc:spChg>
      </pc:sldChg>
    </pc:docChg>
  </pc:docChgLst>
  <pc:docChgLst>
    <pc:chgData name="Gastgebruiker" userId="S::urn:spo:anon#0c8ebf4ffc2ccb43bdc5c682ec810329cc514d6b206b79b28f57085294cb67db::" providerId="AD" clId="Web-{CD6DC479-56A3-32D2-438A-2BC77C4DA882}"/>
    <pc:docChg chg="addSld delSld modSld modSection">
      <pc:chgData name="Gastgebruiker" userId="S::urn:spo:anon#0c8ebf4ffc2ccb43bdc5c682ec810329cc514d6b206b79b28f57085294cb67db::" providerId="AD" clId="Web-{CD6DC479-56A3-32D2-438A-2BC77C4DA882}" dt="2024-11-28T19:48:02.529" v="679" actId="20577"/>
      <pc:docMkLst>
        <pc:docMk/>
      </pc:docMkLst>
      <pc:sldChg chg="modSp">
        <pc:chgData name="Gastgebruiker" userId="S::urn:spo:anon#0c8ebf4ffc2ccb43bdc5c682ec810329cc514d6b206b79b28f57085294cb67db::" providerId="AD" clId="Web-{CD6DC479-56A3-32D2-438A-2BC77C4DA882}" dt="2024-11-28T19:48:02.529" v="679" actId="20577"/>
        <pc:sldMkLst>
          <pc:docMk/>
          <pc:sldMk cId="948246460" sldId="269"/>
        </pc:sldMkLst>
        <pc:spChg chg="mod">
          <ac:chgData name="Gastgebruiker" userId="S::urn:spo:anon#0c8ebf4ffc2ccb43bdc5c682ec810329cc514d6b206b79b28f57085294cb67db::" providerId="AD" clId="Web-{CD6DC479-56A3-32D2-438A-2BC77C4DA882}" dt="2024-11-28T19:26:35.767" v="9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Gastgebruiker" userId="S::urn:spo:anon#0c8ebf4ffc2ccb43bdc5c682ec810329cc514d6b206b79b28f57085294cb67db::" providerId="AD" clId="Web-{CD6DC479-56A3-32D2-438A-2BC77C4DA882}" dt="2024-11-28T19:48:02.529" v="679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addSp modSp">
        <pc:chgData name="Gastgebruiker" userId="S::urn:spo:anon#0c8ebf4ffc2ccb43bdc5c682ec810329cc514d6b206b79b28f57085294cb67db::" providerId="AD" clId="Web-{CD6DC479-56A3-32D2-438A-2BC77C4DA882}" dt="2024-11-28T19:38:41.354" v="464" actId="1076"/>
        <pc:sldMkLst>
          <pc:docMk/>
          <pc:sldMk cId="885449637" sldId="272"/>
        </pc:sldMkLst>
        <pc:spChg chg="mod">
          <ac:chgData name="Gastgebruiker" userId="S::urn:spo:anon#0c8ebf4ffc2ccb43bdc5c682ec810329cc514d6b206b79b28f57085294cb67db::" providerId="AD" clId="Web-{CD6DC479-56A3-32D2-438A-2BC77C4DA882}" dt="2024-11-28T19:32:53.420" v="290" actId="20577"/>
          <ac:spMkLst>
            <pc:docMk/>
            <pc:sldMk cId="885449637" sldId="272"/>
            <ac:spMk id="3" creationId="{7FEE26D9-5E51-5325-9485-94F206905B30}"/>
          </ac:spMkLst>
        </pc:spChg>
        <pc:picChg chg="add mod">
          <ac:chgData name="Gastgebruiker" userId="S::urn:spo:anon#0c8ebf4ffc2ccb43bdc5c682ec810329cc514d6b206b79b28f57085294cb67db::" providerId="AD" clId="Web-{CD6DC479-56A3-32D2-438A-2BC77C4DA882}" dt="2024-11-28T19:38:41.354" v="464" actId="1076"/>
          <ac:picMkLst>
            <pc:docMk/>
            <pc:sldMk cId="885449637" sldId="272"/>
            <ac:picMk id="4" creationId="{B0DF98F6-EFA9-FE77-1AF7-7A9514FC01B7}"/>
          </ac:picMkLst>
        </pc:picChg>
      </pc:sldChg>
      <pc:sldChg chg="del">
        <pc:chgData name="Gastgebruiker" userId="S::urn:spo:anon#0c8ebf4ffc2ccb43bdc5c682ec810329cc514d6b206b79b28f57085294cb67db::" providerId="AD" clId="Web-{CD6DC479-56A3-32D2-438A-2BC77C4DA882}" dt="2024-11-28T19:26:19.907" v="0"/>
        <pc:sldMkLst>
          <pc:docMk/>
          <pc:sldMk cId="1902359051" sldId="273"/>
        </pc:sldMkLst>
      </pc:sldChg>
      <pc:sldChg chg="del">
        <pc:chgData name="Gastgebruiker" userId="S::urn:spo:anon#0c8ebf4ffc2ccb43bdc5c682ec810329cc514d6b206b79b28f57085294cb67db::" providerId="AD" clId="Web-{CD6DC479-56A3-32D2-438A-2BC77C4DA882}" dt="2024-11-28T19:30:28.431" v="119"/>
        <pc:sldMkLst>
          <pc:docMk/>
          <pc:sldMk cId="415415236" sldId="274"/>
        </pc:sldMkLst>
      </pc:sldChg>
      <pc:sldChg chg="modSp del">
        <pc:chgData name="Gastgebruiker" userId="S::urn:spo:anon#0c8ebf4ffc2ccb43bdc5c682ec810329cc514d6b206b79b28f57085294cb67db::" providerId="AD" clId="Web-{CD6DC479-56A3-32D2-438A-2BC77C4DA882}" dt="2024-11-28T19:45:13.508" v="626"/>
        <pc:sldMkLst>
          <pc:docMk/>
          <pc:sldMk cId="3575039893" sldId="275"/>
        </pc:sldMkLst>
        <pc:spChg chg="mod">
          <ac:chgData name="Gastgebruiker" userId="S::urn:spo:anon#0c8ebf4ffc2ccb43bdc5c682ec810329cc514d6b206b79b28f57085294cb67db::" providerId="AD" clId="Web-{CD6DC479-56A3-32D2-438A-2BC77C4DA882}" dt="2024-11-28T19:32:19.341" v="245" actId="20577"/>
          <ac:spMkLst>
            <pc:docMk/>
            <pc:sldMk cId="3575039893" sldId="275"/>
            <ac:spMk id="2" creationId="{34FF476F-A227-38A9-3358-2C28E2B90495}"/>
          </ac:spMkLst>
        </pc:spChg>
        <pc:spChg chg="mod">
          <ac:chgData name="Gastgebruiker" userId="S::urn:spo:anon#0c8ebf4ffc2ccb43bdc5c682ec810329cc514d6b206b79b28f57085294cb67db::" providerId="AD" clId="Web-{CD6DC479-56A3-32D2-438A-2BC77C4DA882}" dt="2024-11-28T19:45:06.758" v="622" actId="20577"/>
          <ac:spMkLst>
            <pc:docMk/>
            <pc:sldMk cId="3575039893" sldId="275"/>
            <ac:spMk id="3" creationId="{7FEE26D9-5E51-5325-9485-94F206905B30}"/>
          </ac:spMkLst>
        </pc:spChg>
      </pc:sldChg>
      <pc:sldChg chg="del">
        <pc:chgData name="Gastgebruiker" userId="S::urn:spo:anon#0c8ebf4ffc2ccb43bdc5c682ec810329cc514d6b206b79b28f57085294cb67db::" providerId="AD" clId="Web-{CD6DC479-56A3-32D2-438A-2BC77C4DA882}" dt="2024-11-28T19:46:19.401" v="627"/>
        <pc:sldMkLst>
          <pc:docMk/>
          <pc:sldMk cId="2072403919" sldId="276"/>
        </pc:sldMkLst>
      </pc:sldChg>
      <pc:sldChg chg="del">
        <pc:chgData name="Gastgebruiker" userId="S::urn:spo:anon#0c8ebf4ffc2ccb43bdc5c682ec810329cc514d6b206b79b28f57085294cb67db::" providerId="AD" clId="Web-{CD6DC479-56A3-32D2-438A-2BC77C4DA882}" dt="2024-11-28T19:30:34.212" v="120"/>
        <pc:sldMkLst>
          <pc:docMk/>
          <pc:sldMk cId="1974473979" sldId="277"/>
        </pc:sldMkLst>
      </pc:sldChg>
      <pc:sldChg chg="del">
        <pc:chgData name="Gastgebruiker" userId="S::urn:spo:anon#0c8ebf4ffc2ccb43bdc5c682ec810329cc514d6b206b79b28f57085294cb67db::" providerId="AD" clId="Web-{CD6DC479-56A3-32D2-438A-2BC77C4DA882}" dt="2024-11-28T19:30:38.150" v="121"/>
        <pc:sldMkLst>
          <pc:docMk/>
          <pc:sldMk cId="4046288823" sldId="278"/>
        </pc:sldMkLst>
      </pc:sldChg>
      <pc:sldChg chg="del">
        <pc:chgData name="Gastgebruiker" userId="S::urn:spo:anon#0c8ebf4ffc2ccb43bdc5c682ec810329cc514d6b206b79b28f57085294cb67db::" providerId="AD" clId="Web-{CD6DC479-56A3-32D2-438A-2BC77C4DA882}" dt="2024-11-28T19:46:22.401" v="628"/>
        <pc:sldMkLst>
          <pc:docMk/>
          <pc:sldMk cId="2327946261" sldId="279"/>
        </pc:sldMkLst>
      </pc:sldChg>
      <pc:sldChg chg="modSp">
        <pc:chgData name="Gastgebruiker" userId="S::urn:spo:anon#0c8ebf4ffc2ccb43bdc5c682ec810329cc514d6b206b79b28f57085294cb67db::" providerId="AD" clId="Web-{CD6DC479-56A3-32D2-438A-2BC77C4DA882}" dt="2024-11-28T19:44:41.616" v="621" actId="20577"/>
        <pc:sldMkLst>
          <pc:docMk/>
          <pc:sldMk cId="3173739258" sldId="280"/>
        </pc:sldMkLst>
        <pc:spChg chg="mod">
          <ac:chgData name="Gastgebruiker" userId="S::urn:spo:anon#0c8ebf4ffc2ccb43bdc5c682ec810329cc514d6b206b79b28f57085294cb67db::" providerId="AD" clId="Web-{CD6DC479-56A3-32D2-438A-2BC77C4DA882}" dt="2024-11-28T19:44:41.616" v="621" actId="20577"/>
          <ac:spMkLst>
            <pc:docMk/>
            <pc:sldMk cId="3173739258" sldId="280"/>
            <ac:spMk id="3" creationId="{7FEE26D9-5E51-5325-9485-94F206905B30}"/>
          </ac:spMkLst>
        </pc:spChg>
      </pc:sldChg>
      <pc:sldChg chg="del">
        <pc:chgData name="Gastgebruiker" userId="S::urn:spo:anon#0c8ebf4ffc2ccb43bdc5c682ec810329cc514d6b206b79b28f57085294cb67db::" providerId="AD" clId="Web-{CD6DC479-56A3-32D2-438A-2BC77C4DA882}" dt="2024-11-28T19:39:05.136" v="465"/>
        <pc:sldMkLst>
          <pc:docMk/>
          <pc:sldMk cId="3009412234" sldId="281"/>
        </pc:sldMkLst>
      </pc:sldChg>
      <pc:sldChg chg="modSp new">
        <pc:chgData name="Gastgebruiker" userId="S::urn:spo:anon#0c8ebf4ffc2ccb43bdc5c682ec810329cc514d6b206b79b28f57085294cb67db::" providerId="AD" clId="Web-{CD6DC479-56A3-32D2-438A-2BC77C4DA882}" dt="2024-11-28T19:45:11.789" v="625" actId="20577"/>
        <pc:sldMkLst>
          <pc:docMk/>
          <pc:sldMk cId="1433079835" sldId="282"/>
        </pc:sldMkLst>
        <pc:spChg chg="mod">
          <ac:chgData name="Gastgebruiker" userId="S::urn:spo:anon#0c8ebf4ffc2ccb43bdc5c682ec810329cc514d6b206b79b28f57085294cb67db::" providerId="AD" clId="Web-{CD6DC479-56A3-32D2-438A-2BC77C4DA882}" dt="2024-11-28T19:32:42.373" v="266" actId="20577"/>
          <ac:spMkLst>
            <pc:docMk/>
            <pc:sldMk cId="1433079835" sldId="282"/>
            <ac:spMk id="2" creationId="{7ECF54D4-5339-94E8-BB5E-1CBBD56FE7E5}"/>
          </ac:spMkLst>
        </pc:spChg>
        <pc:spChg chg="mod">
          <ac:chgData name="Gastgebruiker" userId="S::urn:spo:anon#0c8ebf4ffc2ccb43bdc5c682ec810329cc514d6b206b79b28f57085294cb67db::" providerId="AD" clId="Web-{CD6DC479-56A3-32D2-438A-2BC77C4DA882}" dt="2024-11-28T19:45:11.789" v="625" actId="20577"/>
          <ac:spMkLst>
            <pc:docMk/>
            <pc:sldMk cId="1433079835" sldId="282"/>
            <ac:spMk id="3" creationId="{314F621F-CCD7-21A3-BBB8-C1E406B1E6AB}"/>
          </ac:spMkLst>
        </pc:spChg>
      </pc:sldChg>
      <pc:sldChg chg="modSp new">
        <pc:chgData name="Gastgebruiker" userId="S::urn:spo:anon#0c8ebf4ffc2ccb43bdc5c682ec810329cc514d6b206b79b28f57085294cb67db::" providerId="AD" clId="Web-{CD6DC479-56A3-32D2-438A-2BC77C4DA882}" dt="2024-11-28T19:38:02.791" v="461" actId="14100"/>
        <pc:sldMkLst>
          <pc:docMk/>
          <pc:sldMk cId="296662913" sldId="283"/>
        </pc:sldMkLst>
        <pc:spChg chg="mod">
          <ac:chgData name="Gastgebruiker" userId="S::urn:spo:anon#0c8ebf4ffc2ccb43bdc5c682ec810329cc514d6b206b79b28f57085294cb67db::" providerId="AD" clId="Web-{CD6DC479-56A3-32D2-438A-2BC77C4DA882}" dt="2024-11-28T19:33:07.889" v="301" actId="20577"/>
          <ac:spMkLst>
            <pc:docMk/>
            <pc:sldMk cId="296662913" sldId="283"/>
            <ac:spMk id="2" creationId="{977CC22D-E15E-FD23-A907-2593FC860BA7}"/>
          </ac:spMkLst>
        </pc:spChg>
        <pc:spChg chg="mod">
          <ac:chgData name="Gastgebruiker" userId="S::urn:spo:anon#0c8ebf4ffc2ccb43bdc5c682ec810329cc514d6b206b79b28f57085294cb67db::" providerId="AD" clId="Web-{CD6DC479-56A3-32D2-438A-2BC77C4DA882}" dt="2024-11-28T19:38:02.791" v="461" actId="14100"/>
          <ac:spMkLst>
            <pc:docMk/>
            <pc:sldMk cId="296662913" sldId="283"/>
            <ac:spMk id="3" creationId="{B34D03AA-F7BB-6F83-BFD7-DCF981E2F105}"/>
          </ac:spMkLst>
        </pc:spChg>
      </pc:sldChg>
      <pc:sldChg chg="addSp delSp modSp new">
        <pc:chgData name="Gastgebruiker" userId="S::urn:spo:anon#0c8ebf4ffc2ccb43bdc5c682ec810329cc514d6b206b79b28f57085294cb67db::" providerId="AD" clId="Web-{CD6DC479-56A3-32D2-438A-2BC77C4DA882}" dt="2024-11-28T19:35:01.972" v="348" actId="1076"/>
        <pc:sldMkLst>
          <pc:docMk/>
          <pc:sldMk cId="4109524615" sldId="284"/>
        </pc:sldMkLst>
        <pc:spChg chg="del">
          <ac:chgData name="Gastgebruiker" userId="S::urn:spo:anon#0c8ebf4ffc2ccb43bdc5c682ec810329cc514d6b206b79b28f57085294cb67db::" providerId="AD" clId="Web-{CD6DC479-56A3-32D2-438A-2BC77C4DA882}" dt="2024-11-28T19:34:32.174" v="344"/>
          <ac:spMkLst>
            <pc:docMk/>
            <pc:sldMk cId="4109524615" sldId="284"/>
            <ac:spMk id="3" creationId="{39D0BC6D-93F5-3E57-4D87-04F29642F017}"/>
          </ac:spMkLst>
        </pc:spChg>
        <pc:picChg chg="add mod ord">
          <ac:chgData name="Gastgebruiker" userId="S::urn:spo:anon#0c8ebf4ffc2ccb43bdc5c682ec810329cc514d6b206b79b28f57085294cb67db::" providerId="AD" clId="Web-{CD6DC479-56A3-32D2-438A-2BC77C4DA882}" dt="2024-11-28T19:35:01.972" v="348" actId="1076"/>
          <ac:picMkLst>
            <pc:docMk/>
            <pc:sldMk cId="4109524615" sldId="284"/>
            <ac:picMk id="4" creationId="{978D9102-4F8A-05EB-CC3A-1C93872F2EB2}"/>
          </ac:picMkLst>
        </pc:picChg>
      </pc:sldChg>
    </pc:docChg>
  </pc:docChgLst>
  <pc:docChgLst>
    <pc:chgData name="Gastgebruiker" userId="S::urn:spo:anon#0c8ebf4ffc2ccb43bdc5c682ec810329cc514d6b206b79b28f57085294cb67db::" providerId="AD" clId="Web-{8AA8B745-CE60-4861-0091-364B63F3AD48}"/>
    <pc:docChg chg="modSld">
      <pc:chgData name="Gastgebruiker" userId="S::urn:spo:anon#0c8ebf4ffc2ccb43bdc5c682ec810329cc514d6b206b79b28f57085294cb67db::" providerId="AD" clId="Web-{8AA8B745-CE60-4861-0091-364B63F3AD48}" dt="2024-12-05T14:57:32.381" v="65" actId="20577"/>
      <pc:docMkLst>
        <pc:docMk/>
      </pc:docMkLst>
      <pc:sldChg chg="modSp">
        <pc:chgData name="Gastgebruiker" userId="S::urn:spo:anon#0c8ebf4ffc2ccb43bdc5c682ec810329cc514d6b206b79b28f57085294cb67db::" providerId="AD" clId="Web-{8AA8B745-CE60-4861-0091-364B63F3AD48}" dt="2024-12-05T14:46:42.279" v="38" actId="20577"/>
        <pc:sldMkLst>
          <pc:docMk/>
          <pc:sldMk cId="885449637" sldId="272"/>
        </pc:sldMkLst>
        <pc:spChg chg="mod">
          <ac:chgData name="Gastgebruiker" userId="S::urn:spo:anon#0c8ebf4ffc2ccb43bdc5c682ec810329cc514d6b206b79b28f57085294cb67db::" providerId="AD" clId="Web-{8AA8B745-CE60-4861-0091-364B63F3AD48}" dt="2024-12-05T14:46:42.279" v="38" actId="20577"/>
          <ac:spMkLst>
            <pc:docMk/>
            <pc:sldMk cId="885449637" sldId="272"/>
            <ac:spMk id="3" creationId="{7FEE26D9-5E51-5325-9485-94F206905B30}"/>
          </ac:spMkLst>
        </pc:spChg>
      </pc:sldChg>
      <pc:sldChg chg="modSp">
        <pc:chgData name="Gastgebruiker" userId="S::urn:spo:anon#0c8ebf4ffc2ccb43bdc5c682ec810329cc514d6b206b79b28f57085294cb67db::" providerId="AD" clId="Web-{8AA8B745-CE60-4861-0091-364B63F3AD48}" dt="2024-12-05T14:41:29.658" v="4" actId="20577"/>
        <pc:sldMkLst>
          <pc:docMk/>
          <pc:sldMk cId="3173739258" sldId="280"/>
        </pc:sldMkLst>
        <pc:spChg chg="mod">
          <ac:chgData name="Gastgebruiker" userId="S::urn:spo:anon#0c8ebf4ffc2ccb43bdc5c682ec810329cc514d6b206b79b28f57085294cb67db::" providerId="AD" clId="Web-{8AA8B745-CE60-4861-0091-364B63F3AD48}" dt="2024-12-05T14:41:29.658" v="4" actId="20577"/>
          <ac:spMkLst>
            <pc:docMk/>
            <pc:sldMk cId="3173739258" sldId="280"/>
            <ac:spMk id="3" creationId="{7FEE26D9-5E51-5325-9485-94F206905B30}"/>
          </ac:spMkLst>
        </pc:spChg>
      </pc:sldChg>
      <pc:sldChg chg="modSp">
        <pc:chgData name="Gastgebruiker" userId="S::urn:spo:anon#0c8ebf4ffc2ccb43bdc5c682ec810329cc514d6b206b79b28f57085294cb67db::" providerId="AD" clId="Web-{8AA8B745-CE60-4861-0091-364B63F3AD48}" dt="2024-12-05T14:57:32.381" v="65" actId="20577"/>
        <pc:sldMkLst>
          <pc:docMk/>
          <pc:sldMk cId="1433079835" sldId="282"/>
        </pc:sldMkLst>
        <pc:spChg chg="mod">
          <ac:chgData name="Gastgebruiker" userId="S::urn:spo:anon#0c8ebf4ffc2ccb43bdc5c682ec810329cc514d6b206b79b28f57085294cb67db::" providerId="AD" clId="Web-{8AA8B745-CE60-4861-0091-364B63F3AD48}" dt="2024-12-05T14:57:32.381" v="65" actId="20577"/>
          <ac:spMkLst>
            <pc:docMk/>
            <pc:sldMk cId="1433079835" sldId="282"/>
            <ac:spMk id="3" creationId="{314F621F-CCD7-21A3-BBB8-C1E406B1E6A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5/12/2024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‹nr.›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12/05/2024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 fontScale="90000"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Verkoop Warehouses</a:t>
            </a:r>
            <a:br>
              <a:rPr lang="nl-BE" sz="7200" b="1" cap="all">
                <a:ln>
                  <a:solidFill>
                    <a:sysClr val="windowText" lastClr="000000"/>
                  </a:solidFill>
                </a:ln>
                <a:latin typeface="Lato Black"/>
                <a:ea typeface="Lato Black"/>
                <a:cs typeface="Lato Black"/>
              </a:rPr>
            </a:br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 De pauw</a:t>
            </a:r>
            <a:endParaRPr lang="nl-NL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Bram, Rose en Reinout, 2024-2025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 dirty="0"/>
              <a:t>Opkopen en ontwikkelen van vastgoed</a:t>
            </a:r>
            <a:endParaRPr lang="nl-NL" dirty="0"/>
          </a:p>
          <a:p>
            <a:r>
              <a:rPr lang="nl-NL" dirty="0"/>
              <a:t>Logistiek vastgoed</a:t>
            </a:r>
          </a:p>
          <a:p>
            <a:r>
              <a:rPr lang="nl-NL" dirty="0"/>
              <a:t>België, Nederland, Frankrijk en Roemenië</a:t>
            </a:r>
          </a:p>
          <a:p>
            <a:endParaRPr lang="nl-NL"/>
          </a:p>
          <a:p>
            <a:endParaRPr lang="nl-NL"/>
          </a:p>
        </p:txBody>
      </p:sp>
      <p:pic>
        <p:nvPicPr>
          <p:cNvPr id="4" name="Afbeelding 3" descr="https://d73qlcaloxhiu.cloudfront.net/eyJidWNrZXQiOiJ3ZHAtcHJvZHVjdGlvbiIsImtleSI6ImJyYW5kaW5nL0xvZ28tV0RQLnN2ZyIsImVkaXRzIjp7ImpwZWciOnsicXVhbGl0eSI6ODIsInByb2dyZXNzaXZlIjpmYWxzZSwidHJlbGxpc1F1YW50aXNhdGlvbiI6dHJ1ZSwib3ZlcnNob290RGVyaW5naW5nIjp0cnVlLCJvcHRpbWl6ZVNjYW5zIjp0cnVlfSwicmVzaXplIjp7IndpZHRoIjo2MDAsImhlaWdodCI6NjAsImZpdCI6Imluc2lkZSJ9LCJzaGFycGVuIjp0cnVlfX0=?mtime=1716849668">
            <a:extLst>
              <a:ext uri="{FF2B5EF4-FFF2-40B4-BE49-F238E27FC236}">
                <a16:creationId xmlns:a16="http://schemas.microsoft.com/office/drawing/2014/main" id="{B0DF98F6-EFA9-FE77-1AF7-7A9514FC0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322" y="3114722"/>
            <a:ext cx="2698606" cy="178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F54D4-5339-94E8-BB5E-1CBBD56F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Reden van kopen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14F621F-CCD7-21A3-BBB8-C1E406B1E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Stijgende vraag door e-commerce </a:t>
            </a:r>
          </a:p>
          <a:p>
            <a:r>
              <a:rPr lang="nl-NL" dirty="0"/>
              <a:t>Lage rentewaarden </a:t>
            </a:r>
          </a:p>
          <a:p>
            <a:r>
              <a:rPr lang="en-US" err="1"/>
              <a:t>Familieonderneming</a:t>
            </a:r>
            <a:r>
              <a:rPr lang="en-US" dirty="0"/>
              <a:t> (20% interne holding)</a:t>
            </a:r>
          </a:p>
          <a:p>
            <a:r>
              <a:rPr lang="en-US" dirty="0"/>
              <a:t>Hoge </a:t>
            </a:r>
            <a:r>
              <a:rPr lang="en-US" dirty="0" err="1"/>
              <a:t>bezettingsgraad</a:t>
            </a:r>
            <a:r>
              <a:rPr lang="en-US" dirty="0"/>
              <a:t> (98,5%)</a:t>
            </a:r>
          </a:p>
        </p:txBody>
      </p:sp>
    </p:spTree>
    <p:extLst>
      <p:ext uri="{BB962C8B-B14F-4D97-AF65-F5344CB8AC3E}">
        <p14:creationId xmlns:p14="http://schemas.microsoft.com/office/powerpoint/2010/main" val="1433079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CC22D-E15E-FD23-A907-2593FC86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Reden van verkopen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4D03AA-F7BB-6F83-BFD7-DCF981E2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287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Neutrale </a:t>
            </a:r>
            <a:r>
              <a:rPr lang="nl-NL" err="1"/>
              <a:t>earnings</a:t>
            </a:r>
            <a:r>
              <a:rPr lang="nl-NL"/>
              <a:t> </a:t>
            </a:r>
          </a:p>
          <a:p>
            <a:r>
              <a:rPr lang="nl-NL"/>
              <a:t>2 </a:t>
            </a:r>
            <a:r>
              <a:rPr lang="nl-NL" err="1"/>
              <a:t>missed</a:t>
            </a:r>
            <a:r>
              <a:rPr lang="nl-NL"/>
              <a:t> </a:t>
            </a:r>
            <a:r>
              <a:rPr lang="nl-NL" err="1"/>
              <a:t>earnings</a:t>
            </a:r>
            <a:r>
              <a:rPr lang="nl-NL"/>
              <a:t> </a:t>
            </a:r>
          </a:p>
          <a:p>
            <a:r>
              <a:rPr lang="nl-NL"/>
              <a:t>Slecht sentiment</a:t>
            </a:r>
          </a:p>
          <a:p>
            <a:r>
              <a:rPr lang="nl-NL"/>
              <a:t>Schrik voor recessie, minder vraag naar opslag (=just-in-time logistiek)</a:t>
            </a:r>
          </a:p>
          <a:p>
            <a:pPr marL="0" indent="0">
              <a:buNone/>
            </a:pPr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66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570C6-23A9-1647-F676-689F8CD6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diagram, Perceel&#10;&#10;Automatisch gegenereerde beschrijving">
            <a:extLst>
              <a:ext uri="{FF2B5EF4-FFF2-40B4-BE49-F238E27FC236}">
                <a16:creationId xmlns:a16="http://schemas.microsoft.com/office/drawing/2014/main" id="{978D9102-4F8A-05EB-CC3A-1C93872F2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850" y="1471669"/>
            <a:ext cx="10521950" cy="4259151"/>
          </a:xfrm>
        </p:spPr>
      </p:pic>
    </p:spTree>
    <p:extLst>
      <p:ext uri="{BB962C8B-B14F-4D97-AF65-F5344CB8AC3E}">
        <p14:creationId xmlns:p14="http://schemas.microsoft.com/office/powerpoint/2010/main" val="410952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 dirty="0"/>
              <a:t>Verkoop van 25 aandelen aan marktprijs (verlies 16%)</a:t>
            </a:r>
            <a:endParaRPr lang="nl-NL" dirty="0"/>
          </a:p>
          <a:p>
            <a:r>
              <a:rPr lang="en-BE" dirty="0" err="1"/>
              <a:t>Aankooptotaal</a:t>
            </a:r>
            <a:r>
              <a:rPr lang="en-BE" dirty="0"/>
              <a:t>: 25 x 24.78 = €619,5</a:t>
            </a:r>
          </a:p>
          <a:p>
            <a:r>
              <a:rPr lang="en-BE" dirty="0" err="1"/>
              <a:t>Verkooptotaal</a:t>
            </a:r>
            <a:r>
              <a:rPr lang="en-BE"/>
              <a:t>:  25 x 20.46 = €516</a:t>
            </a:r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040381-67DD-4FBC-ACE0-362DC6FCCAC6}">
  <ds:schemaRefs>
    <ds:schemaRef ds:uri="8645f338-6b19-47dd-a9cd-521166d8a9c7"/>
    <ds:schemaRef ds:uri="bc1159ad-d26f-4422-9cd3-507dd7bb3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BD6C5D-4773-475C-86FF-2D05E0593407}">
  <ds:schemaRefs>
    <ds:schemaRef ds:uri="8645f338-6b19-47dd-a9cd-521166d8a9c7"/>
    <ds:schemaRef ds:uri="bc1159ad-d26f-4422-9cd3-507dd7bb3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Breedbeeld</PresentationFormat>
  <Slides>6</Slides>
  <Notes>0</Notes>
  <HiddenSlides>0</HiddenSlide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6</vt:i4>
      </vt:variant>
    </vt:vector>
  </HeadingPairs>
  <TitlesOfParts>
    <vt:vector size="8" baseType="lpstr">
      <vt:lpstr>Kantoorthema</vt:lpstr>
      <vt:lpstr>Custom Design</vt:lpstr>
      <vt:lpstr>Verkoop Warehouses  De pauw</vt:lpstr>
      <vt:lpstr>Korte inleiding</vt:lpstr>
      <vt:lpstr>Reden van kopen</vt:lpstr>
      <vt:lpstr>Reden van verkopen</vt:lpstr>
      <vt:lpstr>PowerPoint-presentatie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revision>18</cp:revision>
  <cp:lastPrinted>2024-07-16T07:40:55Z</cp:lastPrinted>
  <dcterms:created xsi:type="dcterms:W3CDTF">2024-07-09T18:43:59Z</dcterms:created>
  <dcterms:modified xsi:type="dcterms:W3CDTF">2024-12-05T14:57:39Z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
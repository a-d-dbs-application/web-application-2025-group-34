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7"/>
  </p:notesMasterIdLst>
  <p:sldIdLst>
    <p:sldId id="269" r:id="rId6"/>
    <p:sldId id="272" r:id="rId7"/>
    <p:sldId id="273" r:id="rId8"/>
    <p:sldId id="274" r:id="rId9"/>
    <p:sldId id="275" r:id="rId10"/>
    <p:sldId id="276" r:id="rId11"/>
    <p:sldId id="281" r:id="rId12"/>
    <p:sldId id="277" r:id="rId13"/>
    <p:sldId id="278" r:id="rId14"/>
    <p:sldId id="279" r:id="rId15"/>
    <p:sldId id="280" r:id="rId16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3F3DAAD7-D56C-4526-A872-99B653579593}">
          <p14:sldIdLst>
            <p14:sldId id="269"/>
            <p14:sldId id="272"/>
            <p14:sldId id="273"/>
            <p14:sldId id="274"/>
            <p14:sldId id="275"/>
            <p14:sldId id="276"/>
            <p14:sldId id="281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337"/>
    <a:srgbClr val="102B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9C763C-1AD3-C0B5-EDE6-B45647DE15B9}" v="4" dt="2025-02-20T19:18:00.918"/>
    <p1510:client id="{B43C9E16-46AA-2C55-72FA-41BA84F631B6}" v="54" dt="2025-02-20T19:35:54.225"/>
    <p1510:client id="{F3BB6CB4-1135-BD53-C61A-364931C36562}" v="4" dt="2025-02-20T19:15:55.9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Stijl, gemiddeld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anon#6deea064f33a99d26343ff91f2f1587b66d329d2e45f5be56affcc72028d939e::" providerId="AD" clId="Web-{5A454CFB-162B-3509-202F-E0B67D0A61F0}"/>
    <pc:docChg chg="modSld">
      <pc:chgData name="Guest User" userId="S::urn:spo:anon#6deea064f33a99d26343ff91f2f1587b66d329d2e45f5be56affcc72028d939e::" providerId="AD" clId="Web-{5A454CFB-162B-3509-202F-E0B67D0A61F0}" dt="2024-11-14T18:54:34.272" v="8" actId="20577"/>
      <pc:docMkLst>
        <pc:docMk/>
      </pc:docMkLst>
      <pc:sldChg chg="modSp">
        <pc:chgData name="Guest User" userId="S::urn:spo:anon#6deea064f33a99d26343ff91f2f1587b66d329d2e45f5be56affcc72028d939e::" providerId="AD" clId="Web-{5A454CFB-162B-3509-202F-E0B67D0A61F0}" dt="2024-11-14T18:54:34.272" v="8" actId="20577"/>
        <pc:sldMkLst>
          <pc:docMk/>
          <pc:sldMk cId="948246460" sldId="269"/>
        </pc:sldMkLst>
        <pc:spChg chg="mod">
          <ac:chgData name="Guest User" userId="S::urn:spo:anon#6deea064f33a99d26343ff91f2f1587b66d329d2e45f5be56affcc72028d939e::" providerId="AD" clId="Web-{5A454CFB-162B-3509-202F-E0B67D0A61F0}" dt="2024-11-14T18:54:34.272" v="8" actId="20577"/>
          <ac:spMkLst>
            <pc:docMk/>
            <pc:sldMk cId="948246460" sldId="269"/>
            <ac:spMk id="2" creationId="{D8A9B099-3678-56D7-4D13-0036810034D9}"/>
          </ac:spMkLst>
        </pc:spChg>
      </pc:sldChg>
    </pc:docChg>
  </pc:docChgLst>
  <pc:docChgLst>
    <pc:chgData name="Investment Club | VEK" userId="fccfcf99-cb57-4190-863c-7d6490e7bab2" providerId="ADAL" clId="{9136D16C-AEB5-4E2B-9CCC-808A13CABC39}"/>
    <pc:docChg chg="undo custSel addSld delSld modSld addSection delSection modSection">
      <pc:chgData name="Investment Club | VEK" userId="fccfcf99-cb57-4190-863c-7d6490e7bab2" providerId="ADAL" clId="{9136D16C-AEB5-4E2B-9CCC-808A13CABC39}" dt="2024-09-01T16:01:05.937" v="341" actId="20577"/>
      <pc:docMkLst>
        <pc:docMk/>
      </pc:docMkLst>
      <pc:sldChg chg="del">
        <pc:chgData name="Investment Club | VEK" userId="fccfcf99-cb57-4190-863c-7d6490e7bab2" providerId="ADAL" clId="{9136D16C-AEB5-4E2B-9CCC-808A13CABC39}" dt="2024-09-01T15:45:11.179" v="0" actId="2696"/>
        <pc:sldMkLst>
          <pc:docMk/>
          <pc:sldMk cId="2416937320" sldId="256"/>
        </pc:sldMkLst>
      </pc:sldChg>
      <pc:sldChg chg="del">
        <pc:chgData name="Investment Club | VEK" userId="fccfcf99-cb57-4190-863c-7d6490e7bab2" providerId="ADAL" clId="{9136D16C-AEB5-4E2B-9CCC-808A13CABC39}" dt="2024-09-01T15:45:14.078" v="1" actId="2696"/>
        <pc:sldMkLst>
          <pc:docMk/>
          <pc:sldMk cId="2348935323" sldId="260"/>
        </pc:sldMkLst>
      </pc:sldChg>
      <pc:sldChg chg="del">
        <pc:chgData name="Investment Club | VEK" userId="fccfcf99-cb57-4190-863c-7d6490e7bab2" providerId="ADAL" clId="{9136D16C-AEB5-4E2B-9CCC-808A13CABC39}" dt="2024-09-01T15:45:30.938" v="6" actId="2696"/>
        <pc:sldMkLst>
          <pc:docMk/>
          <pc:sldMk cId="2350228246" sldId="261"/>
        </pc:sldMkLst>
      </pc:sldChg>
      <pc:sldChg chg="del">
        <pc:chgData name="Investment Club | VEK" userId="fccfcf99-cb57-4190-863c-7d6490e7bab2" providerId="ADAL" clId="{9136D16C-AEB5-4E2B-9CCC-808A13CABC39}" dt="2024-09-01T15:45:29.047" v="5" actId="2696"/>
        <pc:sldMkLst>
          <pc:docMk/>
          <pc:sldMk cId="1210131921" sldId="263"/>
        </pc:sldMkLst>
      </pc:sldChg>
      <pc:sldChg chg="del">
        <pc:chgData name="Investment Club | VEK" userId="fccfcf99-cb57-4190-863c-7d6490e7bab2" providerId="ADAL" clId="{9136D16C-AEB5-4E2B-9CCC-808A13CABC39}" dt="2024-09-01T15:45:33.440" v="7" actId="2696"/>
        <pc:sldMkLst>
          <pc:docMk/>
          <pc:sldMk cId="182970331" sldId="265"/>
        </pc:sldMkLst>
      </pc:sldChg>
      <pc:sldChg chg="del">
        <pc:chgData name="Investment Club | VEK" userId="fccfcf99-cb57-4190-863c-7d6490e7bab2" providerId="ADAL" clId="{9136D16C-AEB5-4E2B-9CCC-808A13CABC39}" dt="2024-09-01T15:45:15.986" v="2" actId="2696"/>
        <pc:sldMkLst>
          <pc:docMk/>
          <pc:sldMk cId="2642401620" sldId="266"/>
        </pc:sldMkLst>
      </pc:sldChg>
      <pc:sldChg chg="del">
        <pc:chgData name="Investment Club | VEK" userId="fccfcf99-cb57-4190-863c-7d6490e7bab2" providerId="ADAL" clId="{9136D16C-AEB5-4E2B-9CCC-808A13CABC39}" dt="2024-09-01T15:45:26.967" v="4" actId="2696"/>
        <pc:sldMkLst>
          <pc:docMk/>
          <pc:sldMk cId="2361010390" sldId="267"/>
        </pc:sldMkLst>
      </pc:sldChg>
      <pc:sldChg chg="modSp mod">
        <pc:chgData name="Investment Club | VEK" userId="fccfcf99-cb57-4190-863c-7d6490e7bab2" providerId="ADAL" clId="{9136D16C-AEB5-4E2B-9CCC-808A13CABC39}" dt="2024-09-01T15:46:33.077" v="131" actId="20577"/>
        <pc:sldMkLst>
          <pc:docMk/>
          <pc:sldMk cId="948246460" sldId="269"/>
        </pc:sldMkLst>
        <pc:spChg chg="mod">
          <ac:chgData name="Investment Club | VEK" userId="fccfcf99-cb57-4190-863c-7d6490e7bab2" providerId="ADAL" clId="{9136D16C-AEB5-4E2B-9CCC-808A13CABC39}" dt="2024-09-01T15:45:38.705" v="20" actId="20577"/>
          <ac:spMkLst>
            <pc:docMk/>
            <pc:sldMk cId="948246460" sldId="269"/>
            <ac:spMk id="2" creationId="{D8A9B099-3678-56D7-4D13-0036810034D9}"/>
          </ac:spMkLst>
        </pc:spChg>
        <pc:spChg chg="mod">
          <ac:chgData name="Investment Club | VEK" userId="fccfcf99-cb57-4190-863c-7d6490e7bab2" providerId="ADAL" clId="{9136D16C-AEB5-4E2B-9CCC-808A13CABC39}" dt="2024-09-01T15:46:33.077" v="131" actId="20577"/>
          <ac:spMkLst>
            <pc:docMk/>
            <pc:sldMk cId="948246460" sldId="269"/>
            <ac:spMk id="3" creationId="{7DB8EF02-DF1E-4CA0-A16A-719DCC97ED5B}"/>
          </ac:spMkLst>
        </pc:spChg>
      </pc:sldChg>
      <pc:sldChg chg="modSp mod">
        <pc:chgData name="Investment Club | VEK" userId="fccfcf99-cb57-4190-863c-7d6490e7bab2" providerId="ADAL" clId="{9136D16C-AEB5-4E2B-9CCC-808A13CABC39}" dt="2024-09-01T15:47:53.550" v="192" actId="207"/>
        <pc:sldMkLst>
          <pc:docMk/>
          <pc:sldMk cId="885449637" sldId="272"/>
        </pc:sldMkLst>
        <pc:spChg chg="mod">
          <ac:chgData name="Investment Club | VEK" userId="fccfcf99-cb57-4190-863c-7d6490e7bab2" providerId="ADAL" clId="{9136D16C-AEB5-4E2B-9CCC-808A13CABC39}" dt="2024-09-01T15:47:53.550" v="192" actId="207"/>
          <ac:spMkLst>
            <pc:docMk/>
            <pc:sldMk cId="885449637" sldId="272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0:08.613" v="209" actId="20577"/>
        <pc:sldMkLst>
          <pc:docMk/>
          <pc:sldMk cId="1902359051" sldId="273"/>
        </pc:sldMkLst>
        <pc:spChg chg="mod">
          <ac:chgData name="Investment Club | VEK" userId="fccfcf99-cb57-4190-863c-7d6490e7bab2" providerId="ADAL" clId="{9136D16C-AEB5-4E2B-9CCC-808A13CABC39}" dt="2024-09-01T15:50:08.613" v="209" actId="20577"/>
          <ac:spMkLst>
            <pc:docMk/>
            <pc:sldMk cId="1902359051" sldId="273"/>
            <ac:spMk id="2" creationId="{34FF476F-A227-38A9-3358-2C28E2B90495}"/>
          </ac:spMkLst>
        </pc:spChg>
      </pc:sldChg>
      <pc:sldChg chg="del">
        <pc:chgData name="Investment Club | VEK" userId="fccfcf99-cb57-4190-863c-7d6490e7bab2" providerId="ADAL" clId="{9136D16C-AEB5-4E2B-9CCC-808A13CABC39}" dt="2024-09-01T15:45:23.263" v="3" actId="2696"/>
        <pc:sldMkLst>
          <pc:docMk/>
          <pc:sldMk cId="2933684206" sldId="273"/>
        </pc:sldMkLst>
      </pc:sldChg>
      <pc:sldChg chg="add del">
        <pc:chgData name="Investment Club | VEK" userId="fccfcf99-cb57-4190-863c-7d6490e7bab2" providerId="ADAL" clId="{9136D16C-AEB5-4E2B-9CCC-808A13CABC39}" dt="2024-09-01T15:48:03.836" v="194" actId="2696"/>
        <pc:sldMkLst>
          <pc:docMk/>
          <pc:sldMk cId="3847034358" sldId="273"/>
        </pc:sldMkLst>
      </pc:sldChg>
      <pc:sldChg chg="modSp add mod">
        <pc:chgData name="Investment Club | VEK" userId="fccfcf99-cb57-4190-863c-7d6490e7bab2" providerId="ADAL" clId="{9136D16C-AEB5-4E2B-9CCC-808A13CABC39}" dt="2024-09-01T15:50:16.960" v="220" actId="20577"/>
        <pc:sldMkLst>
          <pc:docMk/>
          <pc:sldMk cId="415415236" sldId="274"/>
        </pc:sldMkLst>
        <pc:spChg chg="mod">
          <ac:chgData name="Investment Club | VEK" userId="fccfcf99-cb57-4190-863c-7d6490e7bab2" providerId="ADAL" clId="{9136D16C-AEB5-4E2B-9CCC-808A13CABC39}" dt="2024-09-01T15:50:16.960" v="220" actId="20577"/>
          <ac:spMkLst>
            <pc:docMk/>
            <pc:sldMk cId="415415236" sldId="274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25.968" v="251" actId="20577"/>
        <pc:sldMkLst>
          <pc:docMk/>
          <pc:sldMk cId="3575039893" sldId="275"/>
        </pc:sldMkLst>
        <pc:spChg chg="mod">
          <ac:chgData name="Investment Club | VEK" userId="fccfcf99-cb57-4190-863c-7d6490e7bab2" providerId="ADAL" clId="{9136D16C-AEB5-4E2B-9CCC-808A13CABC39}" dt="2024-09-01T15:52:25.968" v="251" actId="20577"/>
          <ac:spMkLst>
            <pc:docMk/>
            <pc:sldMk cId="3575039893" sldId="275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2:33.517" v="262" actId="20577"/>
        <pc:sldMkLst>
          <pc:docMk/>
          <pc:sldMk cId="2072403919" sldId="276"/>
        </pc:sldMkLst>
        <pc:spChg chg="mod">
          <ac:chgData name="Investment Club | VEK" userId="fccfcf99-cb57-4190-863c-7d6490e7bab2" providerId="ADAL" clId="{9136D16C-AEB5-4E2B-9CCC-808A13CABC39}" dt="2024-09-01T15:52:33.517" v="262" actId="20577"/>
          <ac:spMkLst>
            <pc:docMk/>
            <pc:sldMk cId="2072403919" sldId="276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05.311" v="294" actId="20577"/>
        <pc:sldMkLst>
          <pc:docMk/>
          <pc:sldMk cId="1974473979" sldId="277"/>
        </pc:sldMkLst>
        <pc:spChg chg="mod">
          <ac:chgData name="Investment Club | VEK" userId="fccfcf99-cb57-4190-863c-7d6490e7bab2" providerId="ADAL" clId="{9136D16C-AEB5-4E2B-9CCC-808A13CABC39}" dt="2024-09-01T15:53:05.311" v="294" actId="20577"/>
          <ac:spMkLst>
            <pc:docMk/>
            <pc:sldMk cId="1974473979" sldId="277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18.524" v="312" actId="20577"/>
        <pc:sldMkLst>
          <pc:docMk/>
          <pc:sldMk cId="4046288823" sldId="278"/>
        </pc:sldMkLst>
        <pc:spChg chg="mod">
          <ac:chgData name="Investment Club | VEK" userId="fccfcf99-cb57-4190-863c-7d6490e7bab2" providerId="ADAL" clId="{9136D16C-AEB5-4E2B-9CCC-808A13CABC39}" dt="2024-09-01T15:53:18.524" v="312" actId="20577"/>
          <ac:spMkLst>
            <pc:docMk/>
            <pc:sldMk cId="4046288823" sldId="278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36.692" v="328" actId="20577"/>
        <pc:sldMkLst>
          <pc:docMk/>
          <pc:sldMk cId="2327946261" sldId="279"/>
        </pc:sldMkLst>
        <pc:spChg chg="mod">
          <ac:chgData name="Investment Club | VEK" userId="fccfcf99-cb57-4190-863c-7d6490e7bab2" providerId="ADAL" clId="{9136D16C-AEB5-4E2B-9CCC-808A13CABC39}" dt="2024-09-01T15:53:36.692" v="328" actId="20577"/>
          <ac:spMkLst>
            <pc:docMk/>
            <pc:sldMk cId="2327946261" sldId="279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5:53:42.485" v="337" actId="20577"/>
        <pc:sldMkLst>
          <pc:docMk/>
          <pc:sldMk cId="3173739258" sldId="280"/>
        </pc:sldMkLst>
        <pc:spChg chg="mod">
          <ac:chgData name="Investment Club | VEK" userId="fccfcf99-cb57-4190-863c-7d6490e7bab2" providerId="ADAL" clId="{9136D16C-AEB5-4E2B-9CCC-808A13CABC39}" dt="2024-09-01T15:53:42.485" v="337" actId="20577"/>
          <ac:spMkLst>
            <pc:docMk/>
            <pc:sldMk cId="3173739258" sldId="280"/>
            <ac:spMk id="2" creationId="{34FF476F-A227-38A9-3358-2C28E2B90495}"/>
          </ac:spMkLst>
        </pc:spChg>
      </pc:sldChg>
      <pc:sldChg chg="modSp add mod">
        <pc:chgData name="Investment Club | VEK" userId="fccfcf99-cb57-4190-863c-7d6490e7bab2" providerId="ADAL" clId="{9136D16C-AEB5-4E2B-9CCC-808A13CABC39}" dt="2024-09-01T16:01:05.937" v="341" actId="20577"/>
        <pc:sldMkLst>
          <pc:docMk/>
          <pc:sldMk cId="3009412234" sldId="281"/>
        </pc:sldMkLst>
        <pc:spChg chg="mod">
          <ac:chgData name="Investment Club | VEK" userId="fccfcf99-cb57-4190-863c-7d6490e7bab2" providerId="ADAL" clId="{9136D16C-AEB5-4E2B-9CCC-808A13CABC39}" dt="2024-09-01T16:01:05.937" v="341" actId="20577"/>
          <ac:spMkLst>
            <pc:docMk/>
            <pc:sldMk cId="3009412234" sldId="281"/>
            <ac:spMk id="2" creationId="{34FF476F-A227-38A9-3358-2C28E2B90495}"/>
          </ac:spMkLst>
        </pc:spChg>
      </pc:sldChg>
    </pc:docChg>
  </pc:docChgLst>
  <pc:docChgLst>
    <pc:chgData name="Gastgebruiker" userId="S::urn:spo:anon#6deea064f33a99d26343ff91f2f1587b66d329d2e45f5be56affcc72028d939e::" providerId="AD" clId="Web-{029C763C-1AD3-C0B5-EDE6-B45647DE15B9}"/>
    <pc:docChg chg="modSld">
      <pc:chgData name="Gastgebruiker" userId="S::urn:spo:anon#6deea064f33a99d26343ff91f2f1587b66d329d2e45f5be56affcc72028d939e::" providerId="AD" clId="Web-{029C763C-1AD3-C0B5-EDE6-B45647DE15B9}" dt="2025-02-20T19:17:59.965" v="2" actId="20577"/>
      <pc:docMkLst>
        <pc:docMk/>
      </pc:docMkLst>
      <pc:sldChg chg="modSp">
        <pc:chgData name="Gastgebruiker" userId="S::urn:spo:anon#6deea064f33a99d26343ff91f2f1587b66d329d2e45f5be56affcc72028d939e::" providerId="AD" clId="Web-{029C763C-1AD3-C0B5-EDE6-B45647DE15B9}" dt="2025-02-20T19:17:59.965" v="2" actId="20577"/>
        <pc:sldMkLst>
          <pc:docMk/>
          <pc:sldMk cId="885449637" sldId="272"/>
        </pc:sldMkLst>
        <pc:spChg chg="mod">
          <ac:chgData name="Gastgebruiker" userId="S::urn:spo:anon#6deea064f33a99d26343ff91f2f1587b66d329d2e45f5be56affcc72028d939e::" providerId="AD" clId="Web-{029C763C-1AD3-C0B5-EDE6-B45647DE15B9}" dt="2025-02-20T19:17:59.965" v="2" actId="20577"/>
          <ac:spMkLst>
            <pc:docMk/>
            <pc:sldMk cId="885449637" sldId="272"/>
            <ac:spMk id="2" creationId="{34FF476F-A227-38A9-3358-2C28E2B90495}"/>
          </ac:spMkLst>
        </pc:spChg>
      </pc:sldChg>
    </pc:docChg>
  </pc:docChgLst>
  <pc:docChgLst>
    <pc:chgData name="Guest User" userId="S::urn:spo:anon#0dfe0aeb31015a4449f6dfae165e67c46b1fba9d41d80443b9059d5b79d299d6::" providerId="AD" clId="Web-{F3BB6CB4-1135-BD53-C61A-364931C36562}"/>
    <pc:docChg chg="modSld">
      <pc:chgData name="Guest User" userId="S::urn:spo:anon#0dfe0aeb31015a4449f6dfae165e67c46b1fba9d41d80443b9059d5b79d299d6::" providerId="AD" clId="Web-{F3BB6CB4-1135-BD53-C61A-364931C36562}" dt="2025-02-20T19:15:55.962" v="3" actId="20577"/>
      <pc:docMkLst>
        <pc:docMk/>
      </pc:docMkLst>
      <pc:sldChg chg="modSp">
        <pc:chgData name="Guest User" userId="S::urn:spo:anon#0dfe0aeb31015a4449f6dfae165e67c46b1fba9d41d80443b9059d5b79d299d6::" providerId="AD" clId="Web-{F3BB6CB4-1135-BD53-C61A-364931C36562}" dt="2025-02-20T19:15:55.962" v="3" actId="20577"/>
        <pc:sldMkLst>
          <pc:docMk/>
          <pc:sldMk cId="948246460" sldId="269"/>
        </pc:sldMkLst>
        <pc:spChg chg="mod">
          <ac:chgData name="Guest User" userId="S::urn:spo:anon#0dfe0aeb31015a4449f6dfae165e67c46b1fba9d41d80443b9059d5b79d299d6::" providerId="AD" clId="Web-{F3BB6CB4-1135-BD53-C61A-364931C36562}" dt="2025-02-20T19:15:55.962" v="3" actId="20577"/>
          <ac:spMkLst>
            <pc:docMk/>
            <pc:sldMk cId="948246460" sldId="269"/>
            <ac:spMk id="3" creationId="{7DB8EF02-DF1E-4CA0-A16A-719DCC97ED5B}"/>
          </ac:spMkLst>
        </pc:spChg>
      </pc:sldChg>
    </pc:docChg>
  </pc:docChgLst>
  <pc:docChgLst>
    <pc:chgData name="Gastgebruiker" userId="S::urn:spo:anon#a2b69085110383f6d9ac90c27265563209d3aa818a21a053fe0bf64eb99735f5::" providerId="AD" clId="Web-{88AD7114-1029-35D5-E656-061FE1260C10}"/>
    <pc:docChg chg="modSld">
      <pc:chgData name="Gastgebruiker" userId="S::urn:spo:anon#a2b69085110383f6d9ac90c27265563209d3aa818a21a053fe0bf64eb99735f5::" providerId="AD" clId="Web-{88AD7114-1029-35D5-E656-061FE1260C10}" dt="2024-11-14T19:28:12.339" v="231" actId="20577"/>
      <pc:docMkLst>
        <pc:docMk/>
      </pc:docMkLst>
      <pc:sldChg chg="modSp">
        <pc:chgData name="Gastgebruiker" userId="S::urn:spo:anon#a2b69085110383f6d9ac90c27265563209d3aa818a21a053fe0bf64eb99735f5::" providerId="AD" clId="Web-{88AD7114-1029-35D5-E656-061FE1260C10}" dt="2024-11-14T19:27:42.839" v="156" actId="20577"/>
        <pc:sldMkLst>
          <pc:docMk/>
          <pc:sldMk cId="415415236" sldId="274"/>
        </pc:sldMkLst>
        <pc:spChg chg="mod">
          <ac:chgData name="Gastgebruiker" userId="S::urn:spo:anon#a2b69085110383f6d9ac90c27265563209d3aa818a21a053fe0bf64eb99735f5::" providerId="AD" clId="Web-{88AD7114-1029-35D5-E656-061FE1260C10}" dt="2024-11-14T19:27:42.839" v="156" actId="20577"/>
          <ac:spMkLst>
            <pc:docMk/>
            <pc:sldMk cId="415415236" sldId="274"/>
            <ac:spMk id="3" creationId="{7FEE26D9-5E51-5325-9485-94F206905B30}"/>
          </ac:spMkLst>
        </pc:spChg>
      </pc:sldChg>
      <pc:sldChg chg="modSp">
        <pc:chgData name="Gastgebruiker" userId="S::urn:spo:anon#a2b69085110383f6d9ac90c27265563209d3aa818a21a053fe0bf64eb99735f5::" providerId="AD" clId="Web-{88AD7114-1029-35D5-E656-061FE1260C10}" dt="2024-11-14T19:28:12.339" v="231" actId="20577"/>
        <pc:sldMkLst>
          <pc:docMk/>
          <pc:sldMk cId="3575039893" sldId="275"/>
        </pc:sldMkLst>
        <pc:spChg chg="mod">
          <ac:chgData name="Gastgebruiker" userId="S::urn:spo:anon#a2b69085110383f6d9ac90c27265563209d3aa818a21a053fe0bf64eb99735f5::" providerId="AD" clId="Web-{88AD7114-1029-35D5-E656-061FE1260C10}" dt="2024-11-14T19:28:12.339" v="231" actId="20577"/>
          <ac:spMkLst>
            <pc:docMk/>
            <pc:sldMk cId="3575039893" sldId="275"/>
            <ac:spMk id="3" creationId="{7FEE26D9-5E51-5325-9485-94F206905B30}"/>
          </ac:spMkLst>
        </pc:spChg>
      </pc:sldChg>
      <pc:sldChg chg="modSp">
        <pc:chgData name="Gastgebruiker" userId="S::urn:spo:anon#a2b69085110383f6d9ac90c27265563209d3aa818a21a053fe0bf64eb99735f5::" providerId="AD" clId="Web-{88AD7114-1029-35D5-E656-061FE1260C10}" dt="2024-11-14T19:23:35.787" v="72" actId="20577"/>
        <pc:sldMkLst>
          <pc:docMk/>
          <pc:sldMk cId="3009412234" sldId="281"/>
        </pc:sldMkLst>
        <pc:spChg chg="mod">
          <ac:chgData name="Gastgebruiker" userId="S::urn:spo:anon#a2b69085110383f6d9ac90c27265563209d3aa818a21a053fe0bf64eb99735f5::" providerId="AD" clId="Web-{88AD7114-1029-35D5-E656-061FE1260C10}" dt="2024-11-14T19:23:35.787" v="72" actId="20577"/>
          <ac:spMkLst>
            <pc:docMk/>
            <pc:sldMk cId="3009412234" sldId="281"/>
            <ac:spMk id="3" creationId="{7FEE26D9-5E51-5325-9485-94F206905B30}"/>
          </ac:spMkLst>
        </pc:spChg>
      </pc:sldChg>
    </pc:docChg>
  </pc:docChgLst>
  <pc:docChgLst>
    <pc:chgData name="Gastgebruiker" userId="S::urn:spo:anon#6deea064f33a99d26343ff91f2f1587b66d329d2e45f5be56affcc72028d939e::" providerId="AD" clId="Web-{B43C9E16-46AA-2C55-72FA-41BA84F631B6}"/>
    <pc:docChg chg="modSld">
      <pc:chgData name="Gastgebruiker" userId="S::urn:spo:anon#6deea064f33a99d26343ff91f2f1587b66d329d2e45f5be56affcc72028d939e::" providerId="AD" clId="Web-{B43C9E16-46AA-2C55-72FA-41BA84F631B6}" dt="2025-02-20T19:35:54.225" v="23" actId="14100"/>
      <pc:docMkLst>
        <pc:docMk/>
      </pc:docMkLst>
      <pc:sldChg chg="addSp modSp">
        <pc:chgData name="Gastgebruiker" userId="S::urn:spo:anon#6deea064f33a99d26343ff91f2f1587b66d329d2e45f5be56affcc72028d939e::" providerId="AD" clId="Web-{B43C9E16-46AA-2C55-72FA-41BA84F631B6}" dt="2025-02-20T19:35:54.225" v="23" actId="14100"/>
        <pc:sldMkLst>
          <pc:docMk/>
          <pc:sldMk cId="415415236" sldId="274"/>
        </pc:sldMkLst>
        <pc:spChg chg="mod">
          <ac:chgData name="Gastgebruiker" userId="S::urn:spo:anon#6deea064f33a99d26343ff91f2f1587b66d329d2e45f5be56affcc72028d939e::" providerId="AD" clId="Web-{B43C9E16-46AA-2C55-72FA-41BA84F631B6}" dt="2025-02-20T19:35:54.225" v="23" actId="14100"/>
          <ac:spMkLst>
            <pc:docMk/>
            <pc:sldMk cId="415415236" sldId="274"/>
            <ac:spMk id="3" creationId="{7FEE26D9-5E51-5325-9485-94F206905B30}"/>
          </ac:spMkLst>
        </pc:spChg>
        <pc:graphicFrameChg chg="add mod modGraphic">
          <ac:chgData name="Gastgebruiker" userId="S::urn:spo:anon#6deea064f33a99d26343ff91f2f1587b66d329d2e45f5be56affcc72028d939e::" providerId="AD" clId="Web-{B43C9E16-46AA-2C55-72FA-41BA84F631B6}" dt="2025-02-20T19:35:48.522" v="22"/>
          <ac:graphicFrameMkLst>
            <pc:docMk/>
            <pc:sldMk cId="415415236" sldId="274"/>
            <ac:graphicFrameMk id="5" creationId="{698045C7-FADB-9B0E-9AF2-FC2AD81D3639}"/>
          </ac:graphicFrameMkLst>
        </pc:graphicFrameChg>
      </pc:sldChg>
      <pc:sldChg chg="modSp">
        <pc:chgData name="Gastgebruiker" userId="S::urn:spo:anon#6deea064f33a99d26343ff91f2f1587b66d329d2e45f5be56affcc72028d939e::" providerId="AD" clId="Web-{B43C9E16-46AA-2C55-72FA-41BA84F631B6}" dt="2025-02-20T19:18:17.642" v="2" actId="20577"/>
        <pc:sldMkLst>
          <pc:docMk/>
          <pc:sldMk cId="3575039893" sldId="275"/>
        </pc:sldMkLst>
        <pc:spChg chg="mod">
          <ac:chgData name="Gastgebruiker" userId="S::urn:spo:anon#6deea064f33a99d26343ff91f2f1587b66d329d2e45f5be56affcc72028d939e::" providerId="AD" clId="Web-{B43C9E16-46AA-2C55-72FA-41BA84F631B6}" dt="2025-02-20T19:18:17.642" v="2" actId="20577"/>
          <ac:spMkLst>
            <pc:docMk/>
            <pc:sldMk cId="3575039893" sldId="275"/>
            <ac:spMk id="3" creationId="{7FEE26D9-5E51-5325-9485-94F206905B3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9CEF8-D931-4635-9D59-897EC15C6356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485BF0-3D51-4747-9D20-CE4DB12E4A7F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550278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9AC517-B988-EB68-8BAC-925B8C429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715FCC8-49F3-DA7C-D48E-D96CC614E6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3E32E5A1-436D-5DAD-AB61-F9E63D53C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BD773E98-2CD4-4896-A8D4-721A101A6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4BCCD98-667F-C1AA-3F92-6A4B8516C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684829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E01D21-EFE2-BA02-4562-FCDC06012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C78237D-D423-2D73-C4FF-7137A03AB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2E2D613-3ABC-6C9C-AAF0-28156D9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5B35B855-4A0E-2D07-328D-8DB47610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777F-5E77-5BD5-24C1-F2CCC1BC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08851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B10792-05AE-BC19-2B74-E3F8EB7C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7F92F7-C619-6432-8C30-11F29A9C7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B6A89C8-7D22-1FFD-A6BF-2301B8B4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8D7AB5B-906F-0094-6232-F56E4D8EF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2BB81CA-0192-9646-9C81-51CB30982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62288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91FD50-0C59-C417-55E1-5B3A891EA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072CF92-7358-3C54-F5F6-E2907BA7A6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E8CD0E01-57D7-1ED1-25CB-80AF4919F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F8A1F70-CB2A-3596-2FF6-A5518EB71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6DEAD15-42FE-9533-E17D-C8D552AA4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E1BE3A8-C2AB-BD02-4381-014E1BAE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407604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CAE3E7-3791-865B-3F8B-F0364AA08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0C289837-11C1-D555-A7C5-13704B5A8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9AC8E3B0-F466-2639-BB83-F754FBE4B6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5629B61-B828-DAE9-43BD-D83CFD773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7A95B215-8D9C-8203-3A79-6B052A6E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8222EA28-84C7-1A06-ACB3-6131D7C764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6C2FCF4A-C584-0AD6-787A-DE0731DF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BC2CE877-1AB5-5219-5331-E750DF8B7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35264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315DD5A-C047-F8D0-DA7E-19329467A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A7DD8A31-6EFC-CFB6-C096-C1FB86C63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D363919A-4AC8-2939-3A78-BC0128E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E0690A0E-097A-7DDE-A49E-22FF894B7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8773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A5ECDA8F-593F-DEC1-EB1E-019275C61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A989CE3-ABEA-CBC6-17DC-301A91C44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655E20E-9A75-6809-639D-6BF508F7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89007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750C39-B327-A6CA-9BA1-8A6D4C157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11A3E1-63CD-AA3E-9B0E-912E88F19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DA25E0A-0902-85F9-601D-04F8AFDDA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0B2E31D-5342-EC7F-E643-58EE8699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44D4488-8B90-86E5-8C03-7E4B8FB5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F28CB5-5AD3-1F16-2D64-D41D4CA56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61395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6DB5E9-EA15-D30B-3C35-42A9BBF08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95281E37-FB05-E021-874C-01D79EEDDA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BE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4C42E8BD-AD00-F1CA-03F5-2675F2AC1B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262E5033-4861-59E4-CE97-FFC9C32B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0FFDCAE-789C-84DA-F97A-AF00B647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3AFDC7F-2710-035E-BB0A-DDC96F4F7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21596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609A12-F89E-8C75-46BD-2D9B07210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AB165141-0061-579D-91C9-66A577F9E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80BF015-D3A6-E932-D45E-2155C8D46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B7F2026-EBD9-14E0-ECF9-9FD50B26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0E25C6A-274B-2F87-37F0-B01D042F9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73478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5D68690B-1FE4-5378-5250-AF6AC74C2C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83CD605D-8B21-C317-340A-11D26EC33F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3E270A5-8991-CAED-AD4F-FCA60097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245DB4-94EF-F96B-1B89-C6FA18065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1ED165D-6C26-FE9A-A313-D5FA88962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86957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6D74-CFC0-5AAD-0DBA-4DAE2FE5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DE51AA-1826-D5A4-4D74-A387839ED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31CC4B-E962-E33F-B794-ED573FCF3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819002-D3F4-0B35-B8C1-52338A27C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574222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FBC7C-D718-AD56-BB7A-81ABE0A964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29C63E-9C7B-8E7C-A717-FDCFDE121D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C5AEF8-3D49-DDF2-B9AB-0E9D4A92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4FF76D-B929-D2EF-FB98-572CB6CCF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4CBF5-2216-5724-58FB-FEB68F7C6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30785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08AB3-0611-255A-0882-8B7ECD513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1010-89D2-01C1-845E-DD17DB4D9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6643EA-82EE-878C-ABA0-AFDBC6EDB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328868-17D1-F1D6-6B4B-75AE970C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18483-0AD5-F41E-3130-A4EBD8B11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69924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FDB43-CC8E-3A65-A592-6B7E6C60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E7A94-F2CC-F7F5-D941-55B8FDDE3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B2ECE2-97A4-0081-7019-909BE4185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390EB-9333-46CB-6D91-6BFD1BA27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C0607-343C-8770-0DAF-9D3302EDF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8361176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B67D-412C-FEA2-9096-8BCBCC569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626F19-6BDC-1F37-AD39-067A46C597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FFC51-EC72-C86E-038E-9FA25C073E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A048AD-0E09-1CC7-700B-001F01FB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AF59AB-58F9-B8B5-0773-E24D51EDC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107C3-7DD1-F595-7642-C341AA0F1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960298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DBEC9-4C32-2BE4-CA4C-FCA81E1FF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F3422-63DF-23D2-542D-6EF4370C1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08E8A-3245-31B7-5872-6E6552876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7431C-97B5-59FF-C5B6-C9848AE6A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902D8-0AE8-A661-6A7C-47164949E5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57AFB6-E851-88B9-1BDE-E6CF53710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AE788-1F15-9300-B7B7-A5A445B7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874FD-327C-9575-A12D-18F87C22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6564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27F15-611A-41B6-0A4D-6FC022E2B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5270E5-7C95-D9B4-F71E-5F787F80D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7CE89-5CA6-A295-4332-AD7A4428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E939CE-AB76-6F40-4A8B-FA8B80F21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58648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E04FC0-D99F-388C-0B79-992280415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66F526-2840-2DC9-FA31-16E98D9B8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1413F-E31B-E36B-FB48-134137F6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0303154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B067D-A42F-4274-2573-3FC2654B1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E74E-D1B8-93D4-E538-C24EC1228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0124F2-ECDB-334C-C672-B930DA1D9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7CED1B-74FF-5CBC-384C-034C3B820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2D9E93-1F54-2EF5-5D68-13E95752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71EB1-CA88-7427-A265-6E788740D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910962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2458-2C56-62A3-CD46-259AAB532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86F67C-AC15-3039-4652-C04CAA2C07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13E69E-3B81-2E0B-764A-D9AF1DB7D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10C8E-DE1F-33A1-42C8-F36DB46BA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B6E386-E2D1-41AE-6DF4-0A56515CF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AD2B2-48DB-3767-F174-5DD2AA85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3913400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C07D2-095A-7FBB-456B-09911A384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17183-08A6-52C7-607B-B3A658B523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05959-5EF3-4640-B1C7-DD79EAF72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315E6-F1C0-6CFC-6B44-46144E2F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F5F67-7669-4A78-FA65-4AFC9EE0A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6999310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BE960C-5CFF-3258-A914-F627E9392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22DCE5-12E8-721A-8C2D-6F635614D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A7F42-E301-DB24-EA06-10E8B84C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B63F5-58D8-1D33-6CAF-0967B11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09A63-A46F-7696-234D-FA0799AF2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35068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C29633-190A-0197-3DA9-EC8DFAB0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076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nl-BE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90301B5E-4E2B-A6DB-5925-B2EC519EB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796AF50-A528-B12A-96B0-868A2F2677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89BB1-5A5B-4779-81CE-BF22AFA9B40A}" type="datetimeFigureOut">
              <a:rPr lang="nl-BE" smtClean="0"/>
              <a:t>20/02/2025</a:t>
            </a:fld>
            <a:endParaRPr lang="nl-BE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928E766-20E7-FFEB-BB73-3728F14346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E9F1833D-C567-A08F-A4C3-DA00B20469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FA8FF3-608E-4A35-AC1D-F2A02A681AE9}" type="slidenum">
              <a:rPr lang="nl-BE" smtClean="0"/>
              <a:t>‹#›</a:t>
            </a:fld>
            <a:endParaRPr lang="nl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DB9325-F9AB-0E8D-505A-AD1065F024E3}"/>
              </a:ext>
            </a:extLst>
          </p:cNvPr>
          <p:cNvCxnSpPr>
            <a:cxnSpLocks/>
          </p:cNvCxnSpPr>
          <p:nvPr userDrawn="1"/>
        </p:nvCxnSpPr>
        <p:spPr>
          <a:xfrm flipH="1">
            <a:off x="832857" y="1379372"/>
            <a:ext cx="10520943" cy="6606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938EE0-8464-5FE4-4025-D7C4D74A0332}"/>
              </a:ext>
            </a:extLst>
          </p:cNvPr>
          <p:cNvCxnSpPr>
            <a:cxnSpLocks/>
          </p:cNvCxnSpPr>
          <p:nvPr userDrawn="1"/>
        </p:nvCxnSpPr>
        <p:spPr>
          <a:xfrm flipH="1">
            <a:off x="853293" y="6176963"/>
            <a:ext cx="9128907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7A888C-6579-EE81-3DA4-6DC8DFA250D4}"/>
              </a:ext>
            </a:extLst>
          </p:cNvPr>
          <p:cNvCxnSpPr>
            <a:cxnSpLocks/>
          </p:cNvCxnSpPr>
          <p:nvPr userDrawn="1"/>
        </p:nvCxnSpPr>
        <p:spPr>
          <a:xfrm flipH="1">
            <a:off x="11018520" y="6176963"/>
            <a:ext cx="335280" cy="0"/>
          </a:xfrm>
          <a:prstGeom prst="line">
            <a:avLst/>
          </a:prstGeom>
          <a:ln w="38100">
            <a:solidFill>
              <a:srgbClr val="074422"/>
            </a:solidFill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7E023A86-F80F-76D3-C672-8C771FC48894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033800" y="5710404"/>
            <a:ext cx="933119" cy="933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25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C66EFB-49B5-5AD4-7916-FC6162A53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D05F7-2DDD-5EEC-8413-0DCA0CF59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1E564E-4AB9-C83C-1931-128DE4E6DC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60EBFD-C0B0-4406-9B6E-841DD2A8CA96}" type="datetimeFigureOut">
              <a:rPr lang="en-BE" smtClean="0"/>
              <a:t>02/20/2025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C0F2FF-9BB5-8647-2B06-30D4FE031C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ECACD-1254-E804-895F-79A9E2173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3C9968-DF2A-4DEA-A251-97EFC3DCF20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11410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B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A9B099-3678-56D7-4D13-0036810034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54201"/>
            <a:ext cx="9684774" cy="1655762"/>
          </a:xfrm>
        </p:spPr>
        <p:txBody>
          <a:bodyPr>
            <a:normAutofit/>
          </a:bodyPr>
          <a:lstStyle/>
          <a:p>
            <a:r>
              <a:rPr lang="nl-BE" sz="7200" b="1" cap="all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Novo </a:t>
            </a:r>
            <a:r>
              <a:rPr lang="nl-BE" sz="7200" b="1" cap="all" err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Lato Black"/>
                <a:ea typeface="Lato Black"/>
                <a:cs typeface="Lato Black"/>
              </a:rPr>
              <a:t>nordisk</a:t>
            </a:r>
            <a:endParaRPr lang="nl-BE" sz="7200" b="1" cap="all" err="1">
              <a:ln>
                <a:solidFill>
                  <a:sysClr val="windowText" lastClr="000000"/>
                </a:solidFill>
              </a:ln>
              <a:solidFill>
                <a:schemeClr val="bg1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7DB8EF02-DF1E-4CA0-A16A-719DCC97ED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9" y="3602038"/>
            <a:ext cx="10491020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nl-BE" sz="4400" cap="small">
                <a:ln w="3175">
                  <a:noFill/>
                </a:ln>
                <a:solidFill>
                  <a:schemeClr val="bg1"/>
                </a:solidFill>
                <a:latin typeface="Lato"/>
                <a:ea typeface="Lato"/>
                <a:cs typeface="Lato"/>
              </a:rPr>
              <a:t>Personen in voorstel, academiejaar</a:t>
            </a:r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246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/>
                <a:ea typeface="Lato Black"/>
                <a:cs typeface="Lato Black"/>
              </a:rPr>
              <a:t>Korte inleiding 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885449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Geschiedenis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02359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Management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622160"/>
            <a:ext cx="9927772" cy="5548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Kijken of management stabiel blijft: stabieler is veiliger</a:t>
            </a:r>
          </a:p>
          <a:p>
            <a:endParaRPr lang="nl-NL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698045C7-FADB-9B0E-9AF2-FC2AD81D36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622966"/>
              </p:ext>
            </p:extLst>
          </p:nvPr>
        </p:nvGraphicFramePr>
        <p:xfrm>
          <a:off x="842210" y="1544052"/>
          <a:ext cx="10459852" cy="357302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14963">
                  <a:extLst>
                    <a:ext uri="{9D8B030D-6E8A-4147-A177-3AD203B41FA5}">
                      <a16:colId xmlns:a16="http://schemas.microsoft.com/office/drawing/2014/main" val="2660839337"/>
                    </a:ext>
                  </a:extLst>
                </a:gridCol>
                <a:gridCol w="2614963">
                  <a:extLst>
                    <a:ext uri="{9D8B030D-6E8A-4147-A177-3AD203B41FA5}">
                      <a16:colId xmlns:a16="http://schemas.microsoft.com/office/drawing/2014/main" val="1371389883"/>
                    </a:ext>
                  </a:extLst>
                </a:gridCol>
                <a:gridCol w="2614963">
                  <a:extLst>
                    <a:ext uri="{9D8B030D-6E8A-4147-A177-3AD203B41FA5}">
                      <a16:colId xmlns:a16="http://schemas.microsoft.com/office/drawing/2014/main" val="683210955"/>
                    </a:ext>
                  </a:extLst>
                </a:gridCol>
                <a:gridCol w="2614963">
                  <a:extLst>
                    <a:ext uri="{9D8B030D-6E8A-4147-A177-3AD203B41FA5}">
                      <a16:colId xmlns:a16="http://schemas.microsoft.com/office/drawing/2014/main" val="3610704271"/>
                    </a:ext>
                  </a:extLst>
                </a:gridCol>
              </a:tblGrid>
              <a:tr h="279017">
                <a:tc>
                  <a:txBody>
                    <a:bodyPr/>
                    <a:lstStyle/>
                    <a:p>
                      <a:pPr algn="ctr" rtl="0" fontAlgn="b"/>
                      <a:r>
                        <a:rPr lang="nl-NL" b="1">
                          <a:effectLst/>
                        </a:rPr>
                        <a:t>Naam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nl-NL" b="1">
                          <a:effectLst/>
                        </a:rPr>
                        <a:t>Functie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nl-NL" b="1">
                          <a:effectLst/>
                        </a:rPr>
                        <a:t>In functie sinds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nl-NL" b="1">
                          <a:effectLst/>
                        </a:rPr>
                        <a:t>In dienst sinds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883884"/>
                  </a:ext>
                </a:extLst>
              </a:tr>
              <a:tr h="613838"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Lars </a:t>
                      </a:r>
                      <a:r>
                        <a:rPr lang="nl-NL" err="1">
                          <a:effectLst/>
                        </a:rPr>
                        <a:t>Fruergaard</a:t>
                      </a:r>
                      <a:r>
                        <a:rPr lang="nl-NL">
                          <a:effectLst/>
                        </a:rPr>
                        <a:t> </a:t>
                      </a:r>
                      <a:r>
                        <a:rPr lang="nl-NL" err="1">
                          <a:effectLst/>
                        </a:rPr>
                        <a:t>Jørgensen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President en Chief Executive </a:t>
                      </a:r>
                      <a:r>
                        <a:rPr lang="nl-NL" err="1">
                          <a:effectLst/>
                        </a:rPr>
                        <a:t>Officer</a:t>
                      </a:r>
                      <a:r>
                        <a:rPr lang="nl-NL">
                          <a:effectLst/>
                        </a:rPr>
                        <a:t> (CEO)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januari 2017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1991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315770"/>
                  </a:ext>
                </a:extLst>
              </a:tr>
              <a:tr h="792409">
                <a:tc>
                  <a:txBody>
                    <a:bodyPr/>
                    <a:lstStyle/>
                    <a:p>
                      <a:pPr rtl="0" fontAlgn="b"/>
                      <a:r>
                        <a:rPr lang="nl-NL" err="1">
                          <a:effectLst/>
                        </a:rPr>
                        <a:t>Maziar</a:t>
                      </a:r>
                      <a:r>
                        <a:rPr lang="nl-NL">
                          <a:effectLst/>
                        </a:rPr>
                        <a:t> Mike </a:t>
                      </a:r>
                      <a:r>
                        <a:rPr lang="nl-NL" err="1">
                          <a:effectLst/>
                        </a:rPr>
                        <a:t>Doustdar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Executive </a:t>
                      </a:r>
                      <a:r>
                        <a:rPr lang="nl-NL" err="1">
                          <a:effectLst/>
                        </a:rPr>
                        <a:t>Vice</a:t>
                      </a:r>
                      <a:r>
                        <a:rPr lang="nl-NL">
                          <a:effectLst/>
                        </a:rPr>
                        <a:t> President, International Operations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september 2016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1992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8410115"/>
                  </a:ext>
                </a:extLst>
              </a:tr>
              <a:tr h="792409"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Karsten Munk </a:t>
                      </a:r>
                      <a:r>
                        <a:rPr lang="nl-NL" err="1">
                          <a:effectLst/>
                        </a:rPr>
                        <a:t>Knudsen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Executive </a:t>
                      </a:r>
                      <a:r>
                        <a:rPr lang="nl-NL" err="1">
                          <a:effectLst/>
                        </a:rPr>
                        <a:t>Vice</a:t>
                      </a:r>
                      <a:r>
                        <a:rPr lang="nl-NL">
                          <a:effectLst/>
                        </a:rPr>
                        <a:t> President en Chief Financial </a:t>
                      </a:r>
                      <a:r>
                        <a:rPr lang="nl-NL" err="1">
                          <a:effectLst/>
                        </a:rPr>
                        <a:t>Officer</a:t>
                      </a:r>
                      <a:r>
                        <a:rPr lang="nl-NL">
                          <a:effectLst/>
                        </a:rPr>
                        <a:t> (CFO)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februari 2018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1999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58258"/>
                  </a:ext>
                </a:extLst>
              </a:tr>
              <a:tr h="993302"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David Moore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nl-NL">
                          <a:effectLst/>
                        </a:rPr>
                        <a:t>Executive </a:t>
                      </a:r>
                      <a:r>
                        <a:rPr lang="nl-NL" err="1">
                          <a:effectLst/>
                        </a:rPr>
                        <a:t>Vice</a:t>
                      </a:r>
                      <a:r>
                        <a:rPr lang="nl-NL">
                          <a:effectLst/>
                        </a:rPr>
                        <a:t> President, US Operations en Global Business Development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maart 2023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nl-NL">
                          <a:effectLst/>
                        </a:rPr>
                        <a:t>2022</a:t>
                      </a:r>
                    </a:p>
                  </a:txBody>
                  <a:tcPr marL="28575" marR="28575" marT="19050" marB="19050" anchor="b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1346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415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Bedrijfsactiviteiten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Pipeline (</a:t>
            </a:r>
            <a:r>
              <a:rPr lang="en-BE" err="1"/>
              <a:t>fase</a:t>
            </a:r>
            <a:r>
              <a:rPr lang="en-BE"/>
              <a:t> 3 is dure </a:t>
            </a:r>
            <a:r>
              <a:rPr lang="en-BE" err="1"/>
              <a:t>fase</a:t>
            </a:r>
            <a:r>
              <a:rPr lang="en-BE"/>
              <a:t>)</a:t>
            </a:r>
          </a:p>
          <a:p>
            <a:r>
              <a:rPr lang="en-BE" err="1"/>
              <a:t>Groei</a:t>
            </a:r>
            <a:r>
              <a:rPr lang="en-BE"/>
              <a:t> in </a:t>
            </a:r>
            <a:r>
              <a:rPr lang="en-BE" err="1"/>
              <a:t>ozempic</a:t>
            </a:r>
            <a:r>
              <a:rPr lang="en-BE"/>
              <a:t> </a:t>
            </a:r>
            <a:r>
              <a:rPr lang="en-BE" err="1"/>
              <a:t>jaar</a:t>
            </a:r>
            <a:r>
              <a:rPr lang="en-BE"/>
              <a:t> op </a:t>
            </a:r>
            <a:r>
              <a:rPr lang="en-BE" err="1"/>
              <a:t>jaar</a:t>
            </a:r>
            <a:r>
              <a:rPr lang="en-BE"/>
              <a:t>, </a:t>
            </a:r>
            <a:r>
              <a:rPr lang="en-BE" err="1"/>
              <a:t>bouwen</a:t>
            </a:r>
            <a:r>
              <a:rPr lang="en-BE"/>
              <a:t> </a:t>
            </a:r>
            <a:r>
              <a:rPr lang="en-BE" err="1"/>
              <a:t>fabrieken</a:t>
            </a:r>
            <a:r>
              <a:rPr lang="en-BE"/>
              <a:t> </a:t>
            </a:r>
            <a:r>
              <a:rPr lang="en-BE" err="1"/>
              <a:t>bij</a:t>
            </a:r>
            <a:r>
              <a:rPr lang="en-BE"/>
              <a:t> </a:t>
            </a:r>
            <a:r>
              <a:rPr lang="en-BE" err="1"/>
              <a:t>dus</a:t>
            </a:r>
            <a:r>
              <a:rPr lang="en-BE"/>
              <a:t> </a:t>
            </a:r>
            <a:r>
              <a:rPr lang="en-BE" err="1"/>
              <a:t>zal</a:t>
            </a:r>
            <a:r>
              <a:rPr lang="en-BE"/>
              <a:t> </a:t>
            </a:r>
            <a:r>
              <a:rPr lang="en-BE" err="1"/>
              <a:t>waarschijnlijk</a:t>
            </a:r>
            <a:r>
              <a:rPr lang="en-BE"/>
              <a:t> </a:t>
            </a:r>
            <a:r>
              <a:rPr lang="en-BE" err="1"/>
              <a:t>blijven</a:t>
            </a:r>
            <a:r>
              <a:rPr lang="en-BE"/>
              <a:t> stijgen</a:t>
            </a:r>
          </a:p>
        </p:txBody>
      </p:sp>
    </p:spTree>
    <p:extLst>
      <p:ext uri="{BB962C8B-B14F-4D97-AF65-F5344CB8AC3E}">
        <p14:creationId xmlns:p14="http://schemas.microsoft.com/office/powerpoint/2010/main" val="3575039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Financials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072403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DCF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BE"/>
              <a:t>Discount factor 5%: </a:t>
            </a:r>
            <a:r>
              <a:rPr lang="en-BE" err="1"/>
              <a:t>groeit</a:t>
            </a:r>
            <a:r>
              <a:rPr lang="en-BE"/>
              <a:t> </a:t>
            </a:r>
            <a:r>
              <a:rPr lang="en-BE" err="1"/>
              <a:t>jaar</a:t>
            </a:r>
            <a:r>
              <a:rPr lang="en-BE"/>
              <a:t> </a:t>
            </a:r>
            <a:r>
              <a:rPr lang="en-BE" err="1"/>
              <a:t>na</a:t>
            </a:r>
            <a:r>
              <a:rPr lang="en-BE"/>
              <a:t> </a:t>
            </a:r>
            <a:r>
              <a:rPr lang="en-BE" err="1"/>
              <a:t>jaar</a:t>
            </a:r>
            <a:r>
              <a:rPr lang="en-BE"/>
              <a:t> (</a:t>
            </a:r>
            <a:r>
              <a:rPr lang="en-BE" err="1"/>
              <a:t>zeker</a:t>
            </a:r>
            <a:r>
              <a:rPr lang="en-BE"/>
              <a:t> bedrijf)</a:t>
            </a:r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9412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Peers (optioneel)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74473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SWOT-analyse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4628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Conclusie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279462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F476F-A227-38A9-3358-2C28E2B90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>
                <a:solidFill>
                  <a:srgbClr val="244337"/>
                </a:solidFill>
                <a:latin typeface="Lato Black" panose="020F0A02020204030203" pitchFamily="34" charset="0"/>
              </a:rPr>
              <a:t>Voorstel</a:t>
            </a:r>
            <a:endParaRPr lang="en-BE">
              <a:solidFill>
                <a:srgbClr val="244337"/>
              </a:solidFill>
              <a:latin typeface="Lato Black" panose="020F0A0202020403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E26D9-5E51-5325-9485-94F206905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173739258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4FD744ABC62A64EB73EBDE161BAFFAF" ma:contentTypeVersion="13" ma:contentTypeDescription="Een nieuw document maken." ma:contentTypeScope="" ma:versionID="4951167e122b31e5ded957a5580b48da">
  <xsd:schema xmlns:xsd="http://www.w3.org/2001/XMLSchema" xmlns:xs="http://www.w3.org/2001/XMLSchema" xmlns:p="http://schemas.microsoft.com/office/2006/metadata/properties" xmlns:ns2="bc1159ad-d26f-4422-9cd3-507dd7bb304b" xmlns:ns3="8645f338-6b19-47dd-a9cd-521166d8a9c7" targetNamespace="http://schemas.microsoft.com/office/2006/metadata/properties" ma:root="true" ma:fieldsID="283887a6431aabf65d426566ab0d1d71" ns2:_="" ns3:_="">
    <xsd:import namespace="bc1159ad-d26f-4422-9cd3-507dd7bb304b"/>
    <xsd:import namespace="8645f338-6b19-47dd-a9cd-521166d8a9c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1159ad-d26f-4422-9cd3-507dd7bb304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Afbeeldingtags" ma:readOnly="false" ma:fieldId="{5cf76f15-5ced-4ddc-b409-7134ff3c332f}" ma:taxonomyMulti="true" ma:sspId="da829b53-f82c-4818-ba9e-f50c3edd119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5f338-6b19-47dd-a9cd-521166d8a9c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a6b2853-0cf4-4253-bc2b-fe296ed0741f}" ma:internalName="TaxCatchAll" ma:showField="CatchAllData" ma:web="8645f338-6b19-47dd-a9cd-521166d8a9c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45f338-6b19-47dd-a9cd-521166d8a9c7" xsi:nil="true"/>
    <lcf76f155ced4ddcb4097134ff3c332f xmlns="bc1159ad-d26f-4422-9cd3-507dd7bb304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76AE51-6F4C-460E-A4C6-2DFD6C1DF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DBD6C5D-4773-475C-86FF-2D05E0593407}">
  <ds:schemaRefs>
    <ds:schemaRef ds:uri="8645f338-6b19-47dd-a9cd-521166d8a9c7"/>
    <ds:schemaRef ds:uri="bc1159ad-d26f-4422-9cd3-507dd7bb304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7040381-67DD-4FBC-ACE0-362DC6FCCAC6}">
  <ds:schemaRefs>
    <ds:schemaRef ds:uri="8645f338-6b19-47dd-a9cd-521166d8a9c7"/>
    <ds:schemaRef ds:uri="bc1159ad-d26f-4422-9cd3-507dd7bb304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11</Slides>
  <Notes>0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Kantoorthema</vt:lpstr>
      <vt:lpstr>Custom Design</vt:lpstr>
      <vt:lpstr>Novo nordisk</vt:lpstr>
      <vt:lpstr>Korte inleiding </vt:lpstr>
      <vt:lpstr>Geschiedenis</vt:lpstr>
      <vt:lpstr>Management</vt:lpstr>
      <vt:lpstr>Bedrijfsactiviteiten</vt:lpstr>
      <vt:lpstr>Financials</vt:lpstr>
      <vt:lpstr>DCF</vt:lpstr>
      <vt:lpstr>Peers (optioneel)</vt:lpstr>
      <vt:lpstr>SWOT-analyse</vt:lpstr>
      <vt:lpstr>Conclusie</vt:lpstr>
      <vt:lpstr>Voorstel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Vek investment club</dc:title>
  <dc:creator>Investment Club | VEK</dc:creator>
  <cp:revision>1</cp:revision>
  <cp:lastPrinted>2024-07-16T07:40:55Z</cp:lastPrinted>
  <dcterms:created xsi:type="dcterms:W3CDTF">2024-07-09T18:43:59Z</dcterms:created>
  <dcterms:modified xsi:type="dcterms:W3CDTF">2025-02-20T19:36:04Z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0x01010004FD744ABC62A64EB73EBDE161BAFFAF</vt:lpwstr>
  </property>
  <property fmtid="{D5CDD505-2E9C-101B-9397-08002B2CF9AE}" pid="3" name="MediaServiceImageTags">
    <vt:lpwstr/>
  </property>
</Properties>
</file>
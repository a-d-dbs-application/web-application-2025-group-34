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353" r:id="rId3"/>
    <p:sldId id="282" r:id="rId4"/>
    <p:sldId id="283" r:id="rId5"/>
    <p:sldId id="285" r:id="rId6"/>
    <p:sldId id="284" r:id="rId7"/>
    <p:sldId id="280" r:id="rId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B377F-F702-937A-12D3-1B61E595C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9F9052E-510F-DCD9-0F21-290D43244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313823-A71B-03A5-888D-07BC8699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A49B4C-963E-7B11-DE4E-7495ECF72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AB2B76-E44D-FE02-49EF-78C8926B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926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9C2D5-8CAD-50F6-0612-2E51A741F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CB6C26-2178-5466-13EB-BD0C9F58B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465330-1968-7FF3-8E5F-0177738B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15DD996-608C-CFEB-9A98-FBA392ED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D0D63A8-0A45-1F0E-1EB2-EA190C66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9210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DAF713-169B-7CE4-AA6B-09188A5E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05BC65-7DC6-5592-F81F-300C1DB7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A29296F-D7C9-4AF4-E974-FE6E80299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2C5422B-A286-A198-8E21-D2B7C5DE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98A1281-DFDF-DEF5-CE22-09FD7989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230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D185BC-AF0F-B269-D185-3C6BBC56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ABA411-675D-B71B-4FA5-52E70BB67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A0AE0CA-D5DE-A97F-C8D4-83687859A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0C0D65-A133-D1D8-5410-24938545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70B0F37-3A43-6A14-DB5A-5599B9A2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9CB148-5ED0-030F-D44B-F1E29B7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916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A46640-8282-3C8D-58D4-01D73DA5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B0694F-322B-BED4-E0D0-C70308F98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B33AB38-AC5E-0A8B-5154-16BBDA7A5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A342F64-7298-A60C-FE04-F34ACC580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84F6F61-7E4F-15E9-498A-5D51AF73B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1FEFB7A-1680-DEE0-BFB2-1880CA8D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3839F53-E0B4-EF46-28F3-8B05444C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B51525B-32F2-12D6-967E-458E7DA5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2869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8F6DD-CAB1-AEC7-A5BB-05A3DAD18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13D9F1B-EDBE-04D9-AD5E-5647F21E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1BCA2DE9-FE5D-BB2A-3553-829584A7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17597C7-EE11-7BB4-521A-ECF566E2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8488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1828491-8D7B-9994-9327-E8CE1B53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0E5FE2D-5FAE-FB6F-9269-4697D7E7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592027-0FA6-268D-D919-CEDC5A7A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676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370253-042D-A255-DDEB-081F6EFE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553F62-EE95-7A10-D136-1F2D9192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2AD4516-0C4D-EA07-F8B8-AF6F1E9A0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503D181-D808-A3CC-B3DB-77B28DC5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36444E9-20E2-1FD1-E4C6-F22E9ED2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4799730-AC50-0367-7E48-AA809216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4751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A57775-B46B-18F9-5E70-0E0B470F4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509D01C1-92E4-C9D6-35D0-7FD456662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CD00648-FC1B-56FA-310E-B565412B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D07FDDB-1688-5C67-6624-83B965D6C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10225A6-D7EB-297D-A73A-D2DA20C2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3F75B81-B036-8451-162E-5250F7ED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929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4FA13-EF06-D5A2-AB8A-4FAB46DF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3BB0440-6803-A8E4-ED4B-3A183CF8B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DE8B9E-BA8E-4B10-B58F-5BEFA998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AF46DC-B96F-8471-D93B-F26ECF014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7F7D6D-2D07-DC9B-A954-68A4E91B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8649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BEE6B38-1D7E-AC42-4EDC-05AFD8CFC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576FB72-1EDA-5F8A-5E13-BB78480CD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BC3C96-C47E-8390-D8EF-F26A7F24B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7A5BEE8-6B5D-F0FF-709B-469CD14BE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4CCC29D-17D6-51EB-3B32-61CC007A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820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1B1FFD3-AFE4-0507-C493-3320A37D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8F3E8BC-6766-1B40-193F-AB9CFEE27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335B1C-A2D9-C623-2BBD-46EA3DA4A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A7477-23A7-4DB1-BD6A-C35CE017E55B}" type="datetimeFigureOut">
              <a:rPr lang="nl-BE" smtClean="0"/>
              <a:t>8/05/2025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A450EF-90BF-2AE3-7C19-FB32E3397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547DA3-C80B-BD27-E6EB-D40306328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19AD7-CE4E-479A-BAED-57633918855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586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 fontScale="90000"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Verkoop Warehouses</a:t>
            </a:r>
            <a:br>
              <a:rPr lang="nl-BE" sz="7200" b="1" cap="all">
                <a:ln>
                  <a:solidFill>
                    <a:sysClr val="windowText" lastClr="000000"/>
                  </a:solidFill>
                </a:ln>
                <a:latin typeface="Lato Black"/>
                <a:ea typeface="Lato Black"/>
                <a:cs typeface="Lato Black"/>
              </a:rPr>
            </a:br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 De pauw</a:t>
            </a:r>
            <a:endParaRPr lang="nl-NL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Bram, Rose en Reinout, 2024-2025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A855DB7-CCC9-4B9B-BFD3-515A96133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294837"/>
            <a:ext cx="11412543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Opkopen en ontwikkelen van vastgoed</a:t>
            </a:r>
            <a:endParaRPr lang="nl-NL"/>
          </a:p>
          <a:p>
            <a:r>
              <a:rPr lang="nl-NL"/>
              <a:t>Logistiek vastgoed</a:t>
            </a:r>
          </a:p>
          <a:p>
            <a:r>
              <a:rPr lang="nl-NL"/>
              <a:t>België, Nederland, Frankrijk en Roemenië</a:t>
            </a:r>
          </a:p>
          <a:p>
            <a:endParaRPr lang="nl-NL"/>
          </a:p>
          <a:p>
            <a:endParaRPr lang="nl-NL"/>
          </a:p>
        </p:txBody>
      </p:sp>
      <p:pic>
        <p:nvPicPr>
          <p:cNvPr id="4" name="Afbeelding 3" descr="https://d73qlcaloxhiu.cloudfront.net/eyJidWNrZXQiOiJ3ZHAtcHJvZHVjdGlvbiIsImtleSI6ImJyYW5kaW5nL0xvZ28tV0RQLnN2ZyIsImVkaXRzIjp7ImpwZWciOnsicXVhbGl0eSI6ODIsInByb2dyZXNzaXZlIjpmYWxzZSwidHJlbGxpc1F1YW50aXNhdGlvbiI6dHJ1ZSwib3ZlcnNob290RGVyaW5naW5nIjp0cnVlLCJvcHRpbWl6ZVNjYW5zIjp0cnVlfSwicmVzaXplIjp7IndpZHRoIjo2MDAsImhlaWdodCI6NjAsImZpdCI6Imluc2lkZSJ9LCJzaGFycGVuIjp0cnVlfX0=?mtime=1716849668">
            <a:extLst>
              <a:ext uri="{FF2B5EF4-FFF2-40B4-BE49-F238E27FC236}">
                <a16:creationId xmlns:a16="http://schemas.microsoft.com/office/drawing/2014/main" id="{B0DF98F6-EFA9-FE77-1AF7-7A9514FC0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322" y="3114722"/>
            <a:ext cx="2698606" cy="178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F54D4-5339-94E8-BB5E-1CBBD56FE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Reden van kopen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14F621F-CCD7-21A3-BBB8-C1E406B1E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Stijgende vraag door e-commerce </a:t>
            </a:r>
          </a:p>
          <a:p>
            <a:r>
              <a:rPr lang="nl-NL"/>
              <a:t>Lage rentewaarden </a:t>
            </a:r>
          </a:p>
          <a:p>
            <a:r>
              <a:rPr lang="en-US" err="1"/>
              <a:t>Familieonderneming</a:t>
            </a:r>
            <a:r>
              <a:rPr lang="en-US"/>
              <a:t> (20% interne holding)</a:t>
            </a:r>
          </a:p>
          <a:p>
            <a:r>
              <a:rPr lang="en-US"/>
              <a:t>Hoge </a:t>
            </a:r>
            <a:r>
              <a:rPr lang="en-US" err="1"/>
              <a:t>bezettingsgraad</a:t>
            </a:r>
            <a:r>
              <a:rPr lang="en-US"/>
              <a:t> (98,5%)</a:t>
            </a:r>
          </a:p>
        </p:txBody>
      </p:sp>
    </p:spTree>
    <p:extLst>
      <p:ext uri="{BB962C8B-B14F-4D97-AF65-F5344CB8AC3E}">
        <p14:creationId xmlns:p14="http://schemas.microsoft.com/office/powerpoint/2010/main" val="1433079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CC22D-E15E-FD23-A907-2593FC86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Reden van verkopen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34D03AA-F7BB-6F83-BFD7-DCF981E2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3300" cy="4287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Neutrale </a:t>
            </a:r>
            <a:r>
              <a:rPr lang="nl-NL" err="1"/>
              <a:t>earnings</a:t>
            </a:r>
            <a:r>
              <a:rPr lang="nl-NL"/>
              <a:t> </a:t>
            </a:r>
          </a:p>
          <a:p>
            <a:r>
              <a:rPr lang="nl-NL"/>
              <a:t>2 </a:t>
            </a:r>
            <a:r>
              <a:rPr lang="nl-NL" err="1"/>
              <a:t>missed</a:t>
            </a:r>
            <a:r>
              <a:rPr lang="nl-NL"/>
              <a:t> </a:t>
            </a:r>
            <a:r>
              <a:rPr lang="nl-NL" err="1"/>
              <a:t>earnings</a:t>
            </a:r>
            <a:r>
              <a:rPr lang="nl-NL"/>
              <a:t> </a:t>
            </a:r>
          </a:p>
          <a:p>
            <a:r>
              <a:rPr lang="nl-NL"/>
              <a:t>Slecht sentiment</a:t>
            </a:r>
          </a:p>
          <a:p>
            <a:r>
              <a:rPr lang="nl-NL"/>
              <a:t>Schrik voor recessie, minder vraag naar opslag (=just-in-time logistiek)</a:t>
            </a:r>
          </a:p>
          <a:p>
            <a:pPr marL="0" indent="0">
              <a:buNone/>
            </a:pPr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66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48565-9D06-A93D-238D-ACA1FCD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Franse</a:t>
            </a:r>
            <a:r>
              <a:rPr lang="fr-BE"/>
              <a:t> </a:t>
            </a:r>
            <a:r>
              <a:rPr lang="fr-BE" err="1"/>
              <a:t>Overname</a:t>
            </a:r>
            <a:r>
              <a:rPr lang="fr-BE"/>
              <a:t>	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9E040-7FFA-42F8-D7D8-A71108842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2 </a:t>
            </a:r>
            <a:r>
              <a:rPr lang="fr-BE" err="1"/>
              <a:t>bedrijventereinen</a:t>
            </a:r>
            <a:r>
              <a:rPr lang="fr-BE"/>
              <a:t> 4,4%</a:t>
            </a:r>
          </a:p>
          <a:p>
            <a:r>
              <a:rPr lang="nl-NL"/>
              <a:t>Schuldgraad 36,6 </a:t>
            </a:r>
            <a:r>
              <a:rPr lang="nl-NL">
                <a:sym typeface="Wingdings" panose="05000000000000000000" pitchFamily="2" charset="2"/>
              </a:rPr>
              <a:t></a:t>
            </a:r>
            <a:r>
              <a:rPr lang="nl-NL"/>
              <a:t> 40%</a:t>
            </a:r>
          </a:p>
          <a:p>
            <a:r>
              <a:rPr lang="nl-NL"/>
              <a:t>Gefinancierd: 100% schulden</a:t>
            </a:r>
          </a:p>
          <a:p>
            <a:r>
              <a:rPr lang="nl-NL"/>
              <a:t>Kapitaal verhoging in de toekomst?</a:t>
            </a:r>
          </a:p>
          <a:p>
            <a:r>
              <a:rPr lang="nl-NL"/>
              <a:t>Logistiek onder druk</a:t>
            </a:r>
          </a:p>
          <a:p>
            <a:pPr lvl="1"/>
            <a:r>
              <a:rPr lang="nl-NL"/>
              <a:t>Inflatie, rente, brandstofprijzen, toelevering van goederen</a:t>
            </a:r>
          </a:p>
        </p:txBody>
      </p:sp>
    </p:spTree>
    <p:extLst>
      <p:ext uri="{BB962C8B-B14F-4D97-AF65-F5344CB8AC3E}">
        <p14:creationId xmlns:p14="http://schemas.microsoft.com/office/powerpoint/2010/main" val="32405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570C6-23A9-1647-F676-689F8CD6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4" name="Tijdelijke aanduiding voor inhoud 3" descr="Afbeelding met tekst, schermopname, diagram, Perceel&#10;&#10;Automatisch gegenereerde beschrijving">
            <a:extLst>
              <a:ext uri="{FF2B5EF4-FFF2-40B4-BE49-F238E27FC236}">
                <a16:creationId xmlns:a16="http://schemas.microsoft.com/office/drawing/2014/main" id="{978D9102-4F8A-05EB-CC3A-1C93872F2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850" y="1471669"/>
            <a:ext cx="10521950" cy="4259151"/>
          </a:xfrm>
        </p:spPr>
      </p:pic>
    </p:spTree>
    <p:extLst>
      <p:ext uri="{BB962C8B-B14F-4D97-AF65-F5344CB8AC3E}">
        <p14:creationId xmlns:p14="http://schemas.microsoft.com/office/powerpoint/2010/main" val="410952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Verkoop van 25 aandelen aan marktprijs (verlies 16%)</a:t>
            </a:r>
            <a:endParaRPr lang="nl-NL"/>
          </a:p>
          <a:p>
            <a:r>
              <a:rPr lang="en-BE" err="1"/>
              <a:t>Aankooptotaal</a:t>
            </a:r>
            <a:r>
              <a:rPr lang="en-BE"/>
              <a:t>: 25 x 24.78 = €619,5</a:t>
            </a:r>
          </a:p>
          <a:p>
            <a:r>
              <a:rPr lang="en-BE"/>
              <a:t>Verkooptotaal:  25 x  = €516</a:t>
            </a:r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Breedbeeld</PresentationFormat>
  <Paragraphs>27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Lato</vt:lpstr>
      <vt:lpstr>Lato Black</vt:lpstr>
      <vt:lpstr>Wingdings</vt:lpstr>
      <vt:lpstr>Kantoorthema</vt:lpstr>
      <vt:lpstr>Verkoop Warehouses  De pauw</vt:lpstr>
      <vt:lpstr>Korte inleiding</vt:lpstr>
      <vt:lpstr>Reden van kopen</vt:lpstr>
      <vt:lpstr>Reden van verkopen</vt:lpstr>
      <vt:lpstr>Franse Overname </vt:lpstr>
      <vt:lpstr>PowerPoint-presentatie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Tack</dc:creator>
  <cp:lastModifiedBy>Ruben Tack</cp:lastModifiedBy>
  <cp:revision>1</cp:revision>
  <dcterms:created xsi:type="dcterms:W3CDTF">2025-05-08T18:26:59Z</dcterms:created>
  <dcterms:modified xsi:type="dcterms:W3CDTF">2025-05-08T18:27:36Z</dcterms:modified>
</cp:coreProperties>
</file>
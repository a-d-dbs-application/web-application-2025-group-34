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346" r:id="rId3"/>
    <p:sldId id="347" r:id="rId4"/>
    <p:sldId id="348" r:id="rId5"/>
    <p:sldId id="349" r:id="rId6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DA4EBA-B2C2-C50F-1063-91E44884E5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B45DC4F1-3EFD-DDCD-BDDC-9D260067CA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ABC090C-56B5-62EA-0D24-6CD901D87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E164E-9817-4A3E-83C9-C40A8D43F17D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F45B5B4-33B7-0C15-7CAC-C08982DA7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AF43248-BBE9-A740-0B1C-9CC9779F1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328D5-3388-4FFF-9E3F-55B0E9FCB8B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6121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360430-7BDA-FA47-7C26-540BBF01D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8587F07-9644-0762-F07F-629624CF7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19E3F1E-8CE3-AEB1-CF5C-308E4CF74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E164E-9817-4A3E-83C9-C40A8D43F17D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B56F83A-D78A-0C5D-5788-D4F053105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B6E2FEE-D961-AA42-7CE0-0598EA276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328D5-3388-4FFF-9E3F-55B0E9FCB8B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06517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0A9226-85FE-C97D-B27A-94D8F82BB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C728EA2A-A635-6273-52D8-C3D94BEB6D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FD73457-EEE1-6A7A-D0DE-45C0E1CC3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E164E-9817-4A3E-83C9-C40A8D43F17D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635B43D-793F-41B2-47D9-C9AFD50E4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622077E-A15E-BFD8-8AA1-594490416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328D5-3388-4FFF-9E3F-55B0E9FCB8B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99973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4ED136-2988-C2AF-B565-F21AAAE94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C42C218-445F-30D8-153D-98EE9DF590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83C78C7-6B35-640E-BB78-75A2395F84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C78611A4-FA21-7186-2B4D-15E1D078D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E164E-9817-4A3E-83C9-C40A8D43F17D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ECE9C96F-E623-1CDB-83B1-6DE18E8D6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7B9EC34-458D-36BF-B307-A8880160B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328D5-3388-4FFF-9E3F-55B0E9FCB8B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73526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E13B74-93E7-B4C0-6071-3028B5AE8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67D007E-345E-CB66-A862-D2D45A574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26B10A45-FABD-ADFB-A10B-EA6CAFECFF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53F87025-864C-D1C6-5D40-F56FC20060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F5285DAE-EDDA-93C0-59ED-31F89A6836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EE8AB3FA-40F6-1912-E855-3414CA085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E164E-9817-4A3E-83C9-C40A8D43F17D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0ED8D541-47A7-9C91-5BF9-5864703B6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FB001BFA-7A42-15E6-3043-9FDC38923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328D5-3388-4FFF-9E3F-55B0E9FCB8B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61608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462360-7B3D-C4E7-AD7B-14543705F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3027E73E-6A22-4DCC-41AF-02AB43110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E164E-9817-4A3E-83C9-C40A8D43F17D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884E3836-31D1-8B85-B868-EE0D8DA02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226F389E-7730-CD8A-5548-7C1728D01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328D5-3388-4FFF-9E3F-55B0E9FCB8B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63224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73E6CDFF-A4EF-649E-93B9-5073655B0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E164E-9817-4A3E-83C9-C40A8D43F17D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95B13294-A80C-BAFE-9685-6B0CE07F6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3A971C1-B2FA-5FC4-DE83-CB1341E00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328D5-3388-4FFF-9E3F-55B0E9FCB8B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64279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10053E-25D9-21F0-697C-0F4293FA5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9399911-15EF-3D5F-E7C3-2DCD8EF28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29AA05E0-8895-38B4-8592-6BF216C88C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00002AD6-ED84-DBAD-30DE-D04AA2843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E164E-9817-4A3E-83C9-C40A8D43F17D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BE0B32F2-3BF1-FAA1-A601-E4D3352F7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14311E9D-3CC6-1482-8E50-33E773DDA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328D5-3388-4FFF-9E3F-55B0E9FCB8B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53749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43AA1C-BB5E-0109-AC81-ACDEFCC61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F406725E-1396-4BE9-CFC4-6C33048993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7AFE75C4-14A3-A8A5-F88B-19D5C77276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DF0B665-478E-ACEB-01C7-3290E8F56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E164E-9817-4A3E-83C9-C40A8D43F17D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CE904112-0993-A3B9-D1D7-467FA640B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7601FAC-4CB7-6F22-4EDF-3ABB5E7BB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328D5-3388-4FFF-9E3F-55B0E9FCB8B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73304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7ECEE-FF78-C0F2-E72E-B34A36CF5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E23A8CE1-45F2-BEBA-FDE5-2E9DB32AD2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062D192-929D-8953-13F3-04698047F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E164E-9817-4A3E-83C9-C40A8D43F17D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B905097-D215-D21F-4EF6-4A042FC85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265C115-0C42-13C7-8A4A-D7498783B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328D5-3388-4FFF-9E3F-55B0E9FCB8B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83880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5090B3ED-2F7B-345A-3314-7F63BF6190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BA542EDE-CD0E-D5D7-3188-14500DD395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75F9319-F6D5-2E78-C376-ED14C389A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E164E-9817-4A3E-83C9-C40A8D43F17D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1FCBE59-417C-2039-37A2-0D9582539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53BCBBF-3D57-DFC6-00B2-073152DDC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328D5-3388-4FFF-9E3F-55B0E9FCB8B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66349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E979A17B-19B0-C31C-0102-2ABBFD641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CFA111F-1354-E080-BFF3-5CD5106098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712A01E-4771-0F20-6FAF-A659E0F274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1E164E-9817-4A3E-83C9-C40A8D43F17D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BD67279-3523-CE27-7B51-2D92439186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B31FE47-0D79-7BFA-1629-935ACE8F9B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1328D5-3388-4FFF-9E3F-55B0E9FCB8B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35947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A9B099-3678-56D7-4D13-0036810034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54201"/>
            <a:ext cx="9684774" cy="1655762"/>
          </a:xfrm>
        </p:spPr>
        <p:txBody>
          <a:bodyPr>
            <a:normAutofit fontScale="90000"/>
          </a:bodyPr>
          <a:lstStyle/>
          <a:p>
            <a:r>
              <a:rPr lang="nl-BE" sz="7200" b="1" cap="all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Lato Black" panose="020F0A02020204030203" pitchFamily="34" charset="0"/>
              </a:rPr>
              <a:t>Verkoopvoorstel: </a:t>
            </a:r>
            <a:r>
              <a:rPr lang="nl-BE" sz="7200" b="1" cap="all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highlight>
                  <a:srgbClr val="0000FF"/>
                </a:highlight>
                <a:latin typeface="Lato Black" panose="020F0A02020204030203" pitchFamily="34" charset="0"/>
              </a:rPr>
              <a:t>GIMV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7DB8EF02-DF1E-4CA0-A16A-719DCC97ED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5239" y="3602038"/>
            <a:ext cx="10491020" cy="1655762"/>
          </a:xfrm>
        </p:spPr>
        <p:txBody>
          <a:bodyPr>
            <a:normAutofit/>
          </a:bodyPr>
          <a:lstStyle/>
          <a:p>
            <a:r>
              <a:rPr lang="nl-BE" sz="4400" cap="small">
                <a:ln w="3175">
                  <a:noFill/>
                </a:ln>
                <a:solidFill>
                  <a:schemeClr val="bg1"/>
                </a:solidFill>
                <a:latin typeface="Lato" panose="020F0502020204030203" pitchFamily="34" charset="0"/>
              </a:rPr>
              <a:t>Kwinten Kerckaert, Holdings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17944581-F3E6-E192-B896-2A66BF78E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39" y="113837"/>
            <a:ext cx="11803122" cy="663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246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Korte </a:t>
            </a:r>
            <a:r>
              <a:rPr lang="nl-BE" err="1">
                <a:solidFill>
                  <a:srgbClr val="244337"/>
                </a:solidFill>
                <a:latin typeface="Lato Black" panose="020F0A02020204030203" pitchFamily="34" charset="0"/>
              </a:rPr>
              <a:t>recap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26D9-5E51-5325-9485-94F206905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/>
              <a:t>Antwerpse investeringsmaatschappij, geëngageerd in private </a:t>
            </a:r>
            <a:r>
              <a:rPr lang="nl-BE" err="1"/>
              <a:t>equity</a:t>
            </a:r>
            <a:r>
              <a:rPr lang="nl-BE"/>
              <a:t> en venture </a:t>
            </a:r>
            <a:r>
              <a:rPr lang="nl-BE" err="1"/>
              <a:t>capital</a:t>
            </a:r>
            <a:endParaRPr lang="nl-BE"/>
          </a:p>
          <a:p>
            <a:r>
              <a:rPr lang="nl-BE"/>
              <a:t>Hoofdzakelijk actief in volgende segmenten: </a:t>
            </a:r>
            <a:r>
              <a:rPr lang="en-US"/>
              <a:t>Consumer, Healthcare, Smart Industries </a:t>
            </a:r>
            <a:r>
              <a:rPr lang="en-US" err="1"/>
              <a:t>en</a:t>
            </a:r>
            <a:r>
              <a:rPr lang="en-US"/>
              <a:t> Sustainable Cities </a:t>
            </a:r>
          </a:p>
          <a:p>
            <a:r>
              <a:rPr lang="en-US" err="1"/>
              <a:t>Genoteerd</a:t>
            </a:r>
            <a:r>
              <a:rPr lang="en-US"/>
              <a:t> op Euronext Brussel</a:t>
            </a:r>
          </a:p>
          <a:p>
            <a:r>
              <a:rPr lang="en-US" err="1"/>
              <a:t>Marktcapitalisatie</a:t>
            </a:r>
            <a:r>
              <a:rPr lang="en-US"/>
              <a:t> van 1,1 </a:t>
            </a:r>
            <a:r>
              <a:rPr lang="en-US" err="1"/>
              <a:t>miljard</a:t>
            </a:r>
            <a:r>
              <a:rPr lang="en-US"/>
              <a:t> </a:t>
            </a:r>
            <a:endParaRPr lang="en-BE"/>
          </a:p>
        </p:txBody>
      </p:sp>
      <p:pic>
        <p:nvPicPr>
          <p:cNvPr id="1026" name="Picture 2" descr="Gimv | Vlaamse Federatie van Beleggers">
            <a:extLst>
              <a:ext uri="{FF2B5EF4-FFF2-40B4-BE49-F238E27FC236}">
                <a16:creationId xmlns:a16="http://schemas.microsoft.com/office/drawing/2014/main" id="{6A9AD084-8460-B692-2445-8F890BE1E5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8075" y="3649393"/>
            <a:ext cx="3191771" cy="230233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63974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Waarom verkopen?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26D9-5E51-5325-9485-94F206905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1"/>
              <a:t>Argument 1:</a:t>
            </a:r>
            <a:endParaRPr lang="en-BE" b="1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63BE8A2B-2228-4B62-0118-BD0F4A7880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71" t="34910" r="58382" b="40683"/>
          <a:stretch/>
        </p:blipFill>
        <p:spPr>
          <a:xfrm>
            <a:off x="715383" y="2330776"/>
            <a:ext cx="8748088" cy="3341036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223E4E40-CC9F-A90A-91C3-6C3ACB3089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802" t="34796" r="23523" b="40315"/>
          <a:stretch/>
        </p:blipFill>
        <p:spPr>
          <a:xfrm>
            <a:off x="7523018" y="1470116"/>
            <a:ext cx="3429896" cy="173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359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Waarom verkopen?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pic>
        <p:nvPicPr>
          <p:cNvPr id="8" name="Afbeelding 7" descr="Afbeelding met schermopname, tekst, Perceel, lijn&#10;&#10;Automatisch gegenereerde beschrijving">
            <a:extLst>
              <a:ext uri="{FF2B5EF4-FFF2-40B4-BE49-F238E27FC236}">
                <a16:creationId xmlns:a16="http://schemas.microsoft.com/office/drawing/2014/main" id="{C6EAE8F0-7757-ED51-8A49-972B811D91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334" y="1520089"/>
            <a:ext cx="8933176" cy="4359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15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Voorstel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26D9-5E51-5325-9485-94F206905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/>
              <a:t>Verkoop van volledige positie, 18 aandelen aan 38 EUR (kostprijs 42,30 EUR)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173739258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</Words>
  <Application>Microsoft Office PowerPoint</Application>
  <PresentationFormat>Breedbeeld</PresentationFormat>
  <Paragraphs>12</Paragraphs>
  <Slides>5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Lato</vt:lpstr>
      <vt:lpstr>Lato Black</vt:lpstr>
      <vt:lpstr>Kantoorthema</vt:lpstr>
      <vt:lpstr>Verkoopvoorstel: GIMV</vt:lpstr>
      <vt:lpstr>Korte recap</vt:lpstr>
      <vt:lpstr>Waarom verkopen?</vt:lpstr>
      <vt:lpstr>Waarom verkopen?</vt:lpstr>
      <vt:lpstr>Voorstel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Ruben Tack</dc:creator>
  <cp:lastModifiedBy>Ruben Tack</cp:lastModifiedBy>
  <cp:revision>1</cp:revision>
  <dcterms:created xsi:type="dcterms:W3CDTF">2025-05-08T18:10:40Z</dcterms:created>
  <dcterms:modified xsi:type="dcterms:W3CDTF">2025-05-08T18:11:02Z</dcterms:modified>
</cp:coreProperties>
</file>
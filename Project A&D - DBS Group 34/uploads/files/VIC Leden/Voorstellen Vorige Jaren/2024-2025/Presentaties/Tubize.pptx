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9" r:id="rId2"/>
    <p:sldId id="350" r:id="rId3"/>
    <p:sldId id="351" r:id="rId4"/>
    <p:sldId id="352" r:id="rId5"/>
    <p:sldId id="348" r:id="rId6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61CDCE-F9B5-9BC1-20AE-60DF52B36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ABD55B9-18AC-F787-62E1-D2B438A4E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1FA244A-39CF-D95A-B731-B31858DD8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DD487-D94F-4748-807E-BD2DBB130BBC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3F7AF1F-0BD3-0D6B-FE74-100E2B072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A0DEC93-450C-1700-D6D0-FD2A99699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2E83B-367C-4977-82EE-48CECFDED4A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73159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C8AA70-0BC1-7E1D-8D33-414D22555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B9E9698-EB8E-4D91-2876-1A50A9657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4875299-03FD-F3F8-0039-7DB85EEBE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DD487-D94F-4748-807E-BD2DBB130BBC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9DEE6C2-1990-A568-7F75-697A1EAF5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ACEB1BD-EB59-2BE0-B71F-6E2440F68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2E83B-367C-4977-82EE-48CECFDED4A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12631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4171B1-1ECC-64AC-8F67-C366B7941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DAE7D7C-1164-EEA4-F2EA-288AE7E8E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7FBA1E2-F5E0-A4C7-0580-97C76C8BE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DD487-D94F-4748-807E-BD2DBB130BBC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852D2A9-358A-B050-BC0D-94E99E81A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478A92E-9358-72A1-0783-01670A885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2E83B-367C-4977-82EE-48CECFDED4A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6918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4BC2CF-4676-518A-DA89-E149FFE06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1D807D7-46CF-4195-3F7D-71987075E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D9C9B22-DA98-ACDE-9915-96B8BF059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3BACCDE-4F81-2609-ACB6-6FA20B892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DD487-D94F-4748-807E-BD2DBB130BBC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3F25AE2-2E95-0601-D97A-4555D0C9A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A7E3A15-105F-2BDC-104A-3DCF336A5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2E83B-367C-4977-82EE-48CECFDED4A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06913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744688-A24C-BA4C-DCB2-5F9828EC1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8B5EE9D-AAF5-364B-1C01-72BFAEB09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36E9939-782C-C99D-36DF-A4C6A18B8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2DEC24A-D44A-0DF6-E6FD-550E2887B0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52B48BC3-9C1C-C98C-A226-89679E1932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90FA387B-246D-99E5-C09B-50B0F3D62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DD487-D94F-4748-807E-BD2DBB130BBC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8017684A-57D1-6666-6197-F7166C7D8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2889B8F-8D3D-25CD-C964-AF762245A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2E83B-367C-4977-82EE-48CECFDED4A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022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3805C3-753D-4A0A-E79E-A082FEB52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81EAC2B0-E27D-1684-B33A-89A0065DC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DD487-D94F-4748-807E-BD2DBB130BBC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2781BC2-B202-DC56-1A58-B8BDB7CDE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94C9051-51BA-CC53-C928-39E979093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2E83B-367C-4977-82EE-48CECFDED4A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90170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BE931017-80DF-26D3-CE49-F933FA0D1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DD487-D94F-4748-807E-BD2DBB130BBC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C8FDF473-D249-A8FE-3821-3AA26CF26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EBCF876-49B1-046D-1A29-368FE7E14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2E83B-367C-4977-82EE-48CECFDED4A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61000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AD12C4-B1DF-5402-E352-148E712B1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9BBD38E-3E74-0635-E3C9-41C96E92E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467F0B7-5150-845F-DD0C-854B26AF7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C3008BB-7F84-47D1-6FD4-8017E954A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DD487-D94F-4748-807E-BD2DBB130BBC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2007BB4-1347-414A-5D37-33CB8E285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3190A66-F62B-A39C-CC5E-F2026F34C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2E83B-367C-4977-82EE-48CECFDED4A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10265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B5963E-C6B1-42D5-5C39-FD2E880EB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CAE3A743-4383-12A5-089A-DE126523D5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A096B62-171D-B3AB-FCC1-C3BF7B4BB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EAD6806-836B-1B46-7374-CD7418A1F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DD487-D94F-4748-807E-BD2DBB130BBC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0BB7B68-74B5-D78B-3DCA-4EA36A9BD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BBCC75D-96CB-24C5-DDD5-BE0CE2694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2E83B-367C-4977-82EE-48CECFDED4A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1969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40DBD3-6DEA-B0FE-A85E-C4B006ACA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8A66301-CD1C-5C82-71DE-8516398A1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0050B6E-D0E7-F5E9-195E-197B931B7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DD487-D94F-4748-807E-BD2DBB130BBC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B5D5311-E1BA-E4E0-B36C-1BC839132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C4E38F0-A5B3-1917-4C31-B74ECFF81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2E83B-367C-4977-82EE-48CECFDED4A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89388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F61E9ED4-6F57-19A9-2985-FF52779BD1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2329993C-F620-DC82-7608-23965DF99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95DE919-CADF-C21F-C457-0758CB7EA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DD487-D94F-4748-807E-BD2DBB130BBC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88F59A0-DAD6-DA18-1267-F9E2D62CA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D9F8B73-EDF0-9B98-C01F-5C8F150B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2E83B-367C-4977-82EE-48CECFDED4A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171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72FA653-8D4A-08BC-B6F9-A4EE8CB32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420B7F4-E126-AE41-55DE-BE9DC3495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2597F3C-5439-FA10-AB7F-4346E3FB9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BDD487-D94F-4748-807E-BD2DBB130BBC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07EE4D6-231C-457B-668F-B818CB1515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90F6523-9946-B7F1-DE6A-69AC45970B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2E83B-367C-4977-82EE-48CECFDED4A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71995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A9B099-3678-56D7-4D13-003681003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201"/>
            <a:ext cx="9684774" cy="1655762"/>
          </a:xfrm>
        </p:spPr>
        <p:txBody>
          <a:bodyPr>
            <a:normAutofit/>
          </a:bodyPr>
          <a:lstStyle/>
          <a:p>
            <a:r>
              <a:rPr lang="nl-BE" sz="7200" b="1" cap="all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Lato Black" panose="020F0A02020204030203" pitchFamily="34" charset="0"/>
              </a:rPr>
              <a:t>Tubize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DB8EF02-DF1E-4CA0-A16A-719DCC97E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3602038"/>
            <a:ext cx="10491020" cy="1655762"/>
          </a:xfrm>
        </p:spPr>
        <p:txBody>
          <a:bodyPr>
            <a:normAutofit/>
          </a:bodyPr>
          <a:lstStyle/>
          <a:p>
            <a:r>
              <a:rPr lang="nl-BE" sz="4400" cap="small">
                <a:ln w="3175">
                  <a:noFill/>
                </a:ln>
                <a:solidFill>
                  <a:schemeClr val="bg1"/>
                </a:solidFill>
                <a:latin typeface="Lato" panose="020F0502020204030203" pitchFamily="34" charset="0"/>
              </a:rPr>
              <a:t>Wout, Jasper, 2024-2025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A14DF12F-7756-2534-9B1A-8FB531A91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54" y="109074"/>
            <a:ext cx="11755491" cy="663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46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2B21E4-B01D-AF8F-E8FB-959AA1E06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4D9D6F1-AA7C-853C-42B7-7D4756851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E81F07AF-47EB-9B12-D771-953F24363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-67235"/>
            <a:ext cx="10058400" cy="6992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709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Financière de Tubize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Koers doel 90 euro</a:t>
            </a:r>
          </a:p>
          <a:p>
            <a:r>
              <a:rPr lang="fr-BE"/>
              <a:t>Analisten geloven er niet in</a:t>
            </a:r>
          </a:p>
          <a:p>
            <a:r>
              <a:rPr lang="fr-BE"/>
              <a:t>Winst verzilveren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27946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Voorstel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Verkoop van 141 aandelen Financiere de tubize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73739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E6C1FF-8553-FDA8-62F3-4A40018C2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Stemming</a:t>
            </a:r>
          </a:p>
        </p:txBody>
      </p:sp>
      <p:pic>
        <p:nvPicPr>
          <p:cNvPr id="4" name="Tijdelijke aanduiding voor inhoud 3" descr="Afbeelding met patroon, steek, zwart-wit&#10;&#10;Automatisch gegenereerde beschrijving">
            <a:extLst>
              <a:ext uri="{FF2B5EF4-FFF2-40B4-BE49-F238E27FC236}">
                <a16:creationId xmlns:a16="http://schemas.microsoft.com/office/drawing/2014/main" id="{A1861FCE-D103-5389-F668-958FDB71F2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0056" y="1509674"/>
            <a:ext cx="4371887" cy="4351338"/>
          </a:xfrm>
        </p:spPr>
      </p:pic>
    </p:spTree>
    <p:extLst>
      <p:ext uri="{BB962C8B-B14F-4D97-AF65-F5344CB8AC3E}">
        <p14:creationId xmlns:p14="http://schemas.microsoft.com/office/powerpoint/2010/main" val="267804962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Breedbeeld</PresentationFormat>
  <Paragraphs>9</Paragraphs>
  <Slides>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Lato</vt:lpstr>
      <vt:lpstr>Lato Black</vt:lpstr>
      <vt:lpstr>Kantoorthema</vt:lpstr>
      <vt:lpstr>Tubize</vt:lpstr>
      <vt:lpstr>PowerPoint-presentatie</vt:lpstr>
      <vt:lpstr>Financière de Tubize</vt:lpstr>
      <vt:lpstr>Voorstel</vt:lpstr>
      <vt:lpstr>Stemming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Ruben Tack</dc:creator>
  <cp:lastModifiedBy>Ruben Tack</cp:lastModifiedBy>
  <cp:revision>1</cp:revision>
  <dcterms:created xsi:type="dcterms:W3CDTF">2025-05-08T18:06:42Z</dcterms:created>
  <dcterms:modified xsi:type="dcterms:W3CDTF">2025-05-08T18:08:33Z</dcterms:modified>
</cp:coreProperties>
</file>
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17"/>
  </p:notesMasterIdLst>
  <p:sldIdLst>
    <p:sldId id="269" r:id="rId6"/>
    <p:sldId id="272" r:id="rId7"/>
    <p:sldId id="273" r:id="rId8"/>
    <p:sldId id="274" r:id="rId9"/>
    <p:sldId id="275" r:id="rId10"/>
    <p:sldId id="276" r:id="rId11"/>
    <p:sldId id="281" r:id="rId12"/>
    <p:sldId id="277" r:id="rId13"/>
    <p:sldId id="278" r:id="rId14"/>
    <p:sldId id="279" r:id="rId15"/>
    <p:sldId id="280" r:id="rId16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3F3DAAD7-D56C-4526-A872-99B653579593}">
          <p14:sldIdLst>
            <p14:sldId id="269"/>
            <p14:sldId id="272"/>
            <p14:sldId id="273"/>
            <p14:sldId id="274"/>
            <p14:sldId id="275"/>
            <p14:sldId id="276"/>
            <p14:sldId id="281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337"/>
    <a:srgbClr val="102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ijl, gemiddeld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6005" autoAdjust="0"/>
  </p:normalViewPr>
  <p:slideViewPr>
    <p:cSldViewPr snapToGrid="0">
      <p:cViewPr varScale="1">
        <p:scale>
          <a:sx n="78" d="100"/>
          <a:sy n="78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vestment Club | VEK" userId="fccfcf99-cb57-4190-863c-7d6490e7bab2" providerId="ADAL" clId="{9136D16C-AEB5-4E2B-9CCC-808A13CABC39}"/>
    <pc:docChg chg="undo custSel addSld delSld modSld addSection delSection modSection">
      <pc:chgData name="Investment Club | VEK" userId="fccfcf99-cb57-4190-863c-7d6490e7bab2" providerId="ADAL" clId="{9136D16C-AEB5-4E2B-9CCC-808A13CABC39}" dt="2024-09-01T16:01:05.937" v="341" actId="20577"/>
      <pc:docMkLst>
        <pc:docMk/>
      </pc:docMkLst>
      <pc:sldChg chg="del">
        <pc:chgData name="Investment Club | VEK" userId="fccfcf99-cb57-4190-863c-7d6490e7bab2" providerId="ADAL" clId="{9136D16C-AEB5-4E2B-9CCC-808A13CABC39}" dt="2024-09-01T15:45:11.179" v="0" actId="2696"/>
        <pc:sldMkLst>
          <pc:docMk/>
          <pc:sldMk cId="2416937320" sldId="256"/>
        </pc:sldMkLst>
      </pc:sldChg>
      <pc:sldChg chg="del">
        <pc:chgData name="Investment Club | VEK" userId="fccfcf99-cb57-4190-863c-7d6490e7bab2" providerId="ADAL" clId="{9136D16C-AEB5-4E2B-9CCC-808A13CABC39}" dt="2024-09-01T15:45:14.078" v="1" actId="2696"/>
        <pc:sldMkLst>
          <pc:docMk/>
          <pc:sldMk cId="2348935323" sldId="260"/>
        </pc:sldMkLst>
      </pc:sldChg>
      <pc:sldChg chg="del">
        <pc:chgData name="Investment Club | VEK" userId="fccfcf99-cb57-4190-863c-7d6490e7bab2" providerId="ADAL" clId="{9136D16C-AEB5-4E2B-9CCC-808A13CABC39}" dt="2024-09-01T15:45:30.938" v="6" actId="2696"/>
        <pc:sldMkLst>
          <pc:docMk/>
          <pc:sldMk cId="2350228246" sldId="261"/>
        </pc:sldMkLst>
      </pc:sldChg>
      <pc:sldChg chg="del">
        <pc:chgData name="Investment Club | VEK" userId="fccfcf99-cb57-4190-863c-7d6490e7bab2" providerId="ADAL" clId="{9136D16C-AEB5-4E2B-9CCC-808A13CABC39}" dt="2024-09-01T15:45:29.047" v="5" actId="2696"/>
        <pc:sldMkLst>
          <pc:docMk/>
          <pc:sldMk cId="1210131921" sldId="263"/>
        </pc:sldMkLst>
      </pc:sldChg>
      <pc:sldChg chg="del">
        <pc:chgData name="Investment Club | VEK" userId="fccfcf99-cb57-4190-863c-7d6490e7bab2" providerId="ADAL" clId="{9136D16C-AEB5-4E2B-9CCC-808A13CABC39}" dt="2024-09-01T15:45:33.440" v="7" actId="2696"/>
        <pc:sldMkLst>
          <pc:docMk/>
          <pc:sldMk cId="182970331" sldId="265"/>
        </pc:sldMkLst>
      </pc:sldChg>
      <pc:sldChg chg="del">
        <pc:chgData name="Investment Club | VEK" userId="fccfcf99-cb57-4190-863c-7d6490e7bab2" providerId="ADAL" clId="{9136D16C-AEB5-4E2B-9CCC-808A13CABC39}" dt="2024-09-01T15:45:15.986" v="2" actId="2696"/>
        <pc:sldMkLst>
          <pc:docMk/>
          <pc:sldMk cId="2642401620" sldId="266"/>
        </pc:sldMkLst>
      </pc:sldChg>
      <pc:sldChg chg="del">
        <pc:chgData name="Investment Club | VEK" userId="fccfcf99-cb57-4190-863c-7d6490e7bab2" providerId="ADAL" clId="{9136D16C-AEB5-4E2B-9CCC-808A13CABC39}" dt="2024-09-01T15:45:26.967" v="4" actId="2696"/>
        <pc:sldMkLst>
          <pc:docMk/>
          <pc:sldMk cId="2361010390" sldId="267"/>
        </pc:sldMkLst>
      </pc:sldChg>
      <pc:sldChg chg="modSp mod">
        <pc:chgData name="Investment Club | VEK" userId="fccfcf99-cb57-4190-863c-7d6490e7bab2" providerId="ADAL" clId="{9136D16C-AEB5-4E2B-9CCC-808A13CABC39}" dt="2024-09-01T15:46:33.077" v="131" actId="20577"/>
        <pc:sldMkLst>
          <pc:docMk/>
          <pc:sldMk cId="948246460" sldId="269"/>
        </pc:sldMkLst>
        <pc:spChg chg="mod">
          <ac:chgData name="Investment Club | VEK" userId="fccfcf99-cb57-4190-863c-7d6490e7bab2" providerId="ADAL" clId="{9136D16C-AEB5-4E2B-9CCC-808A13CABC39}" dt="2024-09-01T15:45:38.705" v="20" actId="20577"/>
          <ac:spMkLst>
            <pc:docMk/>
            <pc:sldMk cId="948246460" sldId="269"/>
            <ac:spMk id="2" creationId="{D8A9B099-3678-56D7-4D13-0036810034D9}"/>
          </ac:spMkLst>
        </pc:spChg>
        <pc:spChg chg="mod">
          <ac:chgData name="Investment Club | VEK" userId="fccfcf99-cb57-4190-863c-7d6490e7bab2" providerId="ADAL" clId="{9136D16C-AEB5-4E2B-9CCC-808A13CABC39}" dt="2024-09-01T15:46:33.077" v="131" actId="20577"/>
          <ac:spMkLst>
            <pc:docMk/>
            <pc:sldMk cId="948246460" sldId="269"/>
            <ac:spMk id="3" creationId="{7DB8EF02-DF1E-4CA0-A16A-719DCC97ED5B}"/>
          </ac:spMkLst>
        </pc:spChg>
      </pc:sldChg>
      <pc:sldChg chg="modSp mod">
        <pc:chgData name="Investment Club | VEK" userId="fccfcf99-cb57-4190-863c-7d6490e7bab2" providerId="ADAL" clId="{9136D16C-AEB5-4E2B-9CCC-808A13CABC39}" dt="2024-09-01T15:47:53.550" v="192" actId="207"/>
        <pc:sldMkLst>
          <pc:docMk/>
          <pc:sldMk cId="885449637" sldId="272"/>
        </pc:sldMkLst>
        <pc:spChg chg="mod">
          <ac:chgData name="Investment Club | VEK" userId="fccfcf99-cb57-4190-863c-7d6490e7bab2" providerId="ADAL" clId="{9136D16C-AEB5-4E2B-9CCC-808A13CABC39}" dt="2024-09-01T15:47:53.550" v="192" actId="207"/>
          <ac:spMkLst>
            <pc:docMk/>
            <pc:sldMk cId="885449637" sldId="272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0:08.613" v="209" actId="20577"/>
        <pc:sldMkLst>
          <pc:docMk/>
          <pc:sldMk cId="1902359051" sldId="273"/>
        </pc:sldMkLst>
        <pc:spChg chg="mod">
          <ac:chgData name="Investment Club | VEK" userId="fccfcf99-cb57-4190-863c-7d6490e7bab2" providerId="ADAL" clId="{9136D16C-AEB5-4E2B-9CCC-808A13CABC39}" dt="2024-09-01T15:50:08.613" v="209" actId="20577"/>
          <ac:spMkLst>
            <pc:docMk/>
            <pc:sldMk cId="1902359051" sldId="273"/>
            <ac:spMk id="2" creationId="{34FF476F-A227-38A9-3358-2C28E2B90495}"/>
          </ac:spMkLst>
        </pc:spChg>
      </pc:sldChg>
      <pc:sldChg chg="del">
        <pc:chgData name="Investment Club | VEK" userId="fccfcf99-cb57-4190-863c-7d6490e7bab2" providerId="ADAL" clId="{9136D16C-AEB5-4E2B-9CCC-808A13CABC39}" dt="2024-09-01T15:45:23.263" v="3" actId="2696"/>
        <pc:sldMkLst>
          <pc:docMk/>
          <pc:sldMk cId="2933684206" sldId="273"/>
        </pc:sldMkLst>
      </pc:sldChg>
      <pc:sldChg chg="add del">
        <pc:chgData name="Investment Club | VEK" userId="fccfcf99-cb57-4190-863c-7d6490e7bab2" providerId="ADAL" clId="{9136D16C-AEB5-4E2B-9CCC-808A13CABC39}" dt="2024-09-01T15:48:03.836" v="194" actId="2696"/>
        <pc:sldMkLst>
          <pc:docMk/>
          <pc:sldMk cId="3847034358" sldId="273"/>
        </pc:sldMkLst>
      </pc:sldChg>
      <pc:sldChg chg="modSp add mod">
        <pc:chgData name="Investment Club | VEK" userId="fccfcf99-cb57-4190-863c-7d6490e7bab2" providerId="ADAL" clId="{9136D16C-AEB5-4E2B-9CCC-808A13CABC39}" dt="2024-09-01T15:50:16.960" v="220" actId="20577"/>
        <pc:sldMkLst>
          <pc:docMk/>
          <pc:sldMk cId="415415236" sldId="274"/>
        </pc:sldMkLst>
        <pc:spChg chg="mod">
          <ac:chgData name="Investment Club | VEK" userId="fccfcf99-cb57-4190-863c-7d6490e7bab2" providerId="ADAL" clId="{9136D16C-AEB5-4E2B-9CCC-808A13CABC39}" dt="2024-09-01T15:50:16.960" v="220" actId="20577"/>
          <ac:spMkLst>
            <pc:docMk/>
            <pc:sldMk cId="415415236" sldId="274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2:25.968" v="251" actId="20577"/>
        <pc:sldMkLst>
          <pc:docMk/>
          <pc:sldMk cId="3575039893" sldId="275"/>
        </pc:sldMkLst>
        <pc:spChg chg="mod">
          <ac:chgData name="Investment Club | VEK" userId="fccfcf99-cb57-4190-863c-7d6490e7bab2" providerId="ADAL" clId="{9136D16C-AEB5-4E2B-9CCC-808A13CABC39}" dt="2024-09-01T15:52:25.968" v="251" actId="20577"/>
          <ac:spMkLst>
            <pc:docMk/>
            <pc:sldMk cId="3575039893" sldId="275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2:33.517" v="262" actId="20577"/>
        <pc:sldMkLst>
          <pc:docMk/>
          <pc:sldMk cId="2072403919" sldId="276"/>
        </pc:sldMkLst>
        <pc:spChg chg="mod">
          <ac:chgData name="Investment Club | VEK" userId="fccfcf99-cb57-4190-863c-7d6490e7bab2" providerId="ADAL" clId="{9136D16C-AEB5-4E2B-9CCC-808A13CABC39}" dt="2024-09-01T15:52:33.517" v="262" actId="20577"/>
          <ac:spMkLst>
            <pc:docMk/>
            <pc:sldMk cId="2072403919" sldId="276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05.311" v="294" actId="20577"/>
        <pc:sldMkLst>
          <pc:docMk/>
          <pc:sldMk cId="1974473979" sldId="277"/>
        </pc:sldMkLst>
        <pc:spChg chg="mod">
          <ac:chgData name="Investment Club | VEK" userId="fccfcf99-cb57-4190-863c-7d6490e7bab2" providerId="ADAL" clId="{9136D16C-AEB5-4E2B-9CCC-808A13CABC39}" dt="2024-09-01T15:53:05.311" v="294" actId="20577"/>
          <ac:spMkLst>
            <pc:docMk/>
            <pc:sldMk cId="1974473979" sldId="277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18.524" v="312" actId="20577"/>
        <pc:sldMkLst>
          <pc:docMk/>
          <pc:sldMk cId="4046288823" sldId="278"/>
        </pc:sldMkLst>
        <pc:spChg chg="mod">
          <ac:chgData name="Investment Club | VEK" userId="fccfcf99-cb57-4190-863c-7d6490e7bab2" providerId="ADAL" clId="{9136D16C-AEB5-4E2B-9CCC-808A13CABC39}" dt="2024-09-01T15:53:18.524" v="312" actId="20577"/>
          <ac:spMkLst>
            <pc:docMk/>
            <pc:sldMk cId="4046288823" sldId="278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36.692" v="328" actId="20577"/>
        <pc:sldMkLst>
          <pc:docMk/>
          <pc:sldMk cId="2327946261" sldId="279"/>
        </pc:sldMkLst>
        <pc:spChg chg="mod">
          <ac:chgData name="Investment Club | VEK" userId="fccfcf99-cb57-4190-863c-7d6490e7bab2" providerId="ADAL" clId="{9136D16C-AEB5-4E2B-9CCC-808A13CABC39}" dt="2024-09-01T15:53:36.692" v="328" actId="20577"/>
          <ac:spMkLst>
            <pc:docMk/>
            <pc:sldMk cId="2327946261" sldId="279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42.485" v="337" actId="20577"/>
        <pc:sldMkLst>
          <pc:docMk/>
          <pc:sldMk cId="3173739258" sldId="280"/>
        </pc:sldMkLst>
        <pc:spChg chg="mod">
          <ac:chgData name="Investment Club | VEK" userId="fccfcf99-cb57-4190-863c-7d6490e7bab2" providerId="ADAL" clId="{9136D16C-AEB5-4E2B-9CCC-808A13CABC39}" dt="2024-09-01T15:53:42.485" v="337" actId="20577"/>
          <ac:spMkLst>
            <pc:docMk/>
            <pc:sldMk cId="3173739258" sldId="280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6:01:05.937" v="341" actId="20577"/>
        <pc:sldMkLst>
          <pc:docMk/>
          <pc:sldMk cId="3009412234" sldId="281"/>
        </pc:sldMkLst>
        <pc:spChg chg="mod">
          <ac:chgData name="Investment Club | VEK" userId="fccfcf99-cb57-4190-863c-7d6490e7bab2" providerId="ADAL" clId="{9136D16C-AEB5-4E2B-9CCC-808A13CABC39}" dt="2024-09-01T16:01:05.937" v="341" actId="20577"/>
          <ac:spMkLst>
            <pc:docMk/>
            <pc:sldMk cId="3009412234" sldId="281"/>
            <ac:spMk id="2" creationId="{34FF476F-A227-38A9-3358-2C28E2B904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9CEF8-D931-4635-9D59-897EC15C6356}" type="datetimeFigureOut">
              <a:rPr lang="nl-BE" smtClean="0"/>
              <a:t>1/09/2024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85BF0-3D51-4747-9D20-CE4DB12E4A7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027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AC517-B988-EB68-8BAC-925B8C429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715FCC8-49F3-DA7C-D48E-D96CC614E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32E5A1-436D-5DAD-AB61-F9E63D53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1/09/2024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D773E98-2CD4-4896-A8D4-721A101A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4BCCD98-667F-C1AA-3F92-6A4B8516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482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E01D21-EFE2-BA02-4562-FCDC0601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78237D-D423-2D73-C4FF-7137A03AB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2E2D613-3ABC-6C9C-AAF0-28156D9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1/09/2024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35B855-4A0E-2D07-328D-8DB47610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777F-5E77-5BD5-24C1-F2CCC1BC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885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10792-05AE-BC19-2B74-E3F8EB7C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D7F92F7-C619-6432-8C30-11F29A9C7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6A89C8-7D22-1FFD-A6BF-2301B8B4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1/09/2024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D7AB5B-906F-0094-6232-F56E4D8E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BB81CA-0192-9646-9C81-51CB3098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288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1FD50-0C59-C417-55E1-5B3A891E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72CF92-7358-3C54-F5F6-E2907BA7A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8CD0E01-57D7-1ED1-25CB-80AF4919F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F8A1F70-CB2A-3596-2FF6-A5518EB7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1/09/2024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6DEAD15-42FE-9533-E17D-C8D552AA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E1BE3A8-C2AB-BD02-4381-014E1BAE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0760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AE3E7-3791-865B-3F8B-F0364AA0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C289837-11C1-D555-A7C5-13704B5A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AC8E3B0-F466-2639-BB83-F754FBE4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5629B61-B828-DAE9-43BD-D83CFD773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A95B215-8D9C-8203-3A79-6B052A6E9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222EA28-84C7-1A06-ACB3-6131D7C7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1/09/2024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C2FCF4A-C584-0AD6-787A-DE0731DF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C2CE877-1AB5-5219-5331-E750DF8B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3526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5DD5A-C047-F8D0-DA7E-19329467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DD8A31-6EFC-CFB6-C096-C1FB86C6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1/09/2024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363919A-4AC8-2939-3A78-BC0128E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0690A0E-097A-7DDE-A49E-22FF894B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77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5ECDA8F-593F-DEC1-EB1E-019275C6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1/09/2024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A989CE3-ABEA-CBC6-17DC-301A91C4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655E20E-9A75-6809-639D-6BF508F7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900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50C39-B327-A6CA-9BA1-8A6D4C157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11A3E1-63CD-AA3E-9B0E-912E88F19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DA25E0A-0902-85F9-601D-04F8AFDDA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0B2E31D-5342-EC7F-E643-58EE8699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1/09/2024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44D4488-8B90-86E5-8C03-7E4B8FB5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F28CB5-5AD3-1F16-2D64-D41D4CA5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6139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DB5E9-EA15-D30B-3C35-42A9BBF0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5281E37-FB05-E021-874C-01D79EEDD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C42E8BD-AD00-F1CA-03F5-2675F2AC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62E5033-4861-59E4-CE97-FFC9C32B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1/09/2024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FFDCAE-789C-84DA-F97A-AF00B647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3AFDC7F-2710-035E-BB0A-DDC96F4F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1596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09A12-F89E-8C75-46BD-2D9B0721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B165141-0061-579D-91C9-66A577F9E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80BF015-D3A6-E932-D45E-2155C8D4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1/09/2024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B7F2026-EBD9-14E0-ECF9-9FD50B26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E25C6A-274B-2F87-37F0-B01D042F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73478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D68690B-1FE4-5378-5250-AF6AC74C2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3CD605D-8B21-C317-340A-11D26EC33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E270A5-8991-CAED-AD4F-FCA60097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1/09/2024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245DB4-94EF-F96B-1B89-C6FA1806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ED165D-6C26-FE9A-A313-D5FA8896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6957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6D74-CFC0-5AAD-0DBA-4DAE2FE5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E51AA-1826-D5A4-4D74-A387839E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1/09/2024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1CC4B-E962-E33F-B794-ED573FCF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19002-D3F4-0B35-B8C1-52338A27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422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BC7C-D718-AD56-BB7A-81ABE0A96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9C63E-9C7B-8E7C-A717-FDCFDE121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5AEF8-3D49-DDF2-B9AB-0E9D4A92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09/01/2024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F76D-B929-D2EF-FB98-572CB6CC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CBF5-2216-5724-58FB-FEB68F7C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30785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8AB3-0611-255A-0882-8B7ECD51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1010-89D2-01C1-845E-DD17DB4D9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643EA-82EE-878C-ABA0-AFDBC6ED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09/01/2024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28868-17D1-F1D6-6B4B-75AE970C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18483-0AD5-F41E-3130-A4EBD8B1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92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DB43-CC8E-3A65-A592-6B7E6C60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E7A94-F2CC-F7F5-D941-55B8FDDE3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ECE2-97A4-0081-7019-909BE418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09/01/2024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390EB-9333-46CB-6D91-6BFD1BA2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C0607-343C-8770-0DAF-9D3302ED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36117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B67D-412C-FEA2-9096-8BCBCC5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26F19-6BDC-1F37-AD39-067A46C59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FFC51-EC72-C86E-038E-9FA25C073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048AD-0E09-1CC7-700B-001F01FB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09/01/2024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F59AB-58F9-B8B5-0773-E24D51ED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107C3-7DD1-F595-7642-C341AA0F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60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BEC9-4C32-2BE4-CA4C-FCA81E1F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F3422-63DF-23D2-542D-6EF4370C1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08E8A-3245-31B7-5872-6E6552876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7431C-97B5-59FF-C5B6-C9848AE6A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902D8-0AE8-A661-6A7C-47164949E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7AFB6-E851-88B9-1BDE-E6CF5371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09/01/2024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AE788-1F15-9300-B7B7-A5A445B7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874FD-327C-9575-A12D-18F87C22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6564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7F15-611A-41B6-0A4D-6FC022E2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270E5-7C95-D9B4-F71E-5F787F80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09/01/2024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7CE89-5CA6-A295-4332-AD7A4428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939CE-AB76-6F40-4A8B-FA8B80F2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58648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04FC0-D99F-388C-0B79-99228041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09/01/2024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66F526-2840-2DC9-FA31-16E98D9B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1413F-E31B-E36B-FB48-134137F6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30315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067D-A42F-4274-2573-3FC2654B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DE74E-D1B8-93D4-E538-C24EC122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124F2-ECDB-334C-C672-B930DA1D9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CED1B-74FF-5CBC-384C-034C3B82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09/01/2024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D9E93-1F54-2EF5-5D68-13E95752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71EB1-CA88-7427-A265-6E788740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1096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2458-2C56-62A3-CD46-259AAB53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6F67C-AC15-3039-4652-C04CAA2C0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3E69E-3B81-2E0B-764A-D9AF1DB7D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10C8E-DE1F-33A1-42C8-F36DB46BA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09/01/2024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6E386-E2D1-41AE-6DF4-0A56515C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AD2B2-48DB-3767-F174-5DD2AA85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91340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07D2-095A-7FBB-456B-09911A38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17183-08A6-52C7-607B-B3A658B52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05959-5EF3-4640-B1C7-DD79EAF7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09/01/2024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315E6-F1C0-6CFC-6B44-46144E2F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F5F67-7669-4A78-FA65-4AFC9EE0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9931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E960C-5CFF-3258-A914-F627E9392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2DCE5-12E8-721A-8C2D-6F635614D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A7F42-E301-DB24-EA06-10E8B84C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09/01/2024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B63F5-58D8-1D33-6CAF-0967B11C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09A63-A46F-7696-234D-FA0799AF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506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3C29633-190A-0197-3DA9-EC8DFAB0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0301B5E-4E2B-A6DB-5925-B2EC519EB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96AF50-A528-B12A-96B0-868A2F267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89BB1-5A5B-4779-81CE-BF22AFA9B40A}" type="datetimeFigureOut">
              <a:rPr lang="nl-BE" smtClean="0"/>
              <a:t>1/09/2024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28E766-20E7-FFEB-BB73-3728F1434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F1833D-C567-A08F-A4C3-DA00B2046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DB9325-F9AB-0E8D-505A-AD1065F024E3}"/>
              </a:ext>
            </a:extLst>
          </p:cNvPr>
          <p:cNvCxnSpPr>
            <a:cxnSpLocks/>
          </p:cNvCxnSpPr>
          <p:nvPr userDrawn="1"/>
        </p:nvCxnSpPr>
        <p:spPr>
          <a:xfrm flipH="1">
            <a:off x="832857" y="1379372"/>
            <a:ext cx="10520943" cy="6606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38EE0-8464-5FE4-4025-D7C4D74A0332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93" y="6176963"/>
            <a:ext cx="9128907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7A888C-6579-EE81-3DA4-6DC8DFA250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1018520" y="6176963"/>
            <a:ext cx="335280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E023A86-F80F-76D3-C672-8C771FC4889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33800" y="5710404"/>
            <a:ext cx="933119" cy="93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2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66EFB-49B5-5AD4-7916-FC6162A5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D05F7-2DDD-5EEC-8413-0DCA0CF59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564E-4AB9-C83C-1931-128DE4E6D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0EBFD-C0B0-4406-9B6E-841DD2A8CA96}" type="datetimeFigureOut">
              <a:rPr lang="en-BE" smtClean="0"/>
              <a:t>09/01/2024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0F2FF-9BB5-8647-2B06-30D4FE031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CACD-1254-E804-895F-79A9E2173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1141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684774" cy="1655762"/>
          </a:xfrm>
        </p:spPr>
        <p:txBody>
          <a:bodyPr>
            <a:normAutofit/>
          </a:bodyPr>
          <a:lstStyle/>
          <a:p>
            <a:r>
              <a:rPr lang="nl-BE" sz="7200" b="1" cap="all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 panose="020F0A02020204030203" pitchFamily="34" charset="0"/>
              </a:rPr>
              <a:t>Naam bedrijf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3602038"/>
            <a:ext cx="10491020" cy="1655762"/>
          </a:xfrm>
        </p:spPr>
        <p:txBody>
          <a:bodyPr>
            <a:normAutofit/>
          </a:bodyPr>
          <a:lstStyle/>
          <a:p>
            <a:r>
              <a:rPr lang="nl-BE" sz="4400" cap="small" dirty="0">
                <a:ln w="3175">
                  <a:noFill/>
                </a:ln>
                <a:solidFill>
                  <a:schemeClr val="bg1"/>
                </a:solidFill>
                <a:latin typeface="Lato" panose="020F0502020204030203" pitchFamily="34" charset="0"/>
              </a:rPr>
              <a:t>Personen in voorstel, academiejaar</a:t>
            </a:r>
          </a:p>
        </p:txBody>
      </p:sp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Korte inleiding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8544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Geschiedenis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2359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Management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5415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Bedrijfsactiviteiten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7503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72403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DCF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09412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Peers (optioneel)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74473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SWOT-analyse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46288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Conclusie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27946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37392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D744ABC62A64EB73EBDE161BAFFAF" ma:contentTypeVersion="13" ma:contentTypeDescription="Een nieuw document maken." ma:contentTypeScope="" ma:versionID="4951167e122b31e5ded957a5580b48da">
  <xsd:schema xmlns:xsd="http://www.w3.org/2001/XMLSchema" xmlns:xs="http://www.w3.org/2001/XMLSchema" xmlns:p="http://schemas.microsoft.com/office/2006/metadata/properties" xmlns:ns2="bc1159ad-d26f-4422-9cd3-507dd7bb304b" xmlns:ns3="8645f338-6b19-47dd-a9cd-521166d8a9c7" targetNamespace="http://schemas.microsoft.com/office/2006/metadata/properties" ma:root="true" ma:fieldsID="283887a6431aabf65d426566ab0d1d71" ns2:_="" ns3:_="">
    <xsd:import namespace="bc1159ad-d26f-4422-9cd3-507dd7bb304b"/>
    <xsd:import namespace="8645f338-6b19-47dd-a9cd-521166d8a9c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159ad-d26f-4422-9cd3-507dd7bb30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Afbeeldingtags" ma:readOnly="false" ma:fieldId="{5cf76f15-5ced-4ddc-b409-7134ff3c332f}" ma:taxonomyMulti="true" ma:sspId="da829b53-f82c-4818-ba9e-f50c3edd1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5f338-6b19-47dd-a9cd-521166d8a9c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fa6b2853-0cf4-4253-bc2b-fe296ed0741f}" ma:internalName="TaxCatchAll" ma:showField="CatchAllData" ma:web="8645f338-6b19-47dd-a9cd-521166d8a9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645f338-6b19-47dd-a9cd-521166d8a9c7" xsi:nil="true"/>
    <lcf76f155ced4ddcb4097134ff3c332f xmlns="bc1159ad-d26f-4422-9cd3-507dd7bb304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176AE51-6F4C-460E-A4C6-2DFD6C1DFC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BD6C5D-4773-475C-86FF-2D05E05934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1159ad-d26f-4422-9cd3-507dd7bb304b"/>
    <ds:schemaRef ds:uri="8645f338-6b19-47dd-a9cd-521166d8a9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040381-67DD-4FBC-ACE0-362DC6FCCAC6}">
  <ds:schemaRefs>
    <ds:schemaRef ds:uri="http://www.w3.org/XML/1998/namespace"/>
    <ds:schemaRef ds:uri="http://schemas.microsoft.com/office/2006/documentManagement/types"/>
    <ds:schemaRef ds:uri="http://purl.org/dc/dcmitype/"/>
    <ds:schemaRef ds:uri="8645f338-6b19-47dd-a9cd-521166d8a9c7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bc1159ad-d26f-4422-9cd3-507dd7bb304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Breedbeeld</PresentationFormat>
  <Paragraphs>12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Lato</vt:lpstr>
      <vt:lpstr>Lato Black</vt:lpstr>
      <vt:lpstr>Kantoorthema</vt:lpstr>
      <vt:lpstr>Custom Design</vt:lpstr>
      <vt:lpstr>Naam bedrijf</vt:lpstr>
      <vt:lpstr>Korte inleiding</vt:lpstr>
      <vt:lpstr>Geschiedenis</vt:lpstr>
      <vt:lpstr>Management</vt:lpstr>
      <vt:lpstr>Bedrijfsactiviteiten</vt:lpstr>
      <vt:lpstr>Financials</vt:lpstr>
      <vt:lpstr>DCF</vt:lpstr>
      <vt:lpstr>Peers (optioneel)</vt:lpstr>
      <vt:lpstr>SWOT-analyse</vt:lpstr>
      <vt:lpstr>Conclusie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Vek investment club</dc:title>
  <dc:creator>Investment Club | VEK</dc:creator>
  <cp:lastModifiedBy>Investment Club | VEK</cp:lastModifiedBy>
  <cp:revision>2</cp:revision>
  <cp:lastPrinted>2024-07-16T07:40:55Z</cp:lastPrinted>
  <dcterms:created xsi:type="dcterms:W3CDTF">2024-07-09T18:43:59Z</dcterms:created>
  <dcterms:modified xsi:type="dcterms:W3CDTF">2024-09-01T16:01:11Z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0x01010004FD744ABC62A64EB73EBDE161BAFFAF</vt:lpwstr>
  </property>
  <property fmtid="{D5CDD505-2E9C-101B-9397-08002B2CF9AE}" pid="3" name="MediaServiceImageTags">
    <vt:lpwstr/>
  </property>
</Properties>
</file>
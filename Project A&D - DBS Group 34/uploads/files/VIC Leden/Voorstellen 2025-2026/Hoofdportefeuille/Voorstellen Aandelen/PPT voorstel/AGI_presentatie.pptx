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32"/>
  </p:notesMasterIdLst>
  <p:sldIdLst>
    <p:sldId id="269" r:id="rId6"/>
    <p:sldId id="282" r:id="rId7"/>
    <p:sldId id="283" r:id="rId8"/>
    <p:sldId id="304" r:id="rId9"/>
    <p:sldId id="285" r:id="rId10"/>
    <p:sldId id="287" r:id="rId11"/>
    <p:sldId id="286" r:id="rId12"/>
    <p:sldId id="289" r:id="rId13"/>
    <p:sldId id="290" r:id="rId14"/>
    <p:sldId id="292" r:id="rId15"/>
    <p:sldId id="294" r:id="rId16"/>
    <p:sldId id="306" r:id="rId17"/>
    <p:sldId id="293" r:id="rId18"/>
    <p:sldId id="273" r:id="rId19"/>
    <p:sldId id="296" r:id="rId20"/>
    <p:sldId id="274" r:id="rId21"/>
    <p:sldId id="298" r:id="rId22"/>
    <p:sldId id="305" r:id="rId23"/>
    <p:sldId id="300" r:id="rId24"/>
    <p:sldId id="301" r:id="rId25"/>
    <p:sldId id="302" r:id="rId26"/>
    <p:sldId id="297" r:id="rId27"/>
    <p:sldId id="276" r:id="rId28"/>
    <p:sldId id="303" r:id="rId29"/>
    <p:sldId id="277" r:id="rId30"/>
    <p:sldId id="280" r:id="rId3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82"/>
            <p14:sldId id="283"/>
            <p14:sldId id="304"/>
            <p14:sldId id="285"/>
            <p14:sldId id="287"/>
            <p14:sldId id="286"/>
            <p14:sldId id="289"/>
            <p14:sldId id="290"/>
            <p14:sldId id="292"/>
            <p14:sldId id="294"/>
            <p14:sldId id="306"/>
            <p14:sldId id="293"/>
            <p14:sldId id="273"/>
            <p14:sldId id="296"/>
            <p14:sldId id="274"/>
            <p14:sldId id="298"/>
            <p14:sldId id="305"/>
            <p14:sldId id="300"/>
            <p14:sldId id="301"/>
            <p14:sldId id="302"/>
            <p14:sldId id="297"/>
            <p14:sldId id="276"/>
            <p14:sldId id="303"/>
            <p14:sldId id="277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0EEFB4-14B0-A77E-DF9E-AF7FD441B882}" v="100" dt="2025-11-12T21:11:48.420"/>
    <p1510:client id="{664D72DE-B115-2875-850D-6435AAAB10D9}" v="45" dt="2025-11-13T09:23:10.777"/>
    <p1510:client id="{6997F971-5CDC-40B8-A034-32DDC8CF3237}" v="498" dt="2025-11-13T18:59:22.693"/>
    <p1510:client id="{6ABF689F-85E6-D691-4114-177DB8E5DBD0}" v="178" dt="2025-11-13T19:18:14.785"/>
    <p1510:client id="{A212358C-29E5-6B93-02EA-DE3FBD4E7FB0}" v="51" dt="2025-11-12T21:00:39.030"/>
    <p1510:client id="{C4D97D77-2FF4-5249-EA62-CEA4942247BC}" v="1147" dt="2025-11-12T19:37:59.469"/>
    <p1510:client id="{EFA1E144-D205-D7E5-9DEF-908927FAEE5F}" v="127" dt="2025-11-13T09:45:36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inten Nijs" userId="S::qunijs.nijs@ugent.be::cd1862a5-40cb-4544-90dd-1458fd42678d" providerId="AD" clId="Web-{340EEFB4-14B0-A77E-DF9E-AF7FD441B882}"/>
    <pc:docChg chg="delSld modSld sldOrd modSection">
      <pc:chgData name="Quinten Nijs" userId="S::qunijs.nijs@ugent.be::cd1862a5-40cb-4544-90dd-1458fd42678d" providerId="AD" clId="Web-{340EEFB4-14B0-A77E-DF9E-AF7FD441B882}" dt="2025-11-12T21:11:47.639" v="97" actId="20577"/>
      <pc:docMkLst>
        <pc:docMk/>
      </pc:docMkLst>
      <pc:sldChg chg="modSp">
        <pc:chgData name="Quinten Nijs" userId="S::qunijs.nijs@ugent.be::cd1862a5-40cb-4544-90dd-1458fd42678d" providerId="AD" clId="Web-{340EEFB4-14B0-A77E-DF9E-AF7FD441B882}" dt="2025-11-12T21:11:47.639" v="97" actId="20577"/>
        <pc:sldMkLst>
          <pc:docMk/>
          <pc:sldMk cId="3173739258" sldId="280"/>
        </pc:sldMkLst>
        <pc:spChg chg="mod">
          <ac:chgData name="Quinten Nijs" userId="S::qunijs.nijs@ugent.be::cd1862a5-40cb-4544-90dd-1458fd42678d" providerId="AD" clId="Web-{340EEFB4-14B0-A77E-DF9E-AF7FD441B882}" dt="2025-11-12T21:11:47.639" v="97" actId="20577"/>
          <ac:spMkLst>
            <pc:docMk/>
            <pc:sldMk cId="3173739258" sldId="280"/>
            <ac:spMk id="3" creationId="{7FEE26D9-5E51-5325-9485-94F206905B30}"/>
          </ac:spMkLst>
        </pc:spChg>
      </pc:sldChg>
      <pc:sldChg chg="del ord">
        <pc:chgData name="Quinten Nijs" userId="S::qunijs.nijs@ugent.be::cd1862a5-40cb-4544-90dd-1458fd42678d" providerId="AD" clId="Web-{340EEFB4-14B0-A77E-DF9E-AF7FD441B882}" dt="2025-11-12T21:02:31.229" v="1"/>
        <pc:sldMkLst>
          <pc:docMk/>
          <pc:sldMk cId="3009412234" sldId="281"/>
        </pc:sldMkLst>
      </pc:sldChg>
    </pc:docChg>
  </pc:docChgLst>
  <pc:docChgLst>
    <pc:chgData name="Quinten Nijs" userId="S::qunijs.nijs@ugent.be::cd1862a5-40cb-4544-90dd-1458fd42678d" providerId="AD" clId="Web-{664D72DE-B115-2875-850D-6435AAAB10D9}"/>
    <pc:docChg chg="modSld">
      <pc:chgData name="Quinten Nijs" userId="S::qunijs.nijs@ugent.be::cd1862a5-40cb-4544-90dd-1458fd42678d" providerId="AD" clId="Web-{664D72DE-B115-2875-850D-6435AAAB10D9}" dt="2025-11-13T09:23:09.027" v="35"/>
      <pc:docMkLst>
        <pc:docMk/>
      </pc:docMkLst>
      <pc:sldChg chg="modSp">
        <pc:chgData name="Quinten Nijs" userId="S::qunijs.nijs@ugent.be::cd1862a5-40cb-4544-90dd-1458fd42678d" providerId="AD" clId="Web-{664D72DE-B115-2875-850D-6435AAAB10D9}" dt="2025-11-13T09:23:09.027" v="35"/>
        <pc:sldMkLst>
          <pc:docMk/>
          <pc:sldMk cId="2072403919" sldId="276"/>
        </pc:sldMkLst>
        <pc:graphicFrameChg chg="mod modGraphic">
          <ac:chgData name="Quinten Nijs" userId="S::qunijs.nijs@ugent.be::cd1862a5-40cb-4544-90dd-1458fd42678d" providerId="AD" clId="Web-{664D72DE-B115-2875-850D-6435AAAB10D9}" dt="2025-11-13T09:23:09.027" v="35"/>
          <ac:graphicFrameMkLst>
            <pc:docMk/>
            <pc:sldMk cId="2072403919" sldId="276"/>
            <ac:graphicFrameMk id="5" creationId="{FB666142-8823-2FF7-92D3-A3B2D91DC3BA}"/>
          </ac:graphicFrameMkLst>
        </pc:graphicFrameChg>
      </pc:sldChg>
    </pc:docChg>
  </pc:docChgLst>
  <pc:docChgLst>
    <pc:chgData name="Quinten Nijs" userId="S::qunijs.nijs@ugent.be::cd1862a5-40cb-4544-90dd-1458fd42678d" providerId="AD" clId="Web-{5B86BA9D-9C34-AF63-0267-EB4DAF58E21F}"/>
    <pc:docChg chg="addSld delSld modSld sldOrd modSection">
      <pc:chgData name="Quinten Nijs" userId="S::qunijs.nijs@ugent.be::cd1862a5-40cb-4544-90dd-1458fd42678d" providerId="AD" clId="Web-{5B86BA9D-9C34-AF63-0267-EB4DAF58E21F}" dt="2025-11-12T17:07:06.219" v="416" actId="20577"/>
      <pc:docMkLst>
        <pc:docMk/>
      </pc:docMkLst>
      <pc:sldChg chg="del">
        <pc:chgData name="Quinten Nijs" userId="S::qunijs.nijs@ugent.be::cd1862a5-40cb-4544-90dd-1458fd42678d" providerId="AD" clId="Web-{5B86BA9D-9C34-AF63-0267-EB4DAF58E21F}" dt="2025-11-12T16:49:24.070" v="337"/>
        <pc:sldMkLst>
          <pc:docMk/>
          <pc:sldMk cId="885449637" sldId="272"/>
        </pc:sldMkLst>
      </pc:sldChg>
      <pc:sldChg chg="modSp">
        <pc:chgData name="Quinten Nijs" userId="S::qunijs.nijs@ugent.be::cd1862a5-40cb-4544-90dd-1458fd42678d" providerId="AD" clId="Web-{5B86BA9D-9C34-AF63-0267-EB4DAF58E21F}" dt="2025-11-12T16:55:08.292" v="356" actId="20577"/>
        <pc:sldMkLst>
          <pc:docMk/>
          <pc:sldMk cId="1902359051" sldId="273"/>
        </pc:sldMkLst>
        <pc:spChg chg="mod">
          <ac:chgData name="Quinten Nijs" userId="S::qunijs.nijs@ugent.be::cd1862a5-40cb-4544-90dd-1458fd42678d" providerId="AD" clId="Web-{5B86BA9D-9C34-AF63-0267-EB4DAF58E21F}" dt="2025-11-12T16:54:55.761" v="349" actId="20577"/>
          <ac:spMkLst>
            <pc:docMk/>
            <pc:sldMk cId="1902359051" sldId="273"/>
            <ac:spMk id="2" creationId="{34FF476F-A227-38A9-3358-2C28E2B90495}"/>
          </ac:spMkLst>
        </pc:spChg>
        <pc:spChg chg="mod">
          <ac:chgData name="Quinten Nijs" userId="S::qunijs.nijs@ugent.be::cd1862a5-40cb-4544-90dd-1458fd42678d" providerId="AD" clId="Web-{5B86BA9D-9C34-AF63-0267-EB4DAF58E21F}" dt="2025-11-12T16:55:08.292" v="356" actId="20577"/>
          <ac:spMkLst>
            <pc:docMk/>
            <pc:sldMk cId="1902359051" sldId="273"/>
            <ac:spMk id="3" creationId="{7FEE26D9-5E51-5325-9485-94F206905B30}"/>
          </ac:spMkLst>
        </pc:spChg>
      </pc:sldChg>
      <pc:sldChg chg="addSp delSp modSp">
        <pc:chgData name="Quinten Nijs" userId="S::qunijs.nijs@ugent.be::cd1862a5-40cb-4544-90dd-1458fd42678d" providerId="AD" clId="Web-{5B86BA9D-9C34-AF63-0267-EB4DAF58E21F}" dt="2025-11-12T16:47:25.426" v="335" actId="20577"/>
        <pc:sldMkLst>
          <pc:docMk/>
          <pc:sldMk cId="415415236" sldId="274"/>
        </pc:sldMkLst>
        <pc:spChg chg="mod">
          <ac:chgData name="Quinten Nijs" userId="S::qunijs.nijs@ugent.be::cd1862a5-40cb-4544-90dd-1458fd42678d" providerId="AD" clId="Web-{5B86BA9D-9C34-AF63-0267-EB4DAF58E21F}" dt="2025-11-12T16:47:25.426" v="335" actId="20577"/>
          <ac:spMkLst>
            <pc:docMk/>
            <pc:sldMk cId="415415236" sldId="274"/>
            <ac:spMk id="3" creationId="{7FEE26D9-5E51-5325-9485-94F206905B30}"/>
          </ac:spMkLst>
        </pc:spChg>
        <pc:graphicFrameChg chg="add del mod">
          <ac:chgData name="Quinten Nijs" userId="S::qunijs.nijs@ugent.be::cd1862a5-40cb-4544-90dd-1458fd42678d" providerId="AD" clId="Web-{5B86BA9D-9C34-AF63-0267-EB4DAF58E21F}" dt="2025-11-12T16:41:20.952" v="229"/>
          <ac:graphicFrameMkLst>
            <pc:docMk/>
            <pc:sldMk cId="415415236" sldId="274"/>
            <ac:graphicFrameMk id="5" creationId="{09CB0A40-015D-E976-ADBC-EFEF434D8A68}"/>
          </ac:graphicFrameMkLst>
        </pc:graphicFrameChg>
      </pc:sldChg>
      <pc:sldChg chg="modSp new">
        <pc:chgData name="Quinten Nijs" userId="S::qunijs.nijs@ugent.be::cd1862a5-40cb-4544-90dd-1458fd42678d" providerId="AD" clId="Web-{5B86BA9D-9C34-AF63-0267-EB4DAF58E21F}" dt="2025-11-12T16:18:58.285" v="110" actId="20577"/>
        <pc:sldMkLst>
          <pc:docMk/>
          <pc:sldMk cId="2619909699" sldId="282"/>
        </pc:sldMkLst>
        <pc:spChg chg="mod">
          <ac:chgData name="Quinten Nijs" userId="S::qunijs.nijs@ugent.be::cd1862a5-40cb-4544-90dd-1458fd42678d" providerId="AD" clId="Web-{5B86BA9D-9C34-AF63-0267-EB4DAF58E21F}" dt="2025-11-12T16:18:58.285" v="110" actId="20577"/>
          <ac:spMkLst>
            <pc:docMk/>
            <pc:sldMk cId="2619909699" sldId="282"/>
            <ac:spMk id="2" creationId="{BD0A85F7-5B72-68D5-FA97-F7BFF81DD1F9}"/>
          </ac:spMkLst>
        </pc:spChg>
      </pc:sldChg>
      <pc:sldChg chg="addSp delSp modSp add ord replId">
        <pc:chgData name="Quinten Nijs" userId="S::qunijs.nijs@ugent.be::cd1862a5-40cb-4544-90dd-1458fd42678d" providerId="AD" clId="Web-{5B86BA9D-9C34-AF63-0267-EB4DAF58E21F}" dt="2025-11-12T16:08:47.733" v="37" actId="1076"/>
        <pc:sldMkLst>
          <pc:docMk/>
          <pc:sldMk cId="4121898723" sldId="283"/>
        </pc:sldMkLst>
        <pc:spChg chg="mod">
          <ac:chgData name="Quinten Nijs" userId="S::qunijs.nijs@ugent.be::cd1862a5-40cb-4544-90dd-1458fd42678d" providerId="AD" clId="Web-{5B86BA9D-9C34-AF63-0267-EB4DAF58E21F}" dt="2025-11-12T16:06:30.435" v="15" actId="20577"/>
          <ac:spMkLst>
            <pc:docMk/>
            <pc:sldMk cId="4121898723" sldId="283"/>
            <ac:spMk id="2" creationId="{2690B936-9737-20DF-6FE3-718645C37295}"/>
          </ac:spMkLst>
        </pc:spChg>
        <pc:spChg chg="del">
          <ac:chgData name="Quinten Nijs" userId="S::qunijs.nijs@ugent.be::cd1862a5-40cb-4544-90dd-1458fd42678d" providerId="AD" clId="Web-{5B86BA9D-9C34-AF63-0267-EB4DAF58E21F}" dt="2025-11-12T16:08:03.967" v="24"/>
          <ac:spMkLst>
            <pc:docMk/>
            <pc:sldMk cId="4121898723" sldId="283"/>
            <ac:spMk id="3" creationId="{F5FB5DA4-1E00-7A65-C82D-01059A697C02}"/>
          </ac:spMkLst>
        </pc:spChg>
        <pc:spChg chg="add del mod">
          <ac:chgData name="Quinten Nijs" userId="S::qunijs.nijs@ugent.be::cd1862a5-40cb-4544-90dd-1458fd42678d" providerId="AD" clId="Web-{5B86BA9D-9C34-AF63-0267-EB4DAF58E21F}" dt="2025-11-12T16:08:19.030" v="28"/>
          <ac:spMkLst>
            <pc:docMk/>
            <pc:sldMk cId="4121898723" sldId="283"/>
            <ac:spMk id="6" creationId="{423DBE6C-3B2F-31D1-671C-B68F5D3D271A}"/>
          </ac:spMkLst>
        </pc:spChg>
        <pc:picChg chg="add del mod ord">
          <ac:chgData name="Quinten Nijs" userId="S::qunijs.nijs@ugent.be::cd1862a5-40cb-4544-90dd-1458fd42678d" providerId="AD" clId="Web-{5B86BA9D-9C34-AF63-0267-EB4DAF58E21F}" dt="2025-11-12T16:08:13.420" v="27"/>
          <ac:picMkLst>
            <pc:docMk/>
            <pc:sldMk cId="4121898723" sldId="283"/>
            <ac:picMk id="4" creationId="{A89828C4-2E22-4585-D0F1-DD7F7424C707}"/>
          </ac:picMkLst>
        </pc:picChg>
        <pc:picChg chg="add mod ord">
          <ac:chgData name="Quinten Nijs" userId="S::qunijs.nijs@ugent.be::cd1862a5-40cb-4544-90dd-1458fd42678d" providerId="AD" clId="Web-{5B86BA9D-9C34-AF63-0267-EB4DAF58E21F}" dt="2025-11-12T16:08:42.311" v="36" actId="1076"/>
          <ac:picMkLst>
            <pc:docMk/>
            <pc:sldMk cId="4121898723" sldId="283"/>
            <ac:picMk id="7" creationId="{1F4FF4C2-8F4A-C94B-3A2F-4F2BB554F0FD}"/>
          </ac:picMkLst>
        </pc:picChg>
        <pc:picChg chg="add mod">
          <ac:chgData name="Quinten Nijs" userId="S::qunijs.nijs@ugent.be::cd1862a5-40cb-4544-90dd-1458fd42678d" providerId="AD" clId="Web-{5B86BA9D-9C34-AF63-0267-EB4DAF58E21F}" dt="2025-11-12T16:08:47.733" v="37" actId="1076"/>
          <ac:picMkLst>
            <pc:docMk/>
            <pc:sldMk cId="4121898723" sldId="283"/>
            <ac:picMk id="8" creationId="{69516824-109D-BBC5-CC03-D3712FFE7A91}"/>
          </ac:picMkLst>
        </pc:picChg>
      </pc:sldChg>
      <pc:sldChg chg="modSp add del replId">
        <pc:chgData name="Quinten Nijs" userId="S::qunijs.nijs@ugent.be::cd1862a5-40cb-4544-90dd-1458fd42678d" providerId="AD" clId="Web-{5B86BA9D-9C34-AF63-0267-EB4DAF58E21F}" dt="2025-11-12T16:07:54.233" v="23"/>
        <pc:sldMkLst>
          <pc:docMk/>
          <pc:sldMk cId="3630489686" sldId="284"/>
        </pc:sldMkLst>
        <pc:spChg chg="mod">
          <ac:chgData name="Quinten Nijs" userId="S::qunijs.nijs@ugent.be::cd1862a5-40cb-4544-90dd-1458fd42678d" providerId="AD" clId="Web-{5B86BA9D-9C34-AF63-0267-EB4DAF58E21F}" dt="2025-11-12T16:06:44.998" v="17" actId="20577"/>
          <ac:spMkLst>
            <pc:docMk/>
            <pc:sldMk cId="3630489686" sldId="284"/>
            <ac:spMk id="2" creationId="{7888844F-1748-F3DE-2AD5-FF9D47783813}"/>
          </ac:spMkLst>
        </pc:spChg>
      </pc:sldChg>
      <pc:sldChg chg="addSp delSp modSp add replId">
        <pc:chgData name="Quinten Nijs" userId="S::qunijs.nijs@ugent.be::cd1862a5-40cb-4544-90dd-1458fd42678d" providerId="AD" clId="Web-{5B86BA9D-9C34-AF63-0267-EB4DAF58E21F}" dt="2025-11-12T16:21:48.098" v="132" actId="1076"/>
        <pc:sldMkLst>
          <pc:docMk/>
          <pc:sldMk cId="456351433" sldId="285"/>
        </pc:sldMkLst>
        <pc:spChg chg="del">
          <ac:chgData name="Quinten Nijs" userId="S::qunijs.nijs@ugent.be::cd1862a5-40cb-4544-90dd-1458fd42678d" providerId="AD" clId="Web-{5B86BA9D-9C34-AF63-0267-EB4DAF58E21F}" dt="2025-11-12T16:07:09.201" v="19"/>
          <ac:spMkLst>
            <pc:docMk/>
            <pc:sldMk cId="456351433" sldId="285"/>
            <ac:spMk id="3" creationId="{8EB3CE42-F3C5-EF77-B787-6E202FCA6928}"/>
          </ac:spMkLst>
        </pc:spChg>
        <pc:picChg chg="add mod ord">
          <ac:chgData name="Quinten Nijs" userId="S::qunijs.nijs@ugent.be::cd1862a5-40cb-4544-90dd-1458fd42678d" providerId="AD" clId="Web-{5B86BA9D-9C34-AF63-0267-EB4DAF58E21F}" dt="2025-11-12T16:21:48.098" v="132" actId="1076"/>
          <ac:picMkLst>
            <pc:docMk/>
            <pc:sldMk cId="456351433" sldId="285"/>
            <ac:picMk id="4" creationId="{64FE1F7B-E3FA-9E4B-B4EB-A6EB4A0DC6BB}"/>
          </ac:picMkLst>
        </pc:picChg>
        <pc:picChg chg="add del mod">
          <ac:chgData name="Quinten Nijs" userId="S::qunijs.nijs@ugent.be::cd1862a5-40cb-4544-90dd-1458fd42678d" providerId="AD" clId="Web-{5B86BA9D-9C34-AF63-0267-EB4DAF58E21F}" dt="2025-11-12T16:07:10.482" v="21"/>
          <ac:picMkLst>
            <pc:docMk/>
            <pc:sldMk cId="456351433" sldId="285"/>
            <ac:picMk id="5" creationId="{86966B18-2508-C32C-E1DC-01E278F3197F}"/>
          </ac:picMkLst>
        </pc:picChg>
      </pc:sldChg>
      <pc:sldChg chg="addSp delSp modSp add replId">
        <pc:chgData name="Quinten Nijs" userId="S::qunijs.nijs@ugent.be::cd1862a5-40cb-4544-90dd-1458fd42678d" providerId="AD" clId="Web-{5B86BA9D-9C34-AF63-0267-EB4DAF58E21F}" dt="2025-11-12T16:21:35.691" v="129" actId="1076"/>
        <pc:sldMkLst>
          <pc:docMk/>
          <pc:sldMk cId="1357873484" sldId="286"/>
        </pc:sldMkLst>
        <pc:spChg chg="add del mod">
          <ac:chgData name="Quinten Nijs" userId="S::qunijs.nijs@ugent.be::cd1862a5-40cb-4544-90dd-1458fd42678d" providerId="AD" clId="Web-{5B86BA9D-9C34-AF63-0267-EB4DAF58E21F}" dt="2025-11-12T16:11:07.672" v="47"/>
          <ac:spMkLst>
            <pc:docMk/>
            <pc:sldMk cId="1357873484" sldId="286"/>
            <ac:spMk id="5" creationId="{30627A88-FEFC-0A56-1316-AC518ED61B22}"/>
          </ac:spMkLst>
        </pc:spChg>
        <pc:spChg chg="add del mod">
          <ac:chgData name="Quinten Nijs" userId="S::qunijs.nijs@ugent.be::cd1862a5-40cb-4544-90dd-1458fd42678d" providerId="AD" clId="Web-{5B86BA9D-9C34-AF63-0267-EB4DAF58E21F}" dt="2025-11-12T16:13:18.954" v="55"/>
          <ac:spMkLst>
            <pc:docMk/>
            <pc:sldMk cId="1357873484" sldId="286"/>
            <ac:spMk id="9" creationId="{E0EA61CF-388A-269D-C53E-9C2FE3C888D2}"/>
          </ac:spMkLst>
        </pc:spChg>
        <pc:picChg chg="del">
          <ac:chgData name="Quinten Nijs" userId="S::qunijs.nijs@ugent.be::cd1862a5-40cb-4544-90dd-1458fd42678d" providerId="AD" clId="Web-{5B86BA9D-9C34-AF63-0267-EB4DAF58E21F}" dt="2025-11-12T16:09:44.921" v="46"/>
          <ac:picMkLst>
            <pc:docMk/>
            <pc:sldMk cId="1357873484" sldId="286"/>
            <ac:picMk id="4" creationId="{B3C37854-7132-461B-6B17-E29140B7EA8A}"/>
          </ac:picMkLst>
        </pc:picChg>
        <pc:picChg chg="add del mod ord">
          <ac:chgData name="Quinten Nijs" userId="S::qunijs.nijs@ugent.be::cd1862a5-40cb-4544-90dd-1458fd42678d" providerId="AD" clId="Web-{5B86BA9D-9C34-AF63-0267-EB4DAF58E21F}" dt="2025-11-12T16:13:06.032" v="54"/>
          <ac:picMkLst>
            <pc:docMk/>
            <pc:sldMk cId="1357873484" sldId="286"/>
            <ac:picMk id="6" creationId="{224B95ED-331D-6D0A-4713-A4916E81BE51}"/>
          </ac:picMkLst>
        </pc:picChg>
        <pc:picChg chg="add mod">
          <ac:chgData name="Quinten Nijs" userId="S::qunijs.nijs@ugent.be::cd1862a5-40cb-4544-90dd-1458fd42678d" providerId="AD" clId="Web-{5B86BA9D-9C34-AF63-0267-EB4DAF58E21F}" dt="2025-11-12T16:21:35.691" v="129" actId="1076"/>
          <ac:picMkLst>
            <pc:docMk/>
            <pc:sldMk cId="1357873484" sldId="286"/>
            <ac:picMk id="7" creationId="{5CBA1BF4-6BA0-29CB-BD05-17622D48ED1B}"/>
          </ac:picMkLst>
        </pc:picChg>
      </pc:sldChg>
      <pc:sldChg chg="addSp delSp modSp add ord replId">
        <pc:chgData name="Quinten Nijs" userId="S::qunijs.nijs@ugent.be::cd1862a5-40cb-4544-90dd-1458fd42678d" providerId="AD" clId="Web-{5B86BA9D-9C34-AF63-0267-EB4DAF58E21F}" dt="2025-11-12T16:21:43.598" v="131" actId="1076"/>
        <pc:sldMkLst>
          <pc:docMk/>
          <pc:sldMk cId="4209697323" sldId="287"/>
        </pc:sldMkLst>
        <pc:picChg chg="add mod">
          <ac:chgData name="Quinten Nijs" userId="S::qunijs.nijs@ugent.be::cd1862a5-40cb-4544-90dd-1458fd42678d" providerId="AD" clId="Web-{5B86BA9D-9C34-AF63-0267-EB4DAF58E21F}" dt="2025-11-12T16:21:43.598" v="131" actId="1076"/>
          <ac:picMkLst>
            <pc:docMk/>
            <pc:sldMk cId="4209697323" sldId="287"/>
            <ac:picMk id="3" creationId="{06E54C5C-6F70-9D44-F234-DFF93E44FD44}"/>
          </ac:picMkLst>
        </pc:picChg>
        <pc:picChg chg="del">
          <ac:chgData name="Quinten Nijs" userId="S::qunijs.nijs@ugent.be::cd1862a5-40cb-4544-90dd-1458fd42678d" providerId="AD" clId="Web-{5B86BA9D-9C34-AF63-0267-EB4DAF58E21F}" dt="2025-11-12T16:13:23.626" v="57"/>
          <ac:picMkLst>
            <pc:docMk/>
            <pc:sldMk cId="4209697323" sldId="287"/>
            <ac:picMk id="7" creationId="{833D4E8D-BB86-E220-8AB1-F87F534AEE72}"/>
          </ac:picMkLst>
        </pc:picChg>
      </pc:sldChg>
      <pc:sldChg chg="modSp add del ord replId">
        <pc:chgData name="Quinten Nijs" userId="S::qunijs.nijs@ugent.be::cd1862a5-40cb-4544-90dd-1458fd42678d" providerId="AD" clId="Web-{5B86BA9D-9C34-AF63-0267-EB4DAF58E21F}" dt="2025-11-12T16:19:02.128" v="111"/>
        <pc:sldMkLst>
          <pc:docMk/>
          <pc:sldMk cId="469284612" sldId="288"/>
        </pc:sldMkLst>
        <pc:spChg chg="mod">
          <ac:chgData name="Quinten Nijs" userId="S::qunijs.nijs@ugent.be::cd1862a5-40cb-4544-90dd-1458fd42678d" providerId="AD" clId="Web-{5B86BA9D-9C34-AF63-0267-EB4DAF58E21F}" dt="2025-11-12T16:14:09.439" v="79" actId="20577"/>
          <ac:spMkLst>
            <pc:docMk/>
            <pc:sldMk cId="469284612" sldId="288"/>
            <ac:spMk id="2" creationId="{C2418829-6CC7-2634-861D-6A8317E4BF86}"/>
          </ac:spMkLst>
        </pc:spChg>
      </pc:sldChg>
      <pc:sldChg chg="modSp new del">
        <pc:chgData name="Quinten Nijs" userId="S::qunijs.nijs@ugent.be::cd1862a5-40cb-4544-90dd-1458fd42678d" providerId="AD" clId="Web-{5B86BA9D-9C34-AF63-0267-EB4DAF58E21F}" dt="2025-11-12T16:13:53.720" v="64"/>
        <pc:sldMkLst>
          <pc:docMk/>
          <pc:sldMk cId="776838507" sldId="288"/>
        </pc:sldMkLst>
        <pc:spChg chg="mod">
          <ac:chgData name="Quinten Nijs" userId="S::qunijs.nijs@ugent.be::cd1862a5-40cb-4544-90dd-1458fd42678d" providerId="AD" clId="Web-{5B86BA9D-9C34-AF63-0267-EB4DAF58E21F}" dt="2025-11-12T16:13:52.439" v="63" actId="20577"/>
          <ac:spMkLst>
            <pc:docMk/>
            <pc:sldMk cId="776838507" sldId="288"/>
            <ac:spMk id="2" creationId="{83B1AFCA-2513-2A0A-6553-FB6409F36088}"/>
          </ac:spMkLst>
        </pc:spChg>
      </pc:sldChg>
      <pc:sldChg chg="addSp delSp modSp add ord replId">
        <pc:chgData name="Quinten Nijs" userId="S::qunijs.nijs@ugent.be::cd1862a5-40cb-4544-90dd-1458fd42678d" providerId="AD" clId="Web-{5B86BA9D-9C34-AF63-0267-EB4DAF58E21F}" dt="2025-11-12T16:18:47.769" v="102"/>
        <pc:sldMkLst>
          <pc:docMk/>
          <pc:sldMk cId="3434355693" sldId="289"/>
        </pc:sldMkLst>
        <pc:spChg chg="mod">
          <ac:chgData name="Quinten Nijs" userId="S::qunijs.nijs@ugent.be::cd1862a5-40cb-4544-90dd-1458fd42678d" providerId="AD" clId="Web-{5B86BA9D-9C34-AF63-0267-EB4DAF58E21F}" dt="2025-11-12T16:15:08.174" v="93" actId="20577"/>
          <ac:spMkLst>
            <pc:docMk/>
            <pc:sldMk cId="3434355693" sldId="289"/>
            <ac:spMk id="2" creationId="{020708E3-9B8A-A77A-29D0-7C82DCA03CD8}"/>
          </ac:spMkLst>
        </pc:spChg>
        <pc:picChg chg="add mod">
          <ac:chgData name="Quinten Nijs" userId="S::qunijs.nijs@ugent.be::cd1862a5-40cb-4544-90dd-1458fd42678d" providerId="AD" clId="Web-{5B86BA9D-9C34-AF63-0267-EB4DAF58E21F}" dt="2025-11-12T16:14:56.658" v="85" actId="1076"/>
          <ac:picMkLst>
            <pc:docMk/>
            <pc:sldMk cId="3434355693" sldId="289"/>
            <ac:picMk id="3" creationId="{D6BB4222-3A5B-E14C-FD2B-5125A8BBAA3B}"/>
          </ac:picMkLst>
        </pc:picChg>
        <pc:picChg chg="del">
          <ac:chgData name="Quinten Nijs" userId="S::qunijs.nijs@ugent.be::cd1862a5-40cb-4544-90dd-1458fd42678d" providerId="AD" clId="Web-{5B86BA9D-9C34-AF63-0267-EB4DAF58E21F}" dt="2025-11-12T16:14:49.611" v="81"/>
          <ac:picMkLst>
            <pc:docMk/>
            <pc:sldMk cId="3434355693" sldId="289"/>
            <ac:picMk id="7" creationId="{08BDA465-7FE4-DCD0-47E5-EBC6F3BC0AE3}"/>
          </ac:picMkLst>
        </pc:picChg>
      </pc:sldChg>
      <pc:sldChg chg="addSp delSp modSp add ord replId">
        <pc:chgData name="Quinten Nijs" userId="S::qunijs.nijs@ugent.be::cd1862a5-40cb-4544-90dd-1458fd42678d" providerId="AD" clId="Web-{5B86BA9D-9C34-AF63-0267-EB4DAF58E21F}" dt="2025-11-12T16:18:39.363" v="101" actId="1076"/>
        <pc:sldMkLst>
          <pc:docMk/>
          <pc:sldMk cId="1246709345" sldId="290"/>
        </pc:sldMkLst>
        <pc:spChg chg="mod">
          <ac:chgData name="Quinten Nijs" userId="S::qunijs.nijs@ugent.be::cd1862a5-40cb-4544-90dd-1458fd42678d" providerId="AD" clId="Web-{5B86BA9D-9C34-AF63-0267-EB4DAF58E21F}" dt="2025-11-12T16:15:22.080" v="96" actId="20577"/>
          <ac:spMkLst>
            <pc:docMk/>
            <pc:sldMk cId="1246709345" sldId="290"/>
            <ac:spMk id="2" creationId="{73739F8D-EEAE-C6E7-C8B5-1DB9AD27F86C}"/>
          </ac:spMkLst>
        </pc:spChg>
        <pc:picChg chg="del">
          <ac:chgData name="Quinten Nijs" userId="S::qunijs.nijs@ugent.be::cd1862a5-40cb-4544-90dd-1458fd42678d" providerId="AD" clId="Web-{5B86BA9D-9C34-AF63-0267-EB4DAF58E21F}" dt="2025-11-12T16:18:12.456" v="97"/>
          <ac:picMkLst>
            <pc:docMk/>
            <pc:sldMk cId="1246709345" sldId="290"/>
            <ac:picMk id="3" creationId="{D91FB32C-5216-3782-7499-9DB7C51BA27B}"/>
          </ac:picMkLst>
        </pc:picChg>
        <pc:picChg chg="add mod">
          <ac:chgData name="Quinten Nijs" userId="S::qunijs.nijs@ugent.be::cd1862a5-40cb-4544-90dd-1458fd42678d" providerId="AD" clId="Web-{5B86BA9D-9C34-AF63-0267-EB4DAF58E21F}" dt="2025-11-12T16:18:39.363" v="101" actId="1076"/>
          <ac:picMkLst>
            <pc:docMk/>
            <pc:sldMk cId="1246709345" sldId="290"/>
            <ac:picMk id="4" creationId="{634A2812-03CC-452F-38D2-97F37761D177}"/>
          </ac:picMkLst>
        </pc:picChg>
      </pc:sldChg>
      <pc:sldChg chg="modSp add del replId">
        <pc:chgData name="Quinten Nijs" userId="S::qunijs.nijs@ugent.be::cd1862a5-40cb-4544-90dd-1458fd42678d" providerId="AD" clId="Web-{5B86BA9D-9C34-AF63-0267-EB4DAF58E21F}" dt="2025-11-12T16:21:23.020" v="126"/>
        <pc:sldMkLst>
          <pc:docMk/>
          <pc:sldMk cId="3172737169" sldId="291"/>
        </pc:sldMkLst>
        <pc:spChg chg="mod">
          <ac:chgData name="Quinten Nijs" userId="S::qunijs.nijs@ugent.be::cd1862a5-40cb-4544-90dd-1458fd42678d" providerId="AD" clId="Web-{5B86BA9D-9C34-AF63-0267-EB4DAF58E21F}" dt="2025-11-12T16:21:19.660" v="125" actId="20577"/>
          <ac:spMkLst>
            <pc:docMk/>
            <pc:sldMk cId="3172737169" sldId="291"/>
            <ac:spMk id="2" creationId="{AA771E68-5F42-9050-B4C0-63862CDE1769}"/>
          </ac:spMkLst>
        </pc:spChg>
      </pc:sldChg>
      <pc:sldChg chg="addSp delSp modSp add replId">
        <pc:chgData name="Quinten Nijs" userId="S::qunijs.nijs@ugent.be::cd1862a5-40cb-4544-90dd-1458fd42678d" providerId="AD" clId="Web-{5B86BA9D-9C34-AF63-0267-EB4DAF58E21F}" dt="2025-11-12T16:22:24.832" v="138" actId="1076"/>
        <pc:sldMkLst>
          <pc:docMk/>
          <pc:sldMk cId="386219396" sldId="292"/>
        </pc:sldMkLst>
        <pc:spChg chg="mod">
          <ac:chgData name="Quinten Nijs" userId="S::qunijs.nijs@ugent.be::cd1862a5-40cb-4544-90dd-1458fd42678d" providerId="AD" clId="Web-{5B86BA9D-9C34-AF63-0267-EB4DAF58E21F}" dt="2025-11-12T16:21:16.035" v="122" actId="20577"/>
          <ac:spMkLst>
            <pc:docMk/>
            <pc:sldMk cId="386219396" sldId="292"/>
            <ac:spMk id="2" creationId="{CF3A6108-7548-4F4D-13D3-85621C582118}"/>
          </ac:spMkLst>
        </pc:spChg>
        <pc:picChg chg="add mod">
          <ac:chgData name="Quinten Nijs" userId="S::qunijs.nijs@ugent.be::cd1862a5-40cb-4544-90dd-1458fd42678d" providerId="AD" clId="Web-{5B86BA9D-9C34-AF63-0267-EB4DAF58E21F}" dt="2025-11-12T16:22:24.832" v="138" actId="1076"/>
          <ac:picMkLst>
            <pc:docMk/>
            <pc:sldMk cId="386219396" sldId="292"/>
            <ac:picMk id="3" creationId="{A3C4A0EA-9EA6-3946-8E32-1943F0D73040}"/>
          </ac:picMkLst>
        </pc:picChg>
        <pc:picChg chg="del">
          <ac:chgData name="Quinten Nijs" userId="S::qunijs.nijs@ugent.be::cd1862a5-40cb-4544-90dd-1458fd42678d" providerId="AD" clId="Web-{5B86BA9D-9C34-AF63-0267-EB4DAF58E21F}" dt="2025-11-12T16:20:58.879" v="115"/>
          <ac:picMkLst>
            <pc:docMk/>
            <pc:sldMk cId="386219396" sldId="292"/>
            <ac:picMk id="4" creationId="{0349F8B3-3334-5762-6FD5-5879CCA6C90D}"/>
          </ac:picMkLst>
        </pc:picChg>
      </pc:sldChg>
      <pc:sldChg chg="modSp add replId">
        <pc:chgData name="Quinten Nijs" userId="S::qunijs.nijs@ugent.be::cd1862a5-40cb-4544-90dd-1458fd42678d" providerId="AD" clId="Web-{5B86BA9D-9C34-AF63-0267-EB4DAF58E21F}" dt="2025-11-12T16:23:19.489" v="166" actId="20577"/>
        <pc:sldMkLst>
          <pc:docMk/>
          <pc:sldMk cId="941140482" sldId="293"/>
        </pc:sldMkLst>
        <pc:spChg chg="mod">
          <ac:chgData name="Quinten Nijs" userId="S::qunijs.nijs@ugent.be::cd1862a5-40cb-4544-90dd-1458fd42678d" providerId="AD" clId="Web-{5B86BA9D-9C34-AF63-0267-EB4DAF58E21F}" dt="2025-11-12T16:23:19.489" v="166" actId="20577"/>
          <ac:spMkLst>
            <pc:docMk/>
            <pc:sldMk cId="941140482" sldId="293"/>
            <ac:spMk id="2" creationId="{416B290F-A3B0-06E7-67EC-C02BCF2D100D}"/>
          </ac:spMkLst>
        </pc:spChg>
      </pc:sldChg>
      <pc:sldChg chg="addSp delSp modSp add replId">
        <pc:chgData name="Quinten Nijs" userId="S::qunijs.nijs@ugent.be::cd1862a5-40cb-4544-90dd-1458fd42678d" providerId="AD" clId="Web-{5B86BA9D-9C34-AF63-0267-EB4DAF58E21F}" dt="2025-11-12T16:35:52.575" v="223" actId="1076"/>
        <pc:sldMkLst>
          <pc:docMk/>
          <pc:sldMk cId="3795754374" sldId="294"/>
        </pc:sldMkLst>
        <pc:spChg chg="mod">
          <ac:chgData name="Quinten Nijs" userId="S::qunijs.nijs@ugent.be::cd1862a5-40cb-4544-90dd-1458fd42678d" providerId="AD" clId="Web-{5B86BA9D-9C34-AF63-0267-EB4DAF58E21F}" dt="2025-11-12T16:35:40.231" v="217" actId="20577"/>
          <ac:spMkLst>
            <pc:docMk/>
            <pc:sldMk cId="3795754374" sldId="294"/>
            <ac:spMk id="2" creationId="{5D51A7E2-7083-C820-F26F-EC2DA33560D6}"/>
          </ac:spMkLst>
        </pc:spChg>
        <pc:picChg chg="del">
          <ac:chgData name="Quinten Nijs" userId="S::qunijs.nijs@ugent.be::cd1862a5-40cb-4544-90dd-1458fd42678d" providerId="AD" clId="Web-{5B86BA9D-9C34-AF63-0267-EB4DAF58E21F}" dt="2025-11-12T16:29:40.067" v="176"/>
          <ac:picMkLst>
            <pc:docMk/>
            <pc:sldMk cId="3795754374" sldId="294"/>
            <ac:picMk id="3" creationId="{1C763790-8041-6989-2E41-C313AA767651}"/>
          </ac:picMkLst>
        </pc:picChg>
        <pc:picChg chg="add del mod">
          <ac:chgData name="Quinten Nijs" userId="S::qunijs.nijs@ugent.be::cd1862a5-40cb-4544-90dd-1458fd42678d" providerId="AD" clId="Web-{5B86BA9D-9C34-AF63-0267-EB4DAF58E21F}" dt="2025-11-12T16:32:53.978" v="183"/>
          <ac:picMkLst>
            <pc:docMk/>
            <pc:sldMk cId="3795754374" sldId="294"/>
            <ac:picMk id="4" creationId="{920F311A-72CB-5AC0-6FB6-524188E96AE7}"/>
          </ac:picMkLst>
        </pc:picChg>
        <pc:picChg chg="add del mod">
          <ac:chgData name="Quinten Nijs" userId="S::qunijs.nijs@ugent.be::cd1862a5-40cb-4544-90dd-1458fd42678d" providerId="AD" clId="Web-{5B86BA9D-9C34-AF63-0267-EB4DAF58E21F}" dt="2025-11-12T16:35:40.966" v="218"/>
          <ac:picMkLst>
            <pc:docMk/>
            <pc:sldMk cId="3795754374" sldId="294"/>
            <ac:picMk id="5" creationId="{DE36899F-BA09-04DC-A44E-A9A6D783FE14}"/>
          </ac:picMkLst>
        </pc:picChg>
        <pc:picChg chg="add mod">
          <ac:chgData name="Quinten Nijs" userId="S::qunijs.nijs@ugent.be::cd1862a5-40cb-4544-90dd-1458fd42678d" providerId="AD" clId="Web-{5B86BA9D-9C34-AF63-0267-EB4DAF58E21F}" dt="2025-11-12T16:35:52.575" v="223" actId="1076"/>
          <ac:picMkLst>
            <pc:docMk/>
            <pc:sldMk cId="3795754374" sldId="294"/>
            <ac:picMk id="6" creationId="{9D9F9352-4D09-BA4C-9F85-74F74FBEEF80}"/>
          </ac:picMkLst>
        </pc:picChg>
      </pc:sldChg>
      <pc:sldChg chg="modSp add replId">
        <pc:chgData name="Quinten Nijs" userId="S::qunijs.nijs@ugent.be::cd1862a5-40cb-4544-90dd-1458fd42678d" providerId="AD" clId="Web-{5B86BA9D-9C34-AF63-0267-EB4DAF58E21F}" dt="2025-11-12T16:57:21.543" v="366" actId="20577"/>
        <pc:sldMkLst>
          <pc:docMk/>
          <pc:sldMk cId="855638964" sldId="295"/>
        </pc:sldMkLst>
        <pc:spChg chg="mod">
          <ac:chgData name="Quinten Nijs" userId="S::qunijs.nijs@ugent.be::cd1862a5-40cb-4544-90dd-1458fd42678d" providerId="AD" clId="Web-{5B86BA9D-9C34-AF63-0267-EB4DAF58E21F}" dt="2025-11-12T16:57:21.543" v="366" actId="20577"/>
          <ac:spMkLst>
            <pc:docMk/>
            <pc:sldMk cId="855638964" sldId="295"/>
            <ac:spMk id="3" creationId="{73CA579B-FD03-7517-3BCF-A389C1ED5FCD}"/>
          </ac:spMkLst>
        </pc:spChg>
      </pc:sldChg>
      <pc:sldChg chg="add del ord replId">
        <pc:chgData name="Quinten Nijs" userId="S::qunijs.nijs@ugent.be::cd1862a5-40cb-4544-90dd-1458fd42678d" providerId="AD" clId="Web-{5B86BA9D-9C34-AF63-0267-EB4DAF58E21F}" dt="2025-11-12T16:48:29.647" v="336"/>
        <pc:sldMkLst>
          <pc:docMk/>
          <pc:sldMk cId="1328469539" sldId="295"/>
        </pc:sldMkLst>
      </pc:sldChg>
      <pc:sldChg chg="modSp add replId">
        <pc:chgData name="Quinten Nijs" userId="S::qunijs.nijs@ugent.be::cd1862a5-40cb-4544-90dd-1458fd42678d" providerId="AD" clId="Web-{5B86BA9D-9C34-AF63-0267-EB4DAF58E21F}" dt="2025-11-12T16:57:44.058" v="375" actId="20577"/>
        <pc:sldMkLst>
          <pc:docMk/>
          <pc:sldMk cId="1676984064" sldId="296"/>
        </pc:sldMkLst>
        <pc:spChg chg="mod">
          <ac:chgData name="Quinten Nijs" userId="S::qunijs.nijs@ugent.be::cd1862a5-40cb-4544-90dd-1458fd42678d" providerId="AD" clId="Web-{5B86BA9D-9C34-AF63-0267-EB4DAF58E21F}" dt="2025-11-12T16:57:44.058" v="375" actId="20577"/>
          <ac:spMkLst>
            <pc:docMk/>
            <pc:sldMk cId="1676984064" sldId="296"/>
            <ac:spMk id="2" creationId="{07E26893-996A-293B-46CA-7C5FA1E0C9F2}"/>
          </ac:spMkLst>
        </pc:spChg>
      </pc:sldChg>
      <pc:sldChg chg="modSp add replId">
        <pc:chgData name="Quinten Nijs" userId="S::qunijs.nijs@ugent.be::cd1862a5-40cb-4544-90dd-1458fd42678d" providerId="AD" clId="Web-{5B86BA9D-9C34-AF63-0267-EB4DAF58E21F}" dt="2025-11-12T16:58:52.809" v="404" actId="20577"/>
        <pc:sldMkLst>
          <pc:docMk/>
          <pc:sldMk cId="4287068986" sldId="297"/>
        </pc:sldMkLst>
        <pc:spChg chg="mod">
          <ac:chgData name="Quinten Nijs" userId="S::qunijs.nijs@ugent.be::cd1862a5-40cb-4544-90dd-1458fd42678d" providerId="AD" clId="Web-{5B86BA9D-9C34-AF63-0267-EB4DAF58E21F}" dt="2025-11-12T16:58:15.418" v="399" actId="20577"/>
          <ac:spMkLst>
            <pc:docMk/>
            <pc:sldMk cId="4287068986" sldId="297"/>
            <ac:spMk id="2" creationId="{D4C94CF5-A49B-4DE8-9A16-B3C85F80D03B}"/>
          </ac:spMkLst>
        </pc:spChg>
        <pc:spChg chg="mod">
          <ac:chgData name="Quinten Nijs" userId="S::qunijs.nijs@ugent.be::cd1862a5-40cb-4544-90dd-1458fd42678d" providerId="AD" clId="Web-{5B86BA9D-9C34-AF63-0267-EB4DAF58E21F}" dt="2025-11-12T16:58:52.809" v="404" actId="20577"/>
          <ac:spMkLst>
            <pc:docMk/>
            <pc:sldMk cId="4287068986" sldId="297"/>
            <ac:spMk id="3" creationId="{FC9C15E5-DF9C-37B8-1B14-F35B978C3127}"/>
          </ac:spMkLst>
        </pc:spChg>
      </pc:sldChg>
      <pc:sldChg chg="modSp add replId">
        <pc:chgData name="Quinten Nijs" userId="S::qunijs.nijs@ugent.be::cd1862a5-40cb-4544-90dd-1458fd42678d" providerId="AD" clId="Web-{5B86BA9D-9C34-AF63-0267-EB4DAF58E21F}" dt="2025-11-12T17:07:06.219" v="416" actId="20577"/>
        <pc:sldMkLst>
          <pc:docMk/>
          <pc:sldMk cId="2427793309" sldId="298"/>
        </pc:sldMkLst>
        <pc:spChg chg="mod">
          <ac:chgData name="Quinten Nijs" userId="S::qunijs.nijs@ugent.be::cd1862a5-40cb-4544-90dd-1458fd42678d" providerId="AD" clId="Web-{5B86BA9D-9C34-AF63-0267-EB4DAF58E21F}" dt="2025-11-12T17:06:57.360" v="410" actId="20577"/>
          <ac:spMkLst>
            <pc:docMk/>
            <pc:sldMk cId="2427793309" sldId="298"/>
            <ac:spMk id="2" creationId="{410744D6-B978-B989-7CFD-A8AEFE0A3202}"/>
          </ac:spMkLst>
        </pc:spChg>
        <pc:spChg chg="mod">
          <ac:chgData name="Quinten Nijs" userId="S::qunijs.nijs@ugent.be::cd1862a5-40cb-4544-90dd-1458fd42678d" providerId="AD" clId="Web-{5B86BA9D-9C34-AF63-0267-EB4DAF58E21F}" dt="2025-11-12T17:07:06.219" v="416" actId="20577"/>
          <ac:spMkLst>
            <pc:docMk/>
            <pc:sldMk cId="2427793309" sldId="298"/>
            <ac:spMk id="3" creationId="{CFB83E38-2D86-9DB8-5821-13019C701AAB}"/>
          </ac:spMkLst>
        </pc:spChg>
      </pc:sldChg>
    </pc:docChg>
  </pc:docChgLst>
  <pc:docChgLst>
    <pc:chgData name="Quinten Nijs" userId="S::qunijs.nijs@ugent.be::cd1862a5-40cb-4544-90dd-1458fd42678d" providerId="AD" clId="Web-{C4D97D77-2FF4-5249-EA62-CEA4942247BC}"/>
    <pc:docChg chg="addSld delSld modSld sldOrd modSection">
      <pc:chgData name="Quinten Nijs" userId="S::qunijs.nijs@ugent.be::cd1862a5-40cb-4544-90dd-1458fd42678d" providerId="AD" clId="Web-{C4D97D77-2FF4-5249-EA62-CEA4942247BC}" dt="2025-11-12T19:37:59.469" v="1013" actId="20577"/>
      <pc:docMkLst>
        <pc:docMk/>
      </pc:docMkLst>
      <pc:sldChg chg="modSp">
        <pc:chgData name="Quinten Nijs" userId="S::qunijs.nijs@ugent.be::cd1862a5-40cb-4544-90dd-1458fd42678d" providerId="AD" clId="Web-{C4D97D77-2FF4-5249-EA62-CEA4942247BC}" dt="2025-11-12T18:08:24.468" v="3" actId="20577"/>
        <pc:sldMkLst>
          <pc:docMk/>
          <pc:sldMk cId="1902359051" sldId="273"/>
        </pc:sldMkLst>
        <pc:spChg chg="mod">
          <ac:chgData name="Quinten Nijs" userId="S::qunijs.nijs@ugent.be::cd1862a5-40cb-4544-90dd-1458fd42678d" providerId="AD" clId="Web-{C4D97D77-2FF4-5249-EA62-CEA4942247BC}" dt="2025-11-12T18:08:24.468" v="3" actId="20577"/>
          <ac:spMkLst>
            <pc:docMk/>
            <pc:sldMk cId="1902359051" sldId="273"/>
            <ac:spMk id="3" creationId="{7FEE26D9-5E51-5325-9485-94F206905B30}"/>
          </ac:spMkLst>
        </pc:spChg>
      </pc:sldChg>
      <pc:sldChg chg="del">
        <pc:chgData name="Quinten Nijs" userId="S::qunijs.nijs@ugent.be::cd1862a5-40cb-4544-90dd-1458fd42678d" providerId="AD" clId="Web-{C4D97D77-2FF4-5249-EA62-CEA4942247BC}" dt="2025-11-12T18:10:30.645" v="45"/>
        <pc:sldMkLst>
          <pc:docMk/>
          <pc:sldMk cId="3575039893" sldId="275"/>
        </pc:sldMkLst>
      </pc:sldChg>
      <pc:sldChg chg="addSp delSp modSp">
        <pc:chgData name="Quinten Nijs" userId="S::qunijs.nijs@ugent.be::cd1862a5-40cb-4544-90dd-1458fd42678d" providerId="AD" clId="Web-{C4D97D77-2FF4-5249-EA62-CEA4942247BC}" dt="2025-11-12T19:09:22.553" v="506"/>
        <pc:sldMkLst>
          <pc:docMk/>
          <pc:sldMk cId="2072403919" sldId="276"/>
        </pc:sldMkLst>
        <pc:spChg chg="del">
          <ac:chgData name="Quinten Nijs" userId="S::qunijs.nijs@ugent.be::cd1862a5-40cb-4544-90dd-1458fd42678d" providerId="AD" clId="Web-{C4D97D77-2FF4-5249-EA62-CEA4942247BC}" dt="2025-11-12T18:32:01.721" v="46"/>
          <ac:spMkLst>
            <pc:docMk/>
            <pc:sldMk cId="2072403919" sldId="276"/>
            <ac:spMk id="3" creationId="{7FEE26D9-5E51-5325-9485-94F206905B30}"/>
          </ac:spMkLst>
        </pc:spChg>
        <pc:graphicFrameChg chg="add mod ord modGraphic">
          <ac:chgData name="Quinten Nijs" userId="S::qunijs.nijs@ugent.be::cd1862a5-40cb-4544-90dd-1458fd42678d" providerId="AD" clId="Web-{C4D97D77-2FF4-5249-EA62-CEA4942247BC}" dt="2025-11-12T19:09:22.553" v="506"/>
          <ac:graphicFrameMkLst>
            <pc:docMk/>
            <pc:sldMk cId="2072403919" sldId="276"/>
            <ac:graphicFrameMk id="5" creationId="{FB666142-8823-2FF7-92D3-A3B2D91DC3BA}"/>
          </ac:graphicFrameMkLst>
        </pc:graphicFrameChg>
      </pc:sldChg>
      <pc:sldChg chg="modSp">
        <pc:chgData name="Quinten Nijs" userId="S::qunijs.nijs@ugent.be::cd1862a5-40cb-4544-90dd-1458fd42678d" providerId="AD" clId="Web-{C4D97D77-2FF4-5249-EA62-CEA4942247BC}" dt="2025-11-12T19:37:59.469" v="1013" actId="20577"/>
        <pc:sldMkLst>
          <pc:docMk/>
          <pc:sldMk cId="1974473979" sldId="277"/>
        </pc:sldMkLst>
        <pc:spChg chg="mod">
          <ac:chgData name="Quinten Nijs" userId="S::qunijs.nijs@ugent.be::cd1862a5-40cb-4544-90dd-1458fd42678d" providerId="AD" clId="Web-{C4D97D77-2FF4-5249-EA62-CEA4942247BC}" dt="2025-11-12T19:30:01.715" v="900" actId="20577"/>
          <ac:spMkLst>
            <pc:docMk/>
            <pc:sldMk cId="1974473979" sldId="277"/>
            <ac:spMk id="2" creationId="{34FF476F-A227-38A9-3358-2C28E2B90495}"/>
          </ac:spMkLst>
        </pc:spChg>
        <pc:spChg chg="mod">
          <ac:chgData name="Quinten Nijs" userId="S::qunijs.nijs@ugent.be::cd1862a5-40cb-4544-90dd-1458fd42678d" providerId="AD" clId="Web-{C4D97D77-2FF4-5249-EA62-CEA4942247BC}" dt="2025-11-12T19:37:59.469" v="1013" actId="20577"/>
          <ac:spMkLst>
            <pc:docMk/>
            <pc:sldMk cId="1974473979" sldId="277"/>
            <ac:spMk id="3" creationId="{7FEE26D9-5E51-5325-9485-94F206905B30}"/>
          </ac:spMkLst>
        </pc:spChg>
      </pc:sldChg>
      <pc:sldChg chg="del">
        <pc:chgData name="Quinten Nijs" userId="S::qunijs.nijs@ugent.be::cd1862a5-40cb-4544-90dd-1458fd42678d" providerId="AD" clId="Web-{C4D97D77-2FF4-5249-EA62-CEA4942247BC}" dt="2025-11-12T18:43:07.126" v="323"/>
        <pc:sldMkLst>
          <pc:docMk/>
          <pc:sldMk cId="4046288823" sldId="278"/>
        </pc:sldMkLst>
      </pc:sldChg>
      <pc:sldChg chg="del">
        <pc:chgData name="Quinten Nijs" userId="S::qunijs.nijs@ugent.be::cd1862a5-40cb-4544-90dd-1458fd42678d" providerId="AD" clId="Web-{C4D97D77-2FF4-5249-EA62-CEA4942247BC}" dt="2025-11-12T18:43:22.689" v="324"/>
        <pc:sldMkLst>
          <pc:docMk/>
          <pc:sldMk cId="2327946261" sldId="279"/>
        </pc:sldMkLst>
      </pc:sldChg>
      <pc:sldChg chg="del">
        <pc:chgData name="Quinten Nijs" userId="S::qunijs.nijs@ugent.be::cd1862a5-40cb-4544-90dd-1458fd42678d" providerId="AD" clId="Web-{C4D97D77-2FF4-5249-EA62-CEA4942247BC}" dt="2025-11-12T17:27:53.822" v="0"/>
        <pc:sldMkLst>
          <pc:docMk/>
          <pc:sldMk cId="855638964" sldId="295"/>
        </pc:sldMkLst>
      </pc:sldChg>
      <pc:sldChg chg="modSp">
        <pc:chgData name="Quinten Nijs" userId="S::qunijs.nijs@ugent.be::cd1862a5-40cb-4544-90dd-1458fd42678d" providerId="AD" clId="Web-{C4D97D77-2FF4-5249-EA62-CEA4942247BC}" dt="2025-11-12T18:10:24.754" v="44" actId="20577"/>
        <pc:sldMkLst>
          <pc:docMk/>
          <pc:sldMk cId="4287068986" sldId="297"/>
        </pc:sldMkLst>
        <pc:spChg chg="mod">
          <ac:chgData name="Quinten Nijs" userId="S::qunijs.nijs@ugent.be::cd1862a5-40cb-4544-90dd-1458fd42678d" providerId="AD" clId="Web-{C4D97D77-2FF4-5249-EA62-CEA4942247BC}" dt="2025-11-12T18:10:24.754" v="44" actId="20577"/>
          <ac:spMkLst>
            <pc:docMk/>
            <pc:sldMk cId="4287068986" sldId="297"/>
            <ac:spMk id="2" creationId="{D4C94CF5-A49B-4DE8-9A16-B3C85F80D03B}"/>
          </ac:spMkLst>
        </pc:spChg>
        <pc:spChg chg="mod">
          <ac:chgData name="Quinten Nijs" userId="S::qunijs.nijs@ugent.be::cd1862a5-40cb-4544-90dd-1458fd42678d" providerId="AD" clId="Web-{C4D97D77-2FF4-5249-EA62-CEA4942247BC}" dt="2025-11-12T18:10:17.457" v="38" actId="20577"/>
          <ac:spMkLst>
            <pc:docMk/>
            <pc:sldMk cId="4287068986" sldId="297"/>
            <ac:spMk id="3" creationId="{FC9C15E5-DF9C-37B8-1B14-F35B978C3127}"/>
          </ac:spMkLst>
        </pc:spChg>
      </pc:sldChg>
      <pc:sldChg chg="modSp del">
        <pc:chgData name="Quinten Nijs" userId="S::qunijs.nijs@ugent.be::cd1862a5-40cb-4544-90dd-1458fd42678d" providerId="AD" clId="Web-{C4D97D77-2FF4-5249-EA62-CEA4942247BC}" dt="2025-11-12T18:10:20.473" v="39"/>
        <pc:sldMkLst>
          <pc:docMk/>
          <pc:sldMk cId="2427793309" sldId="298"/>
        </pc:sldMkLst>
        <pc:spChg chg="mod">
          <ac:chgData name="Quinten Nijs" userId="S::qunijs.nijs@ugent.be::cd1862a5-40cb-4544-90dd-1458fd42678d" providerId="AD" clId="Web-{C4D97D77-2FF4-5249-EA62-CEA4942247BC}" dt="2025-11-12T18:09:58.628" v="16" actId="20577"/>
          <ac:spMkLst>
            <pc:docMk/>
            <pc:sldMk cId="2427793309" sldId="298"/>
            <ac:spMk id="3" creationId="{CFB83E38-2D86-9DB8-5821-13019C701AAB}"/>
          </ac:spMkLst>
        </pc:spChg>
      </pc:sldChg>
      <pc:sldChg chg="addSp delSp modSp add ord replId">
        <pc:chgData name="Quinten Nijs" userId="S::qunijs.nijs@ugent.be::cd1862a5-40cb-4544-90dd-1458fd42678d" providerId="AD" clId="Web-{C4D97D77-2FF4-5249-EA62-CEA4942247BC}" dt="2025-11-12T18:55:21.430" v="382"/>
        <pc:sldMkLst>
          <pc:docMk/>
          <pc:sldMk cId="3471710471" sldId="298"/>
        </pc:sldMkLst>
        <pc:spChg chg="mod">
          <ac:chgData name="Quinten Nijs" userId="S::qunijs.nijs@ugent.be::cd1862a5-40cb-4544-90dd-1458fd42678d" providerId="AD" clId="Web-{C4D97D77-2FF4-5249-EA62-CEA4942247BC}" dt="2025-11-12T18:52:22.911" v="327" actId="20577"/>
          <ac:spMkLst>
            <pc:docMk/>
            <pc:sldMk cId="3471710471" sldId="298"/>
            <ac:spMk id="2" creationId="{0857729D-3363-F8EA-3B3D-0EDAF0320FBA}"/>
          </ac:spMkLst>
        </pc:spChg>
        <pc:spChg chg="add mod">
          <ac:chgData name="Quinten Nijs" userId="S::qunijs.nijs@ugent.be::cd1862a5-40cb-4544-90dd-1458fd42678d" providerId="AD" clId="Web-{C4D97D77-2FF4-5249-EA62-CEA4942247BC}" dt="2025-11-12T18:54:48.133" v="378" actId="20577"/>
          <ac:spMkLst>
            <pc:docMk/>
            <pc:sldMk cId="3471710471" sldId="298"/>
            <ac:spMk id="4" creationId="{593604FF-E3A9-B542-D022-A16BD92D1825}"/>
          </ac:spMkLst>
        </pc:spChg>
        <pc:graphicFrameChg chg="del">
          <ac:chgData name="Quinten Nijs" userId="S::qunijs.nijs@ugent.be::cd1862a5-40cb-4544-90dd-1458fd42678d" providerId="AD" clId="Web-{C4D97D77-2FF4-5249-EA62-CEA4942247BC}" dt="2025-11-12T18:40:20.187" v="322"/>
          <ac:graphicFrameMkLst>
            <pc:docMk/>
            <pc:sldMk cId="3471710471" sldId="298"/>
            <ac:graphicFrameMk id="5" creationId="{5D89A342-D603-0C2C-4C48-47152DB1EA65}"/>
          </ac:graphicFrameMkLst>
        </pc:graphicFrameChg>
      </pc:sldChg>
      <pc:sldChg chg="modSp add ord replId">
        <pc:chgData name="Quinten Nijs" userId="S::qunijs.nijs@ugent.be::cd1862a5-40cb-4544-90dd-1458fd42678d" providerId="AD" clId="Web-{C4D97D77-2FF4-5249-EA62-CEA4942247BC}" dt="2025-11-12T19:29:47.106" v="898" actId="20577"/>
        <pc:sldMkLst>
          <pc:docMk/>
          <pc:sldMk cId="3166841089" sldId="299"/>
        </pc:sldMkLst>
        <pc:spChg chg="mod">
          <ac:chgData name="Quinten Nijs" userId="S::qunijs.nijs@ugent.be::cd1862a5-40cb-4544-90dd-1458fd42678d" providerId="AD" clId="Web-{C4D97D77-2FF4-5249-EA62-CEA4942247BC}" dt="2025-11-12T19:00:50.793" v="424" actId="20577"/>
          <ac:spMkLst>
            <pc:docMk/>
            <pc:sldMk cId="3166841089" sldId="299"/>
            <ac:spMk id="2" creationId="{FF53C49A-289C-02D8-3A61-E67ABDC7348F}"/>
          </ac:spMkLst>
        </pc:spChg>
        <pc:spChg chg="mod">
          <ac:chgData name="Quinten Nijs" userId="S::qunijs.nijs@ugent.be::cd1862a5-40cb-4544-90dd-1458fd42678d" providerId="AD" clId="Web-{C4D97D77-2FF4-5249-EA62-CEA4942247BC}" dt="2025-11-12T19:29:47.106" v="898" actId="20577"/>
          <ac:spMkLst>
            <pc:docMk/>
            <pc:sldMk cId="3166841089" sldId="299"/>
            <ac:spMk id="4" creationId="{0BFBE9AF-0D36-258D-0856-5E24F3C85671}"/>
          </ac:spMkLst>
        </pc:spChg>
      </pc:sldChg>
      <pc:sldChg chg="addSp delSp modSp add del replId">
        <pc:chgData name="Quinten Nijs" userId="S::qunijs.nijs@ugent.be::cd1862a5-40cb-4544-90dd-1458fd42678d" providerId="AD" clId="Web-{C4D97D77-2FF4-5249-EA62-CEA4942247BC}" dt="2025-11-12T19:29:38.824" v="897"/>
        <pc:sldMkLst>
          <pc:docMk/>
          <pc:sldMk cId="2613278511" sldId="300"/>
        </pc:sldMkLst>
        <pc:spChg chg="del">
          <ac:chgData name="Quinten Nijs" userId="S::qunijs.nijs@ugent.be::cd1862a5-40cb-4544-90dd-1458fd42678d" providerId="AD" clId="Web-{C4D97D77-2FF4-5249-EA62-CEA4942247BC}" dt="2025-11-12T19:06:54.502" v="496"/>
          <ac:spMkLst>
            <pc:docMk/>
            <pc:sldMk cId="2613278511" sldId="300"/>
            <ac:spMk id="4" creationId="{A74569E5-4E4A-157E-B565-1F9AADD0159A}"/>
          </ac:spMkLst>
        </pc:spChg>
        <pc:spChg chg="add del mod">
          <ac:chgData name="Quinten Nijs" userId="S::qunijs.nijs@ugent.be::cd1862a5-40cb-4544-90dd-1458fd42678d" providerId="AD" clId="Web-{C4D97D77-2FF4-5249-EA62-CEA4942247BC}" dt="2025-11-12T19:07:05.456" v="498"/>
          <ac:spMkLst>
            <pc:docMk/>
            <pc:sldMk cId="2613278511" sldId="300"/>
            <ac:spMk id="5" creationId="{B4EC1399-DAE4-6A8D-449B-3B5374834B7C}"/>
          </ac:spMkLst>
        </pc:spChg>
        <pc:graphicFrameChg chg="add del">
          <ac:chgData name="Quinten Nijs" userId="S::qunijs.nijs@ugent.be::cd1862a5-40cb-4544-90dd-1458fd42678d" providerId="AD" clId="Web-{C4D97D77-2FF4-5249-EA62-CEA4942247BC}" dt="2025-11-12T19:09:36.960" v="507"/>
          <ac:graphicFrameMkLst>
            <pc:docMk/>
            <pc:sldMk cId="2613278511" sldId="300"/>
            <ac:graphicFrameMk id="7" creationId="{869E5920-59E4-3D01-736F-E512DCF9101A}"/>
          </ac:graphicFrameMkLst>
        </pc:graphicFrameChg>
        <pc:graphicFrameChg chg="add mod modGraphic">
          <ac:chgData name="Quinten Nijs" userId="S::qunijs.nijs@ugent.be::cd1862a5-40cb-4544-90dd-1458fd42678d" providerId="AD" clId="Web-{C4D97D77-2FF4-5249-EA62-CEA4942247BC}" dt="2025-11-12T19:29:18.762" v="896"/>
          <ac:graphicFrameMkLst>
            <pc:docMk/>
            <pc:sldMk cId="2613278511" sldId="300"/>
            <ac:graphicFrameMk id="9" creationId="{302C0E75-8655-5917-06CC-5F891147140C}"/>
          </ac:graphicFrameMkLst>
        </pc:graphicFrameChg>
      </pc:sldChg>
    </pc:docChg>
  </pc:docChgLst>
  <pc:docChgLst>
    <pc:chgData name="Quinten Nijs" userId="S::qunijs.nijs@ugent.be::cd1862a5-40cb-4544-90dd-1458fd42678d" providerId="AD" clId="Web-{6ABF689F-85E6-D691-4114-177DB8E5DBD0}"/>
    <pc:docChg chg="addSld modSld modSection">
      <pc:chgData name="Quinten Nijs" userId="S::qunijs.nijs@ugent.be::cd1862a5-40cb-4544-90dd-1458fd42678d" providerId="AD" clId="Web-{6ABF689F-85E6-D691-4114-177DB8E5DBD0}" dt="2025-11-13T19:18:14.785" v="171"/>
      <pc:docMkLst>
        <pc:docMk/>
      </pc:docMkLst>
      <pc:sldChg chg="delSp">
        <pc:chgData name="Quinten Nijs" userId="S::qunijs.nijs@ugent.be::cd1862a5-40cb-4544-90dd-1458fd42678d" providerId="AD" clId="Web-{6ABF689F-85E6-D691-4114-177DB8E5DBD0}" dt="2025-11-13T19:18:14.785" v="171"/>
        <pc:sldMkLst>
          <pc:docMk/>
          <pc:sldMk cId="3173739258" sldId="280"/>
        </pc:sldMkLst>
        <pc:spChg chg="del">
          <ac:chgData name="Quinten Nijs" userId="S::qunijs.nijs@ugent.be::cd1862a5-40cb-4544-90dd-1458fd42678d" providerId="AD" clId="Web-{6ABF689F-85E6-D691-4114-177DB8E5DBD0}" dt="2025-11-13T19:18:14.785" v="171"/>
          <ac:spMkLst>
            <pc:docMk/>
            <pc:sldMk cId="3173739258" sldId="280"/>
            <ac:spMk id="4" creationId="{C36190C1-7642-1CDA-601A-883072EF5DC0}"/>
          </ac:spMkLst>
        </pc:spChg>
      </pc:sldChg>
      <pc:sldChg chg="modSp">
        <pc:chgData name="Quinten Nijs" userId="S::qunijs.nijs@ugent.be::cd1862a5-40cb-4544-90dd-1458fd42678d" providerId="AD" clId="Web-{6ABF689F-85E6-D691-4114-177DB8E5DBD0}" dt="2025-11-13T19:00:08.290" v="36" actId="1076"/>
        <pc:sldMkLst>
          <pc:docMk/>
          <pc:sldMk cId="2304868407" sldId="303"/>
        </pc:sldMkLst>
        <pc:picChg chg="mod">
          <ac:chgData name="Quinten Nijs" userId="S::qunijs.nijs@ugent.be::cd1862a5-40cb-4544-90dd-1458fd42678d" providerId="AD" clId="Web-{6ABF689F-85E6-D691-4114-177DB8E5DBD0}" dt="2025-11-13T19:00:08.290" v="36" actId="1076"/>
          <ac:picMkLst>
            <pc:docMk/>
            <pc:sldMk cId="2304868407" sldId="303"/>
            <ac:picMk id="6" creationId="{4995FBEC-5EFB-247A-5892-7C7E7C2F615D}"/>
          </ac:picMkLst>
        </pc:picChg>
      </pc:sldChg>
      <pc:sldChg chg="modSp new">
        <pc:chgData name="Quinten Nijs" userId="S::qunijs.nijs@ugent.be::cd1862a5-40cb-4544-90dd-1458fd42678d" providerId="AD" clId="Web-{6ABF689F-85E6-D691-4114-177DB8E5DBD0}" dt="2025-11-13T19:13:46.095" v="170" actId="20577"/>
        <pc:sldMkLst>
          <pc:docMk/>
          <pc:sldMk cId="3713567290" sldId="304"/>
        </pc:sldMkLst>
        <pc:spChg chg="mod">
          <ac:chgData name="Quinten Nijs" userId="S::qunijs.nijs@ugent.be::cd1862a5-40cb-4544-90dd-1458fd42678d" providerId="AD" clId="Web-{6ABF689F-85E6-D691-4114-177DB8E5DBD0}" dt="2025-11-13T18:38:18.152" v="2" actId="20577"/>
          <ac:spMkLst>
            <pc:docMk/>
            <pc:sldMk cId="3713567290" sldId="304"/>
            <ac:spMk id="2" creationId="{120A3311-C4E3-A395-B4E6-63C1CCD3B72B}"/>
          </ac:spMkLst>
        </pc:spChg>
        <pc:spChg chg="mod">
          <ac:chgData name="Quinten Nijs" userId="S::qunijs.nijs@ugent.be::cd1862a5-40cb-4544-90dd-1458fd42678d" providerId="AD" clId="Web-{6ABF689F-85E6-D691-4114-177DB8E5DBD0}" dt="2025-11-13T19:13:46.095" v="170" actId="20577"/>
          <ac:spMkLst>
            <pc:docMk/>
            <pc:sldMk cId="3713567290" sldId="304"/>
            <ac:spMk id="3" creationId="{D2F15BD2-44DE-8C95-EA03-DA76F526D847}"/>
          </ac:spMkLst>
        </pc:spChg>
      </pc:sldChg>
      <pc:sldChg chg="modSp new">
        <pc:chgData name="Quinten Nijs" userId="S::qunijs.nijs@ugent.be::cd1862a5-40cb-4544-90dd-1458fd42678d" providerId="AD" clId="Web-{6ABF689F-85E6-D691-4114-177DB8E5DBD0}" dt="2025-11-13T19:11:09.905" v="166" actId="20577"/>
        <pc:sldMkLst>
          <pc:docMk/>
          <pc:sldMk cId="1453636984" sldId="306"/>
        </pc:sldMkLst>
        <pc:spChg chg="mod">
          <ac:chgData name="Quinten Nijs" userId="S::qunijs.nijs@ugent.be::cd1862a5-40cb-4544-90dd-1458fd42678d" providerId="AD" clId="Web-{6ABF689F-85E6-D691-4114-177DB8E5DBD0}" dt="2025-11-13T19:06:45.293" v="49" actId="20577"/>
          <ac:spMkLst>
            <pc:docMk/>
            <pc:sldMk cId="1453636984" sldId="306"/>
            <ac:spMk id="2" creationId="{EF8E7F31-0982-37A8-4A45-DC49ED859088}"/>
          </ac:spMkLst>
        </pc:spChg>
        <pc:spChg chg="mod">
          <ac:chgData name="Quinten Nijs" userId="S::qunijs.nijs@ugent.be::cd1862a5-40cb-4544-90dd-1458fd42678d" providerId="AD" clId="Web-{6ABF689F-85E6-D691-4114-177DB8E5DBD0}" dt="2025-11-13T19:11:09.905" v="166" actId="20577"/>
          <ac:spMkLst>
            <pc:docMk/>
            <pc:sldMk cId="1453636984" sldId="306"/>
            <ac:spMk id="3" creationId="{89AB605D-DBCF-B0AC-A64B-0202F30D818A}"/>
          </ac:spMkLst>
        </pc:spChg>
      </pc:sldChg>
    </pc:docChg>
  </pc:docChgLst>
  <pc:docChgLst>
    <pc:chgData name="Quinten Nijs" userId="S::qunijs.nijs@ugent.be::cd1862a5-40cb-4544-90dd-1458fd42678d" providerId="AD" clId="Web-{A212358C-29E5-6B93-02EA-DE3FBD4E7FB0}"/>
    <pc:docChg chg="modSld">
      <pc:chgData name="Quinten Nijs" userId="S::qunijs.nijs@ugent.be::cd1862a5-40cb-4544-90dd-1458fd42678d" providerId="AD" clId="Web-{A212358C-29E5-6B93-02EA-DE3FBD4E7FB0}" dt="2025-11-12T21:00:39.030" v="54" actId="20577"/>
      <pc:docMkLst>
        <pc:docMk/>
      </pc:docMkLst>
      <pc:sldChg chg="modSp">
        <pc:chgData name="Quinten Nijs" userId="S::qunijs.nijs@ugent.be::cd1862a5-40cb-4544-90dd-1458fd42678d" providerId="AD" clId="Web-{A212358C-29E5-6B93-02EA-DE3FBD4E7FB0}" dt="2025-11-12T21:00:39.030" v="54" actId="20577"/>
        <pc:sldMkLst>
          <pc:docMk/>
          <pc:sldMk cId="3166841089" sldId="299"/>
        </pc:sldMkLst>
        <pc:spChg chg="mod">
          <ac:chgData name="Quinten Nijs" userId="S::qunijs.nijs@ugent.be::cd1862a5-40cb-4544-90dd-1458fd42678d" providerId="AD" clId="Web-{A212358C-29E5-6B93-02EA-DE3FBD4E7FB0}" dt="2025-11-12T21:00:39.030" v="54" actId="20577"/>
          <ac:spMkLst>
            <pc:docMk/>
            <pc:sldMk cId="3166841089" sldId="299"/>
            <ac:spMk id="2" creationId="{FF53C49A-289C-02D8-3A61-E67ABDC7348F}"/>
          </ac:spMkLst>
        </pc:spChg>
        <pc:graphicFrameChg chg="mod">
          <ac:chgData name="Quinten Nijs" userId="S::qunijs.nijs@ugent.be::cd1862a5-40cb-4544-90dd-1458fd42678d" providerId="AD" clId="Web-{A212358C-29E5-6B93-02EA-DE3FBD4E7FB0}" dt="2025-11-12T20:56:41.996" v="1" actId="1076"/>
          <ac:graphicFrameMkLst>
            <pc:docMk/>
            <pc:sldMk cId="3166841089" sldId="299"/>
            <ac:graphicFrameMk id="7" creationId="{D647829A-5EDF-1BB1-F264-2DA32C6F79A7}"/>
          </ac:graphicFrameMkLst>
        </pc:graphicFrameChg>
      </pc:sldChg>
    </pc:docChg>
  </pc:docChgLst>
  <pc:docChgLst>
    <pc:chgData name="Quinten Nijs" userId="S::qunijs.nijs@ugent.be::cd1862a5-40cb-4544-90dd-1458fd42678d" providerId="AD" clId="Web-{EFA1E144-D205-D7E5-9DEF-908927FAEE5F}"/>
    <pc:docChg chg="delSld modSld modSection">
      <pc:chgData name="Quinten Nijs" userId="S::qunijs.nijs@ugent.be::cd1862a5-40cb-4544-90dd-1458fd42678d" providerId="AD" clId="Web-{EFA1E144-D205-D7E5-9DEF-908927FAEE5F}" dt="2025-11-13T09:45:36.971" v="76" actId="1076"/>
      <pc:docMkLst>
        <pc:docMk/>
      </pc:docMkLst>
      <pc:sldChg chg="addSp delSp modSp">
        <pc:chgData name="Quinten Nijs" userId="S::qunijs.nijs@ugent.be::cd1862a5-40cb-4544-90dd-1458fd42678d" providerId="AD" clId="Web-{EFA1E144-D205-D7E5-9DEF-908927FAEE5F}" dt="2025-11-13T09:45:36.971" v="76" actId="1076"/>
        <pc:sldMkLst>
          <pc:docMk/>
          <pc:sldMk cId="3173739258" sldId="280"/>
        </pc:sldMkLst>
        <pc:spChg chg="mod">
          <ac:chgData name="Quinten Nijs" userId="S::qunijs.nijs@ugent.be::cd1862a5-40cb-4544-90dd-1458fd42678d" providerId="AD" clId="Web-{EFA1E144-D205-D7E5-9DEF-908927FAEE5F}" dt="2025-11-13T09:43:58.127" v="71" actId="1076"/>
          <ac:spMkLst>
            <pc:docMk/>
            <pc:sldMk cId="3173739258" sldId="280"/>
            <ac:spMk id="3" creationId="{7FEE26D9-5E51-5325-9485-94F206905B30}"/>
          </ac:spMkLst>
        </pc:spChg>
        <pc:spChg chg="add mod">
          <ac:chgData name="Quinten Nijs" userId="S::qunijs.nijs@ugent.be::cd1862a5-40cb-4544-90dd-1458fd42678d" providerId="AD" clId="Web-{EFA1E144-D205-D7E5-9DEF-908927FAEE5F}" dt="2025-11-13T09:45:36.971" v="76" actId="1076"/>
          <ac:spMkLst>
            <pc:docMk/>
            <pc:sldMk cId="3173739258" sldId="280"/>
            <ac:spMk id="4" creationId="{C36190C1-7642-1CDA-601A-883072EF5DC0}"/>
          </ac:spMkLst>
        </pc:spChg>
        <pc:picChg chg="add del mod">
          <ac:chgData name="Quinten Nijs" userId="S::qunijs.nijs@ugent.be::cd1862a5-40cb-4544-90dd-1458fd42678d" providerId="AD" clId="Web-{EFA1E144-D205-D7E5-9DEF-908927FAEE5F}" dt="2025-11-13T09:45:22.924" v="75"/>
          <ac:picMkLst>
            <pc:docMk/>
            <pc:sldMk cId="3173739258" sldId="280"/>
            <ac:picMk id="5" creationId="{319DC088-6C04-F115-B393-A2F4A2821B77}"/>
          </ac:picMkLst>
        </pc:picChg>
      </pc:sldChg>
      <pc:sldChg chg="del">
        <pc:chgData name="Quinten Nijs" userId="S::qunijs.nijs@ugent.be::cd1862a5-40cb-4544-90dd-1458fd42678d" providerId="AD" clId="Web-{EFA1E144-D205-D7E5-9DEF-908927FAEE5F}" dt="2025-11-13T09:38:39.561" v="0"/>
        <pc:sldMkLst>
          <pc:docMk/>
          <pc:sldMk cId="1617978347" sldId="304"/>
        </pc:sldMkLst>
      </pc:sldChg>
    </pc:docChg>
  </pc:docChgLst>
  <pc:docChgLst>
    <pc:chgData name="William Pieters" userId="a9b9ab66-149f-4d9a-8b21-d8f75a2d0ce5" providerId="ADAL" clId="{45F6BF1E-021F-4BC1-ADCC-72380ED9CE64}"/>
    <pc:docChg chg="undo custSel addSld delSld modSld sldOrd modSection">
      <pc:chgData name="William Pieters" userId="a9b9ab66-149f-4d9a-8b21-d8f75a2d0ce5" providerId="ADAL" clId="{45F6BF1E-021F-4BC1-ADCC-72380ED9CE64}" dt="2025-11-13T18:59:22.694" v="1142" actId="5793"/>
      <pc:docMkLst>
        <pc:docMk/>
      </pc:docMkLst>
      <pc:sldChg chg="modSp mod">
        <pc:chgData name="William Pieters" userId="a9b9ab66-149f-4d9a-8b21-d8f75a2d0ce5" providerId="ADAL" clId="{45F6BF1E-021F-4BC1-ADCC-72380ED9CE64}" dt="2025-11-12T21:31:03.378" v="1060" actId="20577"/>
        <pc:sldMkLst>
          <pc:docMk/>
          <pc:sldMk cId="1902359051" sldId="273"/>
        </pc:sldMkLst>
        <pc:spChg chg="mod">
          <ac:chgData name="William Pieters" userId="a9b9ab66-149f-4d9a-8b21-d8f75a2d0ce5" providerId="ADAL" clId="{45F6BF1E-021F-4BC1-ADCC-72380ED9CE64}" dt="2025-11-12T21:31:03.378" v="1060" actId="20577"/>
          <ac:spMkLst>
            <pc:docMk/>
            <pc:sldMk cId="1902359051" sldId="273"/>
            <ac:spMk id="3" creationId="{7FEE26D9-5E51-5325-9485-94F206905B30}"/>
          </ac:spMkLst>
        </pc:spChg>
      </pc:sldChg>
      <pc:sldChg chg="modSp mod ord">
        <pc:chgData name="William Pieters" userId="a9b9ab66-149f-4d9a-8b21-d8f75a2d0ce5" providerId="ADAL" clId="{45F6BF1E-021F-4BC1-ADCC-72380ED9CE64}" dt="2025-11-12T21:33:42.895" v="1067"/>
        <pc:sldMkLst>
          <pc:docMk/>
          <pc:sldMk cId="415415236" sldId="274"/>
        </pc:sldMkLst>
        <pc:spChg chg="mod">
          <ac:chgData name="William Pieters" userId="a9b9ab66-149f-4d9a-8b21-d8f75a2d0ce5" providerId="ADAL" clId="{45F6BF1E-021F-4BC1-ADCC-72380ED9CE64}" dt="2025-11-12T21:33:11.168" v="1065" actId="108"/>
          <ac:spMkLst>
            <pc:docMk/>
            <pc:sldMk cId="415415236" sldId="274"/>
            <ac:spMk id="2" creationId="{34FF476F-A227-38A9-3358-2C28E2B90495}"/>
          </ac:spMkLst>
        </pc:spChg>
      </pc:sldChg>
      <pc:sldChg chg="modSp mod">
        <pc:chgData name="William Pieters" userId="a9b9ab66-149f-4d9a-8b21-d8f75a2d0ce5" providerId="ADAL" clId="{45F6BF1E-021F-4BC1-ADCC-72380ED9CE64}" dt="2025-11-12T21:01:49.093" v="740" actId="12385"/>
        <pc:sldMkLst>
          <pc:docMk/>
          <pc:sldMk cId="2072403919" sldId="276"/>
        </pc:sldMkLst>
        <pc:graphicFrameChg chg="modGraphic">
          <ac:chgData name="William Pieters" userId="a9b9ab66-149f-4d9a-8b21-d8f75a2d0ce5" providerId="ADAL" clId="{45F6BF1E-021F-4BC1-ADCC-72380ED9CE64}" dt="2025-11-12T21:01:49.093" v="740" actId="12385"/>
          <ac:graphicFrameMkLst>
            <pc:docMk/>
            <pc:sldMk cId="2072403919" sldId="276"/>
            <ac:graphicFrameMk id="5" creationId="{FB666142-8823-2FF7-92D3-A3B2D91DC3BA}"/>
          </ac:graphicFrameMkLst>
        </pc:graphicFrameChg>
      </pc:sldChg>
      <pc:sldChg chg="addSp delSp modSp mod modClrScheme chgLayout">
        <pc:chgData name="William Pieters" userId="a9b9ab66-149f-4d9a-8b21-d8f75a2d0ce5" providerId="ADAL" clId="{45F6BF1E-021F-4BC1-ADCC-72380ED9CE64}" dt="2025-11-12T20:40:27.819" v="283" actId="27636"/>
        <pc:sldMkLst>
          <pc:docMk/>
          <pc:sldMk cId="1974473979" sldId="277"/>
        </pc:sldMkLst>
        <pc:spChg chg="mod">
          <ac:chgData name="William Pieters" userId="a9b9ab66-149f-4d9a-8b21-d8f75a2d0ce5" providerId="ADAL" clId="{45F6BF1E-021F-4BC1-ADCC-72380ED9CE64}" dt="2025-11-12T20:40:27.819" v="283" actId="27636"/>
          <ac:spMkLst>
            <pc:docMk/>
            <pc:sldMk cId="1974473979" sldId="277"/>
            <ac:spMk id="2" creationId="{34FF476F-A227-38A9-3358-2C28E2B90495}"/>
          </ac:spMkLst>
        </pc:spChg>
        <pc:spChg chg="del mod">
          <ac:chgData name="William Pieters" userId="a9b9ab66-149f-4d9a-8b21-d8f75a2d0ce5" providerId="ADAL" clId="{45F6BF1E-021F-4BC1-ADCC-72380ED9CE64}" dt="2025-11-12T20:36:51.054" v="250" actId="26606"/>
          <ac:spMkLst>
            <pc:docMk/>
            <pc:sldMk cId="1974473979" sldId="277"/>
            <ac:spMk id="3" creationId="{7FEE26D9-5E51-5325-9485-94F206905B30}"/>
          </ac:spMkLst>
        </pc:spChg>
        <pc:spChg chg="add del mod">
          <ac:chgData name="William Pieters" userId="a9b9ab66-149f-4d9a-8b21-d8f75a2d0ce5" providerId="ADAL" clId="{45F6BF1E-021F-4BC1-ADCC-72380ED9CE64}" dt="2025-11-12T20:37:32.288" v="252"/>
          <ac:spMkLst>
            <pc:docMk/>
            <pc:sldMk cId="1974473979" sldId="277"/>
            <ac:spMk id="4" creationId="{CEE1185E-0BEF-9EA4-C69F-51EEBC479DDA}"/>
          </ac:spMkLst>
        </pc:spChg>
        <pc:spChg chg="add del mod">
          <ac:chgData name="William Pieters" userId="a9b9ab66-149f-4d9a-8b21-d8f75a2d0ce5" providerId="ADAL" clId="{45F6BF1E-021F-4BC1-ADCC-72380ED9CE64}" dt="2025-11-12T20:37:41.072" v="253"/>
          <ac:spMkLst>
            <pc:docMk/>
            <pc:sldMk cId="1974473979" sldId="277"/>
            <ac:spMk id="6" creationId="{966E0212-C611-B604-368D-6162F2C1862C}"/>
          </ac:spMkLst>
        </pc:spChg>
        <pc:spChg chg="add del mod">
          <ac:chgData name="William Pieters" userId="a9b9ab66-149f-4d9a-8b21-d8f75a2d0ce5" providerId="ADAL" clId="{45F6BF1E-021F-4BC1-ADCC-72380ED9CE64}" dt="2025-11-12T20:37:42.310" v="254"/>
          <ac:spMkLst>
            <pc:docMk/>
            <pc:sldMk cId="1974473979" sldId="277"/>
            <ac:spMk id="7" creationId="{FE25ECB3-FA2C-291B-0F7C-BBD995DF45CD}"/>
          </ac:spMkLst>
        </pc:spChg>
        <pc:spChg chg="add del mod">
          <ac:chgData name="William Pieters" userId="a9b9ab66-149f-4d9a-8b21-d8f75a2d0ce5" providerId="ADAL" clId="{45F6BF1E-021F-4BC1-ADCC-72380ED9CE64}" dt="2025-11-12T20:38:55.182" v="270" actId="478"/>
          <ac:spMkLst>
            <pc:docMk/>
            <pc:sldMk cId="1974473979" sldId="277"/>
            <ac:spMk id="8" creationId="{B2979208-930C-9CCA-BB03-1A6A30C35F13}"/>
          </ac:spMkLst>
        </pc:spChg>
        <pc:spChg chg="add del mod">
          <ac:chgData name="William Pieters" userId="a9b9ab66-149f-4d9a-8b21-d8f75a2d0ce5" providerId="ADAL" clId="{45F6BF1E-021F-4BC1-ADCC-72380ED9CE64}" dt="2025-11-12T20:37:25.257" v="251"/>
          <ac:spMkLst>
            <pc:docMk/>
            <pc:sldMk cId="1974473979" sldId="277"/>
            <ac:spMk id="9" creationId="{C966FEA3-185A-B2BB-4874-E1B8A0ED26EC}"/>
          </ac:spMkLst>
        </pc:spChg>
        <pc:graphicFrameChg chg="add mod modGraphic">
          <ac:chgData name="William Pieters" userId="a9b9ab66-149f-4d9a-8b21-d8f75a2d0ce5" providerId="ADAL" clId="{45F6BF1E-021F-4BC1-ADCC-72380ED9CE64}" dt="2025-11-12T20:39:52.453" v="277" actId="207"/>
          <ac:graphicFrameMkLst>
            <pc:docMk/>
            <pc:sldMk cId="1974473979" sldId="277"/>
            <ac:graphicFrameMk id="5" creationId="{BCF69D2B-24B5-F8FB-4D33-BAAF129A67BE}"/>
          </ac:graphicFrameMkLst>
        </pc:graphicFrameChg>
        <pc:picChg chg="add mod modCrop">
          <ac:chgData name="William Pieters" userId="a9b9ab66-149f-4d9a-8b21-d8f75a2d0ce5" providerId="ADAL" clId="{45F6BF1E-021F-4BC1-ADCC-72380ED9CE64}" dt="2025-11-12T20:38:49.947" v="269" actId="1076"/>
          <ac:picMkLst>
            <pc:docMk/>
            <pc:sldMk cId="1974473979" sldId="277"/>
            <ac:picMk id="11" creationId="{E959D278-AA3F-F4AC-3774-999EC10C41B7}"/>
          </ac:picMkLst>
        </pc:picChg>
      </pc:sldChg>
      <pc:sldChg chg="addSp delSp modSp mod">
        <pc:chgData name="William Pieters" userId="a9b9ab66-149f-4d9a-8b21-d8f75a2d0ce5" providerId="ADAL" clId="{45F6BF1E-021F-4BC1-ADCC-72380ED9CE64}" dt="2025-11-12T21:22:48.076" v="982" actId="403"/>
        <pc:sldMkLst>
          <pc:docMk/>
          <pc:sldMk cId="3173739258" sldId="280"/>
        </pc:sldMkLst>
        <pc:spChg chg="mod">
          <ac:chgData name="William Pieters" userId="a9b9ab66-149f-4d9a-8b21-d8f75a2d0ce5" providerId="ADAL" clId="{45F6BF1E-021F-4BC1-ADCC-72380ED9CE64}" dt="2025-11-12T21:22:48.076" v="982" actId="403"/>
          <ac:spMkLst>
            <pc:docMk/>
            <pc:sldMk cId="3173739258" sldId="280"/>
            <ac:spMk id="3" creationId="{7FEE26D9-5E51-5325-9485-94F206905B30}"/>
          </ac:spMkLst>
        </pc:spChg>
        <pc:spChg chg="add del mod">
          <ac:chgData name="William Pieters" userId="a9b9ab66-149f-4d9a-8b21-d8f75a2d0ce5" providerId="ADAL" clId="{45F6BF1E-021F-4BC1-ADCC-72380ED9CE64}" dt="2025-11-12T21:10:49.821" v="839" actId="478"/>
          <ac:spMkLst>
            <pc:docMk/>
            <pc:sldMk cId="3173739258" sldId="280"/>
            <ac:spMk id="4" creationId="{8BF7067D-2B4D-FCFF-0520-647F7DDDCC9A}"/>
          </ac:spMkLst>
        </pc:spChg>
      </pc:sldChg>
      <pc:sldChg chg="delSp modSp mod">
        <pc:chgData name="William Pieters" userId="a9b9ab66-149f-4d9a-8b21-d8f75a2d0ce5" providerId="ADAL" clId="{45F6BF1E-021F-4BC1-ADCC-72380ED9CE64}" dt="2025-11-12T21:41:42.578" v="1073" actId="242"/>
        <pc:sldMkLst>
          <pc:docMk/>
          <pc:sldMk cId="2619909699" sldId="282"/>
        </pc:sldMkLst>
        <pc:spChg chg="mod">
          <ac:chgData name="William Pieters" userId="a9b9ab66-149f-4d9a-8b21-d8f75a2d0ce5" providerId="ADAL" clId="{45F6BF1E-021F-4BC1-ADCC-72380ED9CE64}" dt="2025-11-12T21:41:42.578" v="1073" actId="242"/>
          <ac:spMkLst>
            <pc:docMk/>
            <pc:sldMk cId="2619909699" sldId="282"/>
            <ac:spMk id="2" creationId="{BD0A85F7-5B72-68D5-FA97-F7BFF81DD1F9}"/>
          </ac:spMkLst>
        </pc:spChg>
        <pc:spChg chg="del">
          <ac:chgData name="William Pieters" userId="a9b9ab66-149f-4d9a-8b21-d8f75a2d0ce5" providerId="ADAL" clId="{45F6BF1E-021F-4BC1-ADCC-72380ED9CE64}" dt="2025-11-12T21:41:37.949" v="1072" actId="478"/>
          <ac:spMkLst>
            <pc:docMk/>
            <pc:sldMk cId="2619909699" sldId="282"/>
            <ac:spMk id="3" creationId="{51AA4C73-28A5-3107-74E0-1A3BED259DB8}"/>
          </ac:spMkLst>
        </pc:spChg>
      </pc:sldChg>
      <pc:sldChg chg="delSp modSp mod">
        <pc:chgData name="William Pieters" userId="a9b9ab66-149f-4d9a-8b21-d8f75a2d0ce5" providerId="ADAL" clId="{45F6BF1E-021F-4BC1-ADCC-72380ED9CE64}" dt="2025-11-12T21:30:01.911" v="1034" actId="478"/>
        <pc:sldMkLst>
          <pc:docMk/>
          <pc:sldMk cId="941140482" sldId="293"/>
        </pc:sldMkLst>
        <pc:spChg chg="mod">
          <ac:chgData name="William Pieters" userId="a9b9ab66-149f-4d9a-8b21-d8f75a2d0ce5" providerId="ADAL" clId="{45F6BF1E-021F-4BC1-ADCC-72380ED9CE64}" dt="2025-11-12T21:29:56.991" v="1033" actId="122"/>
          <ac:spMkLst>
            <pc:docMk/>
            <pc:sldMk cId="941140482" sldId="293"/>
            <ac:spMk id="2" creationId="{416B290F-A3B0-06E7-67EC-C02BCF2D100D}"/>
          </ac:spMkLst>
        </pc:spChg>
        <pc:spChg chg="del">
          <ac:chgData name="William Pieters" userId="a9b9ab66-149f-4d9a-8b21-d8f75a2d0ce5" providerId="ADAL" clId="{45F6BF1E-021F-4BC1-ADCC-72380ED9CE64}" dt="2025-11-12T21:30:01.911" v="1034" actId="478"/>
          <ac:spMkLst>
            <pc:docMk/>
            <pc:sldMk cId="941140482" sldId="293"/>
            <ac:spMk id="3" creationId="{FE448FB7-2763-844F-2B34-D7CAFBBDEE17}"/>
          </ac:spMkLst>
        </pc:spChg>
      </pc:sldChg>
      <pc:sldChg chg="modSp mod">
        <pc:chgData name="William Pieters" userId="a9b9ab66-149f-4d9a-8b21-d8f75a2d0ce5" providerId="ADAL" clId="{45F6BF1E-021F-4BC1-ADCC-72380ED9CE64}" dt="2025-11-12T20:54:52.848" v="672" actId="113"/>
        <pc:sldMkLst>
          <pc:docMk/>
          <pc:sldMk cId="4287068986" sldId="297"/>
        </pc:sldMkLst>
        <pc:spChg chg="mod">
          <ac:chgData name="William Pieters" userId="a9b9ab66-149f-4d9a-8b21-d8f75a2d0ce5" providerId="ADAL" clId="{45F6BF1E-021F-4BC1-ADCC-72380ED9CE64}" dt="2025-11-12T20:54:52.848" v="672" actId="113"/>
          <ac:spMkLst>
            <pc:docMk/>
            <pc:sldMk cId="4287068986" sldId="297"/>
            <ac:spMk id="3" creationId="{FC9C15E5-DF9C-37B8-1B14-F35B978C3127}"/>
          </ac:spMkLst>
        </pc:spChg>
      </pc:sldChg>
      <pc:sldChg chg="ord">
        <pc:chgData name="William Pieters" userId="a9b9ab66-149f-4d9a-8b21-d8f75a2d0ce5" providerId="ADAL" clId="{45F6BF1E-021F-4BC1-ADCC-72380ED9CE64}" dt="2025-11-12T21:33:50.634" v="1069"/>
        <pc:sldMkLst>
          <pc:docMk/>
          <pc:sldMk cId="3471710471" sldId="298"/>
        </pc:sldMkLst>
      </pc:sldChg>
      <pc:sldChg chg="addSp delSp modSp del mod">
        <pc:chgData name="William Pieters" userId="a9b9ab66-149f-4d9a-8b21-d8f75a2d0ce5" providerId="ADAL" clId="{45F6BF1E-021F-4BC1-ADCC-72380ED9CE64}" dt="2025-11-12T21:01:01.956" v="737" actId="47"/>
        <pc:sldMkLst>
          <pc:docMk/>
          <pc:sldMk cId="3166841089" sldId="299"/>
        </pc:sldMkLst>
        <pc:spChg chg="mod">
          <ac:chgData name="William Pieters" userId="a9b9ab66-149f-4d9a-8b21-d8f75a2d0ce5" providerId="ADAL" clId="{45F6BF1E-021F-4BC1-ADCC-72380ED9CE64}" dt="2025-11-12T20:57:58.152" v="735" actId="20577"/>
          <ac:spMkLst>
            <pc:docMk/>
            <pc:sldMk cId="3166841089" sldId="299"/>
            <ac:spMk id="2" creationId="{FF53C49A-289C-02D8-3A61-E67ABDC7348F}"/>
          </ac:spMkLst>
        </pc:spChg>
        <pc:spChg chg="add del mod">
          <ac:chgData name="William Pieters" userId="a9b9ab66-149f-4d9a-8b21-d8f75a2d0ce5" providerId="ADAL" clId="{45F6BF1E-021F-4BC1-ADCC-72380ED9CE64}" dt="2025-11-12T20:30:40.369" v="95" actId="26606"/>
          <ac:spMkLst>
            <pc:docMk/>
            <pc:sldMk cId="3166841089" sldId="299"/>
            <ac:spMk id="4" creationId="{0BFBE9AF-0D36-258D-0856-5E24F3C85671}"/>
          </ac:spMkLst>
        </pc:spChg>
        <pc:graphicFrameChg chg="add del">
          <ac:chgData name="William Pieters" userId="a9b9ab66-149f-4d9a-8b21-d8f75a2d0ce5" providerId="ADAL" clId="{45F6BF1E-021F-4BC1-ADCC-72380ED9CE64}" dt="2025-11-12T20:28:13.187" v="1" actId="26606"/>
          <ac:graphicFrameMkLst>
            <pc:docMk/>
            <pc:sldMk cId="3166841089" sldId="299"/>
            <ac:graphicFrameMk id="6" creationId="{7DF97A2E-8155-7FFE-FC49-DF15926470A0}"/>
          </ac:graphicFrameMkLst>
        </pc:graphicFrameChg>
        <pc:graphicFrameChg chg="add mod modGraphic">
          <ac:chgData name="William Pieters" userId="a9b9ab66-149f-4d9a-8b21-d8f75a2d0ce5" providerId="ADAL" clId="{45F6BF1E-021F-4BC1-ADCC-72380ED9CE64}" dt="2025-11-12T20:57:10.063" v="673"/>
          <ac:graphicFrameMkLst>
            <pc:docMk/>
            <pc:sldMk cId="3166841089" sldId="299"/>
            <ac:graphicFrameMk id="7" creationId="{D647829A-5EDF-1BB1-F264-2DA32C6F79A7}"/>
          </ac:graphicFrameMkLst>
        </pc:graphicFrameChg>
      </pc:sldChg>
      <pc:sldChg chg="addSp modSp add mod modClrScheme chgLayout modNotesTx">
        <pc:chgData name="William Pieters" userId="a9b9ab66-149f-4d9a-8b21-d8f75a2d0ce5" providerId="ADAL" clId="{45F6BF1E-021F-4BC1-ADCC-72380ED9CE64}" dt="2025-11-12T21:33:01.923" v="1061" actId="108"/>
        <pc:sldMkLst>
          <pc:docMk/>
          <pc:sldMk cId="476039415" sldId="300"/>
        </pc:sldMkLst>
        <pc:spChg chg="mod">
          <ac:chgData name="William Pieters" userId="a9b9ab66-149f-4d9a-8b21-d8f75a2d0ce5" providerId="ADAL" clId="{45F6BF1E-021F-4BC1-ADCC-72380ED9CE64}" dt="2025-11-12T21:33:01.923" v="1061" actId="108"/>
          <ac:spMkLst>
            <pc:docMk/>
            <pc:sldMk cId="476039415" sldId="300"/>
            <ac:spMk id="2" creationId="{0F9C93B5-1B48-95AA-42F2-D500E3C61FC8}"/>
          </ac:spMkLst>
        </pc:spChg>
        <pc:spChg chg="mod ord">
          <ac:chgData name="William Pieters" userId="a9b9ab66-149f-4d9a-8b21-d8f75a2d0ce5" providerId="ADAL" clId="{45F6BF1E-021F-4BC1-ADCC-72380ED9CE64}" dt="2025-11-12T20:52:53.645" v="637" actId="20577"/>
          <ac:spMkLst>
            <pc:docMk/>
            <pc:sldMk cId="476039415" sldId="300"/>
            <ac:spMk id="3" creationId="{E8751E0F-F531-D17E-7AAD-E2C42EA67B26}"/>
          </ac:spMkLst>
        </pc:spChg>
        <pc:picChg chg="add mod">
          <ac:chgData name="William Pieters" userId="a9b9ab66-149f-4d9a-8b21-d8f75a2d0ce5" providerId="ADAL" clId="{45F6BF1E-021F-4BC1-ADCC-72380ED9CE64}" dt="2025-11-12T20:46:19.956" v="424" actId="14100"/>
          <ac:picMkLst>
            <pc:docMk/>
            <pc:sldMk cId="476039415" sldId="300"/>
            <ac:picMk id="2050" creationId="{7DE5A55F-25C4-D08C-9BD7-224D33545305}"/>
          </ac:picMkLst>
        </pc:picChg>
      </pc:sldChg>
      <pc:sldChg chg="addSp delSp modSp add mod modNotesTx">
        <pc:chgData name="William Pieters" userId="a9b9ab66-149f-4d9a-8b21-d8f75a2d0ce5" providerId="ADAL" clId="{45F6BF1E-021F-4BC1-ADCC-72380ED9CE64}" dt="2025-11-12T21:33:04.704" v="1062" actId="108"/>
        <pc:sldMkLst>
          <pc:docMk/>
          <pc:sldMk cId="557053179" sldId="301"/>
        </pc:sldMkLst>
        <pc:spChg chg="mod">
          <ac:chgData name="William Pieters" userId="a9b9ab66-149f-4d9a-8b21-d8f75a2d0ce5" providerId="ADAL" clId="{45F6BF1E-021F-4BC1-ADCC-72380ED9CE64}" dt="2025-11-12T21:33:04.704" v="1062" actId="108"/>
          <ac:spMkLst>
            <pc:docMk/>
            <pc:sldMk cId="557053179" sldId="301"/>
            <ac:spMk id="2" creationId="{851E798F-BB7B-39AB-C616-B1CCA2E06A6E}"/>
          </ac:spMkLst>
        </pc:spChg>
        <pc:spChg chg="mod">
          <ac:chgData name="William Pieters" userId="a9b9ab66-149f-4d9a-8b21-d8f75a2d0ce5" providerId="ADAL" clId="{45F6BF1E-021F-4BC1-ADCC-72380ED9CE64}" dt="2025-11-12T20:50:00.213" v="562" actId="113"/>
          <ac:spMkLst>
            <pc:docMk/>
            <pc:sldMk cId="557053179" sldId="301"/>
            <ac:spMk id="3" creationId="{675FC991-5172-05AF-CC06-D31D50A9810E}"/>
          </ac:spMkLst>
        </pc:spChg>
        <pc:picChg chg="del mod">
          <ac:chgData name="William Pieters" userId="a9b9ab66-149f-4d9a-8b21-d8f75a2d0ce5" providerId="ADAL" clId="{45F6BF1E-021F-4BC1-ADCC-72380ED9CE64}" dt="2025-11-12T20:47:09.053" v="431" actId="478"/>
          <ac:picMkLst>
            <pc:docMk/>
            <pc:sldMk cId="557053179" sldId="301"/>
            <ac:picMk id="2050" creationId="{CFE8EB75-597B-82FE-BBAB-F5AD4749C0B8}"/>
          </ac:picMkLst>
        </pc:picChg>
        <pc:picChg chg="add mod">
          <ac:chgData name="William Pieters" userId="a9b9ab66-149f-4d9a-8b21-d8f75a2d0ce5" providerId="ADAL" clId="{45F6BF1E-021F-4BC1-ADCC-72380ED9CE64}" dt="2025-11-12T20:47:33.279" v="437" actId="1076"/>
          <ac:picMkLst>
            <pc:docMk/>
            <pc:sldMk cId="557053179" sldId="301"/>
            <ac:picMk id="3074" creationId="{CCB3756B-8320-733B-C5A4-8285168A26E0}"/>
          </ac:picMkLst>
        </pc:picChg>
      </pc:sldChg>
      <pc:sldChg chg="addSp delSp modSp add mod modNotesTx">
        <pc:chgData name="William Pieters" userId="a9b9ab66-149f-4d9a-8b21-d8f75a2d0ce5" providerId="ADAL" clId="{45F6BF1E-021F-4BC1-ADCC-72380ED9CE64}" dt="2025-11-12T21:33:06.132" v="1063" actId="108"/>
        <pc:sldMkLst>
          <pc:docMk/>
          <pc:sldMk cId="879735276" sldId="302"/>
        </pc:sldMkLst>
        <pc:spChg chg="mod">
          <ac:chgData name="William Pieters" userId="a9b9ab66-149f-4d9a-8b21-d8f75a2d0ce5" providerId="ADAL" clId="{45F6BF1E-021F-4BC1-ADCC-72380ED9CE64}" dt="2025-11-12T21:33:06.132" v="1063" actId="108"/>
          <ac:spMkLst>
            <pc:docMk/>
            <pc:sldMk cId="879735276" sldId="302"/>
            <ac:spMk id="2" creationId="{4E552B14-6AB8-D38C-F231-C2B677BF59BC}"/>
          </ac:spMkLst>
        </pc:spChg>
        <pc:spChg chg="mod">
          <ac:chgData name="William Pieters" userId="a9b9ab66-149f-4d9a-8b21-d8f75a2d0ce5" providerId="ADAL" clId="{45F6BF1E-021F-4BC1-ADCC-72380ED9CE64}" dt="2025-11-12T20:52:03.982" v="610" actId="20577"/>
          <ac:spMkLst>
            <pc:docMk/>
            <pc:sldMk cId="879735276" sldId="302"/>
            <ac:spMk id="3" creationId="{E47FD244-245F-4808-B84A-7005AA772A33}"/>
          </ac:spMkLst>
        </pc:spChg>
        <pc:picChg chg="del">
          <ac:chgData name="William Pieters" userId="a9b9ab66-149f-4d9a-8b21-d8f75a2d0ce5" providerId="ADAL" clId="{45F6BF1E-021F-4BC1-ADCC-72380ED9CE64}" dt="2025-11-12T20:50:54.978" v="566" actId="478"/>
          <ac:picMkLst>
            <pc:docMk/>
            <pc:sldMk cId="879735276" sldId="302"/>
            <ac:picMk id="3074" creationId="{D7433632-0347-3E0E-147F-68951F85E21F}"/>
          </ac:picMkLst>
        </pc:picChg>
        <pc:picChg chg="add mod">
          <ac:chgData name="William Pieters" userId="a9b9ab66-149f-4d9a-8b21-d8f75a2d0ce5" providerId="ADAL" clId="{45F6BF1E-021F-4BC1-ADCC-72380ED9CE64}" dt="2025-11-12T20:51:17.056" v="571" actId="1076"/>
          <ac:picMkLst>
            <pc:docMk/>
            <pc:sldMk cId="879735276" sldId="302"/>
            <ac:picMk id="4098" creationId="{66665D61-697C-EA0C-790C-DFDBFD60A361}"/>
          </ac:picMkLst>
        </pc:picChg>
      </pc:sldChg>
      <pc:sldChg chg="addSp delSp modSp add mod">
        <pc:chgData name="William Pieters" userId="a9b9ab66-149f-4d9a-8b21-d8f75a2d0ce5" providerId="ADAL" clId="{45F6BF1E-021F-4BC1-ADCC-72380ED9CE64}" dt="2025-11-12T21:22:04.720" v="972" actId="29295"/>
        <pc:sldMkLst>
          <pc:docMk/>
          <pc:sldMk cId="2304868407" sldId="303"/>
        </pc:sldMkLst>
        <pc:graphicFrameChg chg="mod modGraphic">
          <ac:chgData name="William Pieters" userId="a9b9ab66-149f-4d9a-8b21-d8f75a2d0ce5" providerId="ADAL" clId="{45F6BF1E-021F-4BC1-ADCC-72380ED9CE64}" dt="2025-11-12T21:19:39.654" v="961" actId="122"/>
          <ac:graphicFrameMkLst>
            <pc:docMk/>
            <pc:sldMk cId="2304868407" sldId="303"/>
            <ac:graphicFrameMk id="7" creationId="{D647829A-5EDF-1BB1-F264-2DA32C6F79A7}"/>
          </ac:graphicFrameMkLst>
        </pc:graphicFrameChg>
        <pc:picChg chg="add del mod">
          <ac:chgData name="William Pieters" userId="a9b9ab66-149f-4d9a-8b21-d8f75a2d0ce5" providerId="ADAL" clId="{45F6BF1E-021F-4BC1-ADCC-72380ED9CE64}" dt="2025-11-12T21:18:10.057" v="895" actId="478"/>
          <ac:picMkLst>
            <pc:docMk/>
            <pc:sldMk cId="2304868407" sldId="303"/>
            <ac:picMk id="4" creationId="{FA365AC8-D11E-E96C-B785-9D439E498FC0}"/>
          </ac:picMkLst>
        </pc:picChg>
        <pc:picChg chg="add mod">
          <ac:chgData name="William Pieters" userId="a9b9ab66-149f-4d9a-8b21-d8f75a2d0ce5" providerId="ADAL" clId="{45F6BF1E-021F-4BC1-ADCC-72380ED9CE64}" dt="2025-11-12T21:22:04.720" v="972" actId="29295"/>
          <ac:picMkLst>
            <pc:docMk/>
            <pc:sldMk cId="2304868407" sldId="303"/>
            <ac:picMk id="6" creationId="{4995FBEC-5EFB-247A-5892-7C7E7C2F615D}"/>
          </ac:picMkLst>
        </pc:picChg>
      </pc:sldChg>
      <pc:sldChg chg="new del">
        <pc:chgData name="William Pieters" userId="a9b9ab66-149f-4d9a-8b21-d8f75a2d0ce5" providerId="ADAL" clId="{45F6BF1E-021F-4BC1-ADCC-72380ED9CE64}" dt="2025-11-12T21:23:14.802" v="984" actId="47"/>
        <pc:sldMkLst>
          <pc:docMk/>
          <pc:sldMk cId="602533688" sldId="304"/>
        </pc:sldMkLst>
      </pc:sldChg>
      <pc:sldChg chg="addSp delSp modSp add mod ord">
        <pc:chgData name="William Pieters" userId="a9b9ab66-149f-4d9a-8b21-d8f75a2d0ce5" providerId="ADAL" clId="{45F6BF1E-021F-4BC1-ADCC-72380ED9CE64}" dt="2025-11-12T21:28:58.797" v="1031" actId="1076"/>
        <pc:sldMkLst>
          <pc:docMk/>
          <pc:sldMk cId="1617978347" sldId="304"/>
        </pc:sldMkLst>
        <pc:spChg chg="mod">
          <ac:chgData name="William Pieters" userId="a9b9ab66-149f-4d9a-8b21-d8f75a2d0ce5" providerId="ADAL" clId="{45F6BF1E-021F-4BC1-ADCC-72380ED9CE64}" dt="2025-11-12T21:23:34.312" v="1010" actId="20577"/>
          <ac:spMkLst>
            <pc:docMk/>
            <pc:sldMk cId="1617978347" sldId="304"/>
            <ac:spMk id="2" creationId="{10F0F1CD-8CBE-581D-BE1D-72C3C0D1B5FE}"/>
          </ac:spMkLst>
        </pc:spChg>
        <pc:spChg chg="add del mod">
          <ac:chgData name="William Pieters" userId="a9b9ab66-149f-4d9a-8b21-d8f75a2d0ce5" providerId="ADAL" clId="{45F6BF1E-021F-4BC1-ADCC-72380ED9CE64}" dt="2025-11-12T21:25:20.464" v="1015" actId="478"/>
          <ac:spMkLst>
            <pc:docMk/>
            <pc:sldMk cId="1617978347" sldId="304"/>
            <ac:spMk id="4" creationId="{64813A59-8305-CB2C-503B-786315994CBF}"/>
          </ac:spMkLst>
        </pc:spChg>
        <pc:graphicFrameChg chg="del">
          <ac:chgData name="William Pieters" userId="a9b9ab66-149f-4d9a-8b21-d8f75a2d0ce5" providerId="ADAL" clId="{45F6BF1E-021F-4BC1-ADCC-72380ED9CE64}" dt="2025-11-12T21:23:36.973" v="1011" actId="478"/>
          <ac:graphicFrameMkLst>
            <pc:docMk/>
            <pc:sldMk cId="1617978347" sldId="304"/>
            <ac:graphicFrameMk id="5" creationId="{6C897CD3-D2D1-E646-06C7-93B37B2D3587}"/>
          </ac:graphicFrameMkLst>
        </pc:graphicFrameChg>
        <pc:picChg chg="add mod">
          <ac:chgData name="William Pieters" userId="a9b9ab66-149f-4d9a-8b21-d8f75a2d0ce5" providerId="ADAL" clId="{45F6BF1E-021F-4BC1-ADCC-72380ED9CE64}" dt="2025-11-12T21:28:58.797" v="1031" actId="1076"/>
          <ac:picMkLst>
            <pc:docMk/>
            <pc:sldMk cId="1617978347" sldId="304"/>
            <ac:picMk id="7" creationId="{A5117C55-FF2F-6F75-5DA4-5E165D90762A}"/>
          </ac:picMkLst>
        </pc:picChg>
        <pc:picChg chg="add mod modCrop">
          <ac:chgData name="William Pieters" userId="a9b9ab66-149f-4d9a-8b21-d8f75a2d0ce5" providerId="ADAL" clId="{45F6BF1E-021F-4BC1-ADCC-72380ED9CE64}" dt="2025-11-12T21:28:58.797" v="1031" actId="1076"/>
          <ac:picMkLst>
            <pc:docMk/>
            <pc:sldMk cId="1617978347" sldId="304"/>
            <ac:picMk id="9" creationId="{D2BA2815-03C2-4DDC-C4EC-C90BE09ABA4D}"/>
          </ac:picMkLst>
        </pc:picChg>
        <pc:picChg chg="add mod">
          <ac:chgData name="William Pieters" userId="a9b9ab66-149f-4d9a-8b21-d8f75a2d0ce5" providerId="ADAL" clId="{45F6BF1E-021F-4BC1-ADCC-72380ED9CE64}" dt="2025-11-12T21:28:58.797" v="1031" actId="1076"/>
          <ac:picMkLst>
            <pc:docMk/>
            <pc:sldMk cId="1617978347" sldId="304"/>
            <ac:picMk id="11" creationId="{7927936A-BB71-AE60-A818-4043FB98349A}"/>
          </ac:picMkLst>
        </pc:picChg>
        <pc:picChg chg="add mod">
          <ac:chgData name="William Pieters" userId="a9b9ab66-149f-4d9a-8b21-d8f75a2d0ce5" providerId="ADAL" clId="{45F6BF1E-021F-4BC1-ADCC-72380ED9CE64}" dt="2025-11-12T21:28:35.144" v="1025" actId="571"/>
          <ac:picMkLst>
            <pc:docMk/>
            <pc:sldMk cId="1617978347" sldId="304"/>
            <ac:picMk id="12" creationId="{ECB69DD1-846D-612F-B5A7-74ECCBEE4CF5}"/>
          </ac:picMkLst>
        </pc:picChg>
        <pc:picChg chg="add mod">
          <ac:chgData name="William Pieters" userId="a9b9ab66-149f-4d9a-8b21-d8f75a2d0ce5" providerId="ADAL" clId="{45F6BF1E-021F-4BC1-ADCC-72380ED9CE64}" dt="2025-11-12T21:28:35.144" v="1025" actId="571"/>
          <ac:picMkLst>
            <pc:docMk/>
            <pc:sldMk cId="1617978347" sldId="304"/>
            <ac:picMk id="13" creationId="{B8165032-5251-7E54-0B85-CD6A09CEBB93}"/>
          </ac:picMkLst>
        </pc:picChg>
        <pc:picChg chg="add mod">
          <ac:chgData name="William Pieters" userId="a9b9ab66-149f-4d9a-8b21-d8f75a2d0ce5" providerId="ADAL" clId="{45F6BF1E-021F-4BC1-ADCC-72380ED9CE64}" dt="2025-11-12T21:28:35.144" v="1025" actId="571"/>
          <ac:picMkLst>
            <pc:docMk/>
            <pc:sldMk cId="1617978347" sldId="304"/>
            <ac:picMk id="14" creationId="{98B68957-C821-2A51-A78E-358C872E848A}"/>
          </ac:picMkLst>
        </pc:picChg>
      </pc:sldChg>
      <pc:sldChg chg="addSp modSp add mod">
        <pc:chgData name="William Pieters" userId="a9b9ab66-149f-4d9a-8b21-d8f75a2d0ce5" providerId="ADAL" clId="{45F6BF1E-021F-4BC1-ADCC-72380ED9CE64}" dt="2025-11-13T18:59:22.694" v="1142" actId="5793"/>
        <pc:sldMkLst>
          <pc:docMk/>
          <pc:sldMk cId="3744005381" sldId="305"/>
        </pc:sldMkLst>
        <pc:spChg chg="mod">
          <ac:chgData name="William Pieters" userId="a9b9ab66-149f-4d9a-8b21-d8f75a2d0ce5" providerId="ADAL" clId="{45F6BF1E-021F-4BC1-ADCC-72380ED9CE64}" dt="2025-11-13T18:56:14.673" v="1089" actId="20577"/>
          <ac:spMkLst>
            <pc:docMk/>
            <pc:sldMk cId="3744005381" sldId="305"/>
            <ac:spMk id="2" creationId="{639C1D97-35F6-9623-A796-96AFCA23E64C}"/>
          </ac:spMkLst>
        </pc:spChg>
        <pc:spChg chg="add">
          <ac:chgData name="William Pieters" userId="a9b9ab66-149f-4d9a-8b21-d8f75a2d0ce5" providerId="ADAL" clId="{45F6BF1E-021F-4BC1-ADCC-72380ED9CE64}" dt="2025-11-13T18:56:54.251" v="1115"/>
          <ac:spMkLst>
            <pc:docMk/>
            <pc:sldMk cId="3744005381" sldId="305"/>
            <ac:spMk id="3" creationId="{64A45928-DC08-0472-0A35-124A62542142}"/>
          </ac:spMkLst>
        </pc:spChg>
        <pc:spChg chg="mod">
          <ac:chgData name="William Pieters" userId="a9b9ab66-149f-4d9a-8b21-d8f75a2d0ce5" providerId="ADAL" clId="{45F6BF1E-021F-4BC1-ADCC-72380ED9CE64}" dt="2025-11-13T18:59:22.694" v="1142" actId="5793"/>
          <ac:spMkLst>
            <pc:docMk/>
            <pc:sldMk cId="3744005381" sldId="305"/>
            <ac:spMk id="4" creationId="{13D3E756-E222-4764-0CFA-455A13D24EE4}"/>
          </ac:spMkLst>
        </pc:spChg>
        <pc:spChg chg="add">
          <ac:chgData name="William Pieters" userId="a9b9ab66-149f-4d9a-8b21-d8f75a2d0ce5" providerId="ADAL" clId="{45F6BF1E-021F-4BC1-ADCC-72380ED9CE64}" dt="2025-11-13T18:56:57.371" v="1116"/>
          <ac:spMkLst>
            <pc:docMk/>
            <pc:sldMk cId="3744005381" sldId="305"/>
            <ac:spMk id="5" creationId="{D936FB7B-9DBE-821D-90F6-3CB80245E9D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74D78D-6E16-4912-9A0E-DB199AC177C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7835CE7-3B3B-408A-A5F3-F73C9E689B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Profitability</a:t>
          </a:r>
        </a:p>
      </dgm:t>
    </dgm:pt>
    <dgm:pt modelId="{DD0F00AA-725E-442A-B13D-F35A4F42F557}" type="parTrans" cxnId="{6CD5ED55-491C-4E3D-8636-E42AA090FD92}">
      <dgm:prSet/>
      <dgm:spPr/>
      <dgm:t>
        <a:bodyPr/>
        <a:lstStyle/>
        <a:p>
          <a:endParaRPr lang="en-US"/>
        </a:p>
      </dgm:t>
    </dgm:pt>
    <dgm:pt modelId="{B0009F97-567B-437C-BABC-781DC2A68AD8}" type="sibTrans" cxnId="{6CD5ED55-491C-4E3D-8636-E42AA090FD92}">
      <dgm:prSet/>
      <dgm:spPr/>
      <dgm:t>
        <a:bodyPr/>
        <a:lstStyle/>
        <a:p>
          <a:endParaRPr lang="en-US"/>
        </a:p>
      </dgm:t>
    </dgm:pt>
    <dgm:pt modelId="{B1950BC5-5465-489E-B70D-BA80B0F4A812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/>
            <a:t>ROE: </a:t>
          </a:r>
          <a:r>
            <a:rPr lang="en-US" b="1"/>
            <a:t>14%</a:t>
          </a:r>
        </a:p>
      </dgm:t>
    </dgm:pt>
    <dgm:pt modelId="{21A56D1B-6CE9-4C61-B283-B698C55ED8AF}" type="parTrans" cxnId="{F7EA1B16-0A7A-4887-A426-FF4D2C10183A}">
      <dgm:prSet/>
      <dgm:spPr/>
      <dgm:t>
        <a:bodyPr/>
        <a:lstStyle/>
        <a:p>
          <a:endParaRPr lang="en-US"/>
        </a:p>
      </dgm:t>
    </dgm:pt>
    <dgm:pt modelId="{1E332156-D892-4248-8F19-3EDBBDE41F9E}" type="sibTrans" cxnId="{F7EA1B16-0A7A-4887-A426-FF4D2C10183A}">
      <dgm:prSet/>
      <dgm:spPr/>
      <dgm:t>
        <a:bodyPr/>
        <a:lstStyle/>
        <a:p>
          <a:endParaRPr lang="en-US"/>
        </a:p>
      </dgm:t>
    </dgm:pt>
    <dgm:pt modelId="{6BBC1FF3-2E4A-40F6-A2F9-DACAFDFB725A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/>
            <a:t>ROIC:</a:t>
          </a:r>
          <a:r>
            <a:rPr lang="en-US" b="1"/>
            <a:t>13,9%</a:t>
          </a:r>
        </a:p>
      </dgm:t>
    </dgm:pt>
    <dgm:pt modelId="{6A7C014D-F76F-44D4-A14B-F6AFC06E23C8}" type="parTrans" cxnId="{01ECC74C-6060-4E86-B86B-9CEFE86F3C4F}">
      <dgm:prSet/>
      <dgm:spPr/>
      <dgm:t>
        <a:bodyPr/>
        <a:lstStyle/>
        <a:p>
          <a:endParaRPr lang="en-US"/>
        </a:p>
      </dgm:t>
    </dgm:pt>
    <dgm:pt modelId="{C94D604A-2DE7-4765-8338-2E75559C2BAC}" type="sibTrans" cxnId="{01ECC74C-6060-4E86-B86B-9CEFE86F3C4F}">
      <dgm:prSet/>
      <dgm:spPr/>
      <dgm:t>
        <a:bodyPr/>
        <a:lstStyle/>
        <a:p>
          <a:endParaRPr lang="en-US"/>
        </a:p>
      </dgm:t>
    </dgm:pt>
    <dgm:pt modelId="{F6911EFF-7C5E-4E5D-9B2F-45FCF3A5D581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/>
            <a:t>EBITDA-margin: </a:t>
          </a:r>
          <a:r>
            <a:rPr lang="en-US" b="1"/>
            <a:t>62%</a:t>
          </a:r>
        </a:p>
      </dgm:t>
    </dgm:pt>
    <dgm:pt modelId="{565E611E-DCEF-4784-9F69-29FA7433C3E5}" type="parTrans" cxnId="{00F35BA7-C1E7-4421-AE1C-1BF094E59C4C}">
      <dgm:prSet/>
      <dgm:spPr/>
      <dgm:t>
        <a:bodyPr/>
        <a:lstStyle/>
        <a:p>
          <a:endParaRPr lang="en-US"/>
        </a:p>
      </dgm:t>
    </dgm:pt>
    <dgm:pt modelId="{BE60E099-6F9D-491A-A2EF-2EF270745165}" type="sibTrans" cxnId="{00F35BA7-C1E7-4421-AE1C-1BF094E59C4C}">
      <dgm:prSet/>
      <dgm:spPr/>
      <dgm:t>
        <a:bodyPr/>
        <a:lstStyle/>
        <a:p>
          <a:endParaRPr lang="en-US"/>
        </a:p>
      </dgm:t>
    </dgm:pt>
    <dgm:pt modelId="{A25D3A22-1607-4F28-953A-E780ABC6B0EA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/>
            <a:t>Liquidity</a:t>
          </a:r>
        </a:p>
      </dgm:t>
    </dgm:pt>
    <dgm:pt modelId="{752F2B78-F062-43DA-A263-73D0826CC48D}" type="parTrans" cxnId="{DA9336F4-4CD6-4C33-9556-50BC69A5934A}">
      <dgm:prSet/>
      <dgm:spPr/>
      <dgm:t>
        <a:bodyPr/>
        <a:lstStyle/>
        <a:p>
          <a:endParaRPr lang="en-US"/>
        </a:p>
      </dgm:t>
    </dgm:pt>
    <dgm:pt modelId="{92B57BC1-ABCD-48CF-970C-62F224E46026}" type="sibTrans" cxnId="{DA9336F4-4CD6-4C33-9556-50BC69A5934A}">
      <dgm:prSet/>
      <dgm:spPr/>
      <dgm:t>
        <a:bodyPr/>
        <a:lstStyle/>
        <a:p>
          <a:endParaRPr lang="en-US"/>
        </a:p>
      </dgm:t>
    </dgm:pt>
    <dgm:pt modelId="{A444702C-A999-44E1-9A81-21A9FEA79609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/>
            <a:t>Current ratio: </a:t>
          </a:r>
          <a:r>
            <a:rPr lang="en-US" b="1"/>
            <a:t>1,72</a:t>
          </a:r>
        </a:p>
      </dgm:t>
    </dgm:pt>
    <dgm:pt modelId="{DBFEC48A-7E71-4705-AF47-47A13C80F478}" type="parTrans" cxnId="{F6345FD5-2D85-4EB8-949D-ADF5B15C59CE}">
      <dgm:prSet/>
      <dgm:spPr/>
      <dgm:t>
        <a:bodyPr/>
        <a:lstStyle/>
        <a:p>
          <a:endParaRPr lang="en-US"/>
        </a:p>
      </dgm:t>
    </dgm:pt>
    <dgm:pt modelId="{CDF7E87B-8654-4060-98C3-B4618F4D16EA}" type="sibTrans" cxnId="{F6345FD5-2D85-4EB8-949D-ADF5B15C59CE}">
      <dgm:prSet/>
      <dgm:spPr/>
      <dgm:t>
        <a:bodyPr/>
        <a:lstStyle/>
        <a:p>
          <a:endParaRPr lang="en-US"/>
        </a:p>
      </dgm:t>
    </dgm:pt>
    <dgm:pt modelId="{153B7266-4B71-4523-B369-B143CF0FB72F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/>
            <a:t>Quick ratio: </a:t>
          </a:r>
          <a:r>
            <a:rPr lang="en-US" b="1"/>
            <a:t>1,33</a:t>
          </a:r>
        </a:p>
      </dgm:t>
    </dgm:pt>
    <dgm:pt modelId="{0C804189-AEAA-4E81-84CF-46AAD0C13D81}" type="parTrans" cxnId="{44F9A4B1-6D16-4FCE-930C-1800A04FF8D8}">
      <dgm:prSet/>
      <dgm:spPr/>
      <dgm:t>
        <a:bodyPr/>
        <a:lstStyle/>
        <a:p>
          <a:endParaRPr lang="en-US"/>
        </a:p>
      </dgm:t>
    </dgm:pt>
    <dgm:pt modelId="{931676B3-9FA6-4EE7-9D09-72425F7574B0}" type="sibTrans" cxnId="{44F9A4B1-6D16-4FCE-930C-1800A04FF8D8}">
      <dgm:prSet/>
      <dgm:spPr/>
      <dgm:t>
        <a:bodyPr/>
        <a:lstStyle/>
        <a:p>
          <a:endParaRPr lang="en-US"/>
        </a:p>
      </dgm:t>
    </dgm:pt>
    <dgm:pt modelId="{73EE8DB3-AA78-4762-9D55-119E53B860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Solvency</a:t>
          </a:r>
        </a:p>
      </dgm:t>
    </dgm:pt>
    <dgm:pt modelId="{17CD89E0-342D-43A2-9272-7ADD57391F3B}" type="parTrans" cxnId="{DFF7B94C-DF41-4B48-8110-DD6A3CF0D300}">
      <dgm:prSet/>
      <dgm:spPr/>
      <dgm:t>
        <a:bodyPr/>
        <a:lstStyle/>
        <a:p>
          <a:endParaRPr lang="en-US"/>
        </a:p>
      </dgm:t>
    </dgm:pt>
    <dgm:pt modelId="{9E657A2E-52D3-4D15-8BD6-8C83F045B6CC}" type="sibTrans" cxnId="{DFF7B94C-DF41-4B48-8110-DD6A3CF0D300}">
      <dgm:prSet/>
      <dgm:spPr/>
      <dgm:t>
        <a:bodyPr/>
        <a:lstStyle/>
        <a:p>
          <a:endParaRPr lang="en-US"/>
        </a:p>
      </dgm:t>
    </dgm:pt>
    <dgm:pt modelId="{06413DFC-D09E-459C-A707-B0272A1CD4E5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/>
            <a:t>Debt to equity: </a:t>
          </a:r>
          <a:r>
            <a:rPr lang="en-US" b="1"/>
            <a:t>0,07</a:t>
          </a:r>
        </a:p>
      </dgm:t>
    </dgm:pt>
    <dgm:pt modelId="{B4CA7B9B-81B7-43BF-98AF-1E57CE9D6131}" type="parTrans" cxnId="{04A9C20D-E8B6-4DE2-BCCE-26927607F3B3}">
      <dgm:prSet/>
      <dgm:spPr/>
      <dgm:t>
        <a:bodyPr/>
        <a:lstStyle/>
        <a:p>
          <a:endParaRPr lang="en-US"/>
        </a:p>
      </dgm:t>
    </dgm:pt>
    <dgm:pt modelId="{EC01DED1-4FE2-48D3-A042-395EDBEB602A}" type="sibTrans" cxnId="{04A9C20D-E8B6-4DE2-BCCE-26927607F3B3}">
      <dgm:prSet/>
      <dgm:spPr/>
      <dgm:t>
        <a:bodyPr/>
        <a:lstStyle/>
        <a:p>
          <a:endParaRPr lang="en-US"/>
        </a:p>
      </dgm:t>
    </dgm:pt>
    <dgm:pt modelId="{BE49D55D-032F-4125-BA72-3260944372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Shareholder return</a:t>
          </a:r>
        </a:p>
      </dgm:t>
    </dgm:pt>
    <dgm:pt modelId="{578C3160-6F8A-4B53-8CF2-3B3CD607EEC9}" type="parTrans" cxnId="{347D9491-1587-4AFB-996C-4F5EAADDA2A5}">
      <dgm:prSet/>
      <dgm:spPr/>
      <dgm:t>
        <a:bodyPr/>
        <a:lstStyle/>
        <a:p>
          <a:endParaRPr lang="en-US"/>
        </a:p>
      </dgm:t>
    </dgm:pt>
    <dgm:pt modelId="{C67A23F5-C221-4BE1-A8E2-809E357CEC90}" type="sibTrans" cxnId="{347D9491-1587-4AFB-996C-4F5EAADDA2A5}">
      <dgm:prSet/>
      <dgm:spPr/>
      <dgm:t>
        <a:bodyPr/>
        <a:lstStyle/>
        <a:p>
          <a:endParaRPr lang="en-US"/>
        </a:p>
      </dgm:t>
    </dgm:pt>
    <dgm:pt modelId="{DCD3DA0B-69E9-4EBF-A9F5-C4BC959A7227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600" kern="1200"/>
            <a:t>TSR 5Y: </a:t>
          </a:r>
          <a:r>
            <a:rPr lang="en-US" sz="1600" kern="1200">
              <a:solidFill>
                <a:srgbClr val="00B050"/>
              </a:solidFill>
            </a:rPr>
            <a:t>+</a:t>
          </a:r>
          <a:r>
            <a:rPr lang="en-US" sz="1600" b="1" kern="1200">
              <a:solidFill>
                <a:srgbClr val="00B050"/>
              </a:solidFill>
            </a:rPr>
            <a:t>313,2%</a:t>
          </a:r>
          <a:br>
            <a:rPr lang="en-US" sz="1600" kern="1200">
              <a:solidFill>
                <a:srgbClr val="00B050"/>
              </a:solidFill>
            </a:rPr>
          </a:br>
          <a:r>
            <a:rPr lang="en-US" sz="1600" kern="1200"/>
            <a:t>TSR 10Y: </a:t>
          </a:r>
          <a:r>
            <a:rPr lang="en-US" sz="1600" kern="1200">
              <a:solidFill>
                <a:srgbClr val="00B050"/>
              </a:solidFill>
            </a:rPr>
            <a:t>+</a:t>
          </a:r>
          <a:r>
            <a:rPr lang="en-US" sz="1600" b="1" kern="1200">
              <a:solidFill>
                <a:srgbClr val="00B050"/>
              </a:solidFill>
            </a:rPr>
            <a:t>883,9%</a:t>
          </a:r>
          <a:br>
            <a:rPr lang="en-US" sz="1600" b="1" kern="1200">
              <a:solidFill>
                <a:srgbClr val="00B050"/>
              </a:solidFill>
            </a:rPr>
          </a:br>
          <a:r>
            <a:rPr lang="en-US" sz="1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TSR CAGR%: </a:t>
          </a:r>
          <a:r>
            <a:rPr lang="en-US" sz="1600" b="1" kern="1200">
              <a:solidFill>
                <a:srgbClr val="00B050"/>
              </a:solidFill>
              <a:latin typeface="Aptos" panose="02110004020202020204"/>
              <a:ea typeface="+mn-ea"/>
              <a:cs typeface="+mn-cs"/>
            </a:rPr>
            <a:t>+3</a:t>
          </a:r>
          <a:r>
            <a:rPr lang="en-BE" sz="1600" b="1" kern="1200">
              <a:solidFill>
                <a:srgbClr val="00B050"/>
              </a:solidFill>
              <a:latin typeface="Aptos" panose="02110004020202020204"/>
              <a:ea typeface="+mn-ea"/>
              <a:cs typeface="+mn-cs"/>
            </a:rPr>
            <a:t>4,8%</a:t>
          </a:r>
          <a:endParaRPr lang="en-US" sz="1600" b="1" kern="1200">
            <a:solidFill>
              <a:srgbClr val="00B050"/>
            </a:solidFill>
            <a:latin typeface="Aptos" panose="02110004020202020204"/>
            <a:ea typeface="+mn-ea"/>
            <a:cs typeface="+mn-cs"/>
          </a:endParaRPr>
        </a:p>
      </dgm:t>
    </dgm:pt>
    <dgm:pt modelId="{EFCCCE39-9428-43A6-AF12-32F726830F40}" type="parTrans" cxnId="{5131C970-33CE-49D8-B7B6-6AFC62FC3A85}">
      <dgm:prSet/>
      <dgm:spPr/>
      <dgm:t>
        <a:bodyPr/>
        <a:lstStyle/>
        <a:p>
          <a:endParaRPr lang="en-US"/>
        </a:p>
      </dgm:t>
    </dgm:pt>
    <dgm:pt modelId="{942A126A-EFB2-4FEA-8DAF-D99000E2989D}" type="sibTrans" cxnId="{5131C970-33CE-49D8-B7B6-6AFC62FC3A85}">
      <dgm:prSet/>
      <dgm:spPr/>
      <dgm:t>
        <a:bodyPr/>
        <a:lstStyle/>
        <a:p>
          <a:endParaRPr lang="en-US"/>
        </a:p>
      </dgm:t>
    </dgm:pt>
    <dgm:pt modelId="{A15304C2-0C0A-4569-A1A6-06F9D16D58E3}" type="pres">
      <dgm:prSet presAssocID="{4B74D78D-6E16-4912-9A0E-DB199AC177C3}" presName="root" presStyleCnt="0">
        <dgm:presLayoutVars>
          <dgm:dir/>
          <dgm:resizeHandles val="exact"/>
        </dgm:presLayoutVars>
      </dgm:prSet>
      <dgm:spPr/>
    </dgm:pt>
    <dgm:pt modelId="{CDC70D7E-DFCC-4B36-B6BE-AC70069EEB24}" type="pres">
      <dgm:prSet presAssocID="{C7835CE7-3B3B-408A-A5F3-F73C9E689B2F}" presName="compNode" presStyleCnt="0"/>
      <dgm:spPr/>
    </dgm:pt>
    <dgm:pt modelId="{E16262DB-7D38-4DC0-AEF5-E52DBD741889}" type="pres">
      <dgm:prSet presAssocID="{C7835CE7-3B3B-408A-A5F3-F73C9E689B2F}" presName="iconRect" presStyleLbl="node1" presStyleIdx="0" presStyleCnt="4" custLinFactX="312" custLinFactNeighborX="100000" custLinFactNeighborY="5927"/>
      <dgm:spPr>
        <a:blipFill>
          <a:blip xmlns:r="http://schemas.openxmlformats.org/officeDocument/2006/relationships" r:embed="rId1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FC0797D-A1B0-4883-BD6E-F5F0B955770B}" type="pres">
      <dgm:prSet presAssocID="{C7835CE7-3B3B-408A-A5F3-F73C9E689B2F}" presName="iconSpace" presStyleCnt="0"/>
      <dgm:spPr/>
    </dgm:pt>
    <dgm:pt modelId="{F0DC9427-C589-40AF-97ED-D6BF0C93E83D}" type="pres">
      <dgm:prSet presAssocID="{C7835CE7-3B3B-408A-A5F3-F73C9E689B2F}" presName="parTx" presStyleLbl="revTx" presStyleIdx="0" presStyleCnt="8" custLinFactNeighborX="21496" custLinFactNeighborY="16719">
        <dgm:presLayoutVars>
          <dgm:chMax val="0"/>
          <dgm:chPref val="0"/>
        </dgm:presLayoutVars>
      </dgm:prSet>
      <dgm:spPr/>
    </dgm:pt>
    <dgm:pt modelId="{126E7875-364C-413A-B300-A771C0F4F202}" type="pres">
      <dgm:prSet presAssocID="{C7835CE7-3B3B-408A-A5F3-F73C9E689B2F}" presName="txSpace" presStyleCnt="0"/>
      <dgm:spPr/>
    </dgm:pt>
    <dgm:pt modelId="{F7B9E190-B9D3-4EE3-828F-0AB2A736AD93}" type="pres">
      <dgm:prSet presAssocID="{C7835CE7-3B3B-408A-A5F3-F73C9E689B2F}" presName="desTx" presStyleLbl="revTx" presStyleIdx="1" presStyleCnt="8" custScaleX="97134" custLinFactNeighborX="-349" custLinFactNeighborY="22121">
        <dgm:presLayoutVars/>
      </dgm:prSet>
      <dgm:spPr/>
    </dgm:pt>
    <dgm:pt modelId="{42CDE9D1-94D9-4C4F-BD5E-04F3A50A7DB4}" type="pres">
      <dgm:prSet presAssocID="{B0009F97-567B-437C-BABC-781DC2A68AD8}" presName="sibTrans" presStyleCnt="0"/>
      <dgm:spPr/>
    </dgm:pt>
    <dgm:pt modelId="{23A88EE1-4507-4A1A-9E8F-13A62F96E7F7}" type="pres">
      <dgm:prSet presAssocID="{A25D3A22-1607-4F28-953A-E780ABC6B0EA}" presName="compNode" presStyleCnt="0"/>
      <dgm:spPr/>
    </dgm:pt>
    <dgm:pt modelId="{AF61C840-7C20-4E38-B758-6AEF4E8B228D}" type="pres">
      <dgm:prSet presAssocID="{A25D3A22-1607-4F28-953A-E780ABC6B0EA}" presName="iconRect" presStyleLbl="node1" presStyleIdx="1" presStyleCnt="4" custLinFactNeighborX="55598" custLinFactNeighborY="2833"/>
      <dgm:spPr>
        <a:blipFill>
          <a:blip xmlns:r="http://schemas.openxmlformats.org/officeDocument/2006/relationships"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594719C-B6D4-4FAB-88A1-D6AC4EFDABA9}" type="pres">
      <dgm:prSet presAssocID="{A25D3A22-1607-4F28-953A-E780ABC6B0EA}" presName="iconSpace" presStyleCnt="0"/>
      <dgm:spPr/>
    </dgm:pt>
    <dgm:pt modelId="{4C96A2BF-011A-4F3F-9C5B-BEA68F58ACBE}" type="pres">
      <dgm:prSet presAssocID="{A25D3A22-1607-4F28-953A-E780ABC6B0EA}" presName="parTx" presStyleLbl="revTx" presStyleIdx="2" presStyleCnt="8" custLinFactNeighborX="-13432" custLinFactNeighborY="3203">
        <dgm:presLayoutVars>
          <dgm:chMax val="0"/>
          <dgm:chPref val="0"/>
        </dgm:presLayoutVars>
      </dgm:prSet>
      <dgm:spPr/>
    </dgm:pt>
    <dgm:pt modelId="{990C7A65-0F79-4DFF-BC79-A86B1CF99CCE}" type="pres">
      <dgm:prSet presAssocID="{A25D3A22-1607-4F28-953A-E780ABC6B0EA}" presName="txSpace" presStyleCnt="0"/>
      <dgm:spPr/>
    </dgm:pt>
    <dgm:pt modelId="{63E7AED9-F2B6-4E98-B48C-F94306A2C5DB}" type="pres">
      <dgm:prSet presAssocID="{A25D3A22-1607-4F28-953A-E780ABC6B0EA}" presName="desTx" presStyleLbl="revTx" presStyleIdx="3" presStyleCnt="8" custLinFactNeighborX="-12217" custLinFactNeighborY="4959">
        <dgm:presLayoutVars/>
      </dgm:prSet>
      <dgm:spPr/>
    </dgm:pt>
    <dgm:pt modelId="{335B2375-2797-43D7-AF61-D1AD2C5512F6}" type="pres">
      <dgm:prSet presAssocID="{92B57BC1-ABCD-48CF-970C-62F224E46026}" presName="sibTrans" presStyleCnt="0"/>
      <dgm:spPr/>
    </dgm:pt>
    <dgm:pt modelId="{4E729EE8-6710-4725-BEA2-0B4703FB09A6}" type="pres">
      <dgm:prSet presAssocID="{73EE8DB3-AA78-4762-9D55-119E53B8604C}" presName="compNode" presStyleCnt="0"/>
      <dgm:spPr/>
    </dgm:pt>
    <dgm:pt modelId="{5B61C879-50E9-4190-BCBF-CF80DD68AF2A}" type="pres">
      <dgm:prSet presAssocID="{73EE8DB3-AA78-4762-9D55-119E53B8604C}" presName="iconRect" presStyleLbl="node1" presStyleIdx="2" presStyleCnt="4" custLinFactNeighborX="15104" custLinFactNeighborY="87"/>
      <dgm:spPr>
        <a:blipFill>
          <a:blip xmlns:r="http://schemas.openxmlformats.org/officeDocument/2006/relationships"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E0A5761-E0DC-462B-894F-F55C42B1393C}" type="pres">
      <dgm:prSet presAssocID="{73EE8DB3-AA78-4762-9D55-119E53B8604C}" presName="iconSpace" presStyleCnt="0"/>
      <dgm:spPr/>
    </dgm:pt>
    <dgm:pt modelId="{CEC377EC-EBD6-4C6E-9B8B-D2CFC7C8201F}" type="pres">
      <dgm:prSet presAssocID="{73EE8DB3-AA78-4762-9D55-119E53B8604C}" presName="parTx" presStyleLbl="revTx" presStyleIdx="4" presStyleCnt="8">
        <dgm:presLayoutVars>
          <dgm:chMax val="0"/>
          <dgm:chPref val="0"/>
        </dgm:presLayoutVars>
      </dgm:prSet>
      <dgm:spPr/>
    </dgm:pt>
    <dgm:pt modelId="{B863CA9A-31AE-4FDF-BEC1-F7B07E49F28C}" type="pres">
      <dgm:prSet presAssocID="{73EE8DB3-AA78-4762-9D55-119E53B8604C}" presName="txSpace" presStyleCnt="0"/>
      <dgm:spPr/>
    </dgm:pt>
    <dgm:pt modelId="{957E3FFD-183E-4BB5-8899-FA37D15B1D7A}" type="pres">
      <dgm:prSet presAssocID="{73EE8DB3-AA78-4762-9D55-119E53B8604C}" presName="desTx" presStyleLbl="revTx" presStyleIdx="5" presStyleCnt="8" custScaleX="76438" custLinFactNeighborX="-20531">
        <dgm:presLayoutVars/>
      </dgm:prSet>
      <dgm:spPr/>
    </dgm:pt>
    <dgm:pt modelId="{8C8A08D8-8901-43FA-94F0-908DDEE65766}" type="pres">
      <dgm:prSet presAssocID="{9E657A2E-52D3-4D15-8BD6-8C83F045B6CC}" presName="sibTrans" presStyleCnt="0"/>
      <dgm:spPr/>
    </dgm:pt>
    <dgm:pt modelId="{B72F395C-3E2E-4196-AAD0-B1500A301542}" type="pres">
      <dgm:prSet presAssocID="{BE49D55D-032F-4125-BA72-326094437247}" presName="compNode" presStyleCnt="0"/>
      <dgm:spPr/>
    </dgm:pt>
    <dgm:pt modelId="{7A43D112-0667-4E20-B340-4C850F92D9BA}" type="pres">
      <dgm:prSet presAssocID="{BE49D55D-032F-4125-BA72-326094437247}" presName="iconRect" presStyleLbl="node1" presStyleIdx="3" presStyleCnt="4"/>
      <dgm:spPr>
        <a:blipFill>
          <a:blip xmlns:r="http://schemas.openxmlformats.org/officeDocument/2006/relationships"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CD93951-1644-4708-B007-C29DDDADC721}" type="pres">
      <dgm:prSet presAssocID="{BE49D55D-032F-4125-BA72-326094437247}" presName="iconSpace" presStyleCnt="0"/>
      <dgm:spPr/>
    </dgm:pt>
    <dgm:pt modelId="{75100DCE-3076-4BF2-88D3-18FD7E6FC7EB}" type="pres">
      <dgm:prSet presAssocID="{BE49D55D-032F-4125-BA72-326094437247}" presName="parTx" presStyleLbl="revTx" presStyleIdx="6" presStyleCnt="8" custLinFactNeighborX="-33139">
        <dgm:presLayoutVars>
          <dgm:chMax val="0"/>
          <dgm:chPref val="0"/>
        </dgm:presLayoutVars>
      </dgm:prSet>
      <dgm:spPr/>
    </dgm:pt>
    <dgm:pt modelId="{07CA8FAE-25B4-4A4D-A415-8F3D605D6F2A}" type="pres">
      <dgm:prSet presAssocID="{BE49D55D-032F-4125-BA72-326094437247}" presName="txSpace" presStyleCnt="0"/>
      <dgm:spPr/>
    </dgm:pt>
    <dgm:pt modelId="{8A957CE5-9C3C-4BB7-8086-EF4B17DD556E}" type="pres">
      <dgm:prSet presAssocID="{BE49D55D-032F-4125-BA72-326094437247}" presName="desTx" presStyleLbl="revTx" presStyleIdx="7" presStyleCnt="8" custLinFactNeighborX="-30610">
        <dgm:presLayoutVars/>
      </dgm:prSet>
      <dgm:spPr/>
    </dgm:pt>
  </dgm:ptLst>
  <dgm:cxnLst>
    <dgm:cxn modelId="{D44EE204-5114-498E-9C8D-78B2F5687989}" type="presOf" srcId="{BE49D55D-032F-4125-BA72-326094437247}" destId="{75100DCE-3076-4BF2-88D3-18FD7E6FC7EB}" srcOrd="0" destOrd="0" presId="urn:microsoft.com/office/officeart/2018/2/layout/IconLabelDescriptionList"/>
    <dgm:cxn modelId="{04A9C20D-E8B6-4DE2-BCCE-26927607F3B3}" srcId="{73EE8DB3-AA78-4762-9D55-119E53B8604C}" destId="{06413DFC-D09E-459C-A707-B0272A1CD4E5}" srcOrd="0" destOrd="0" parTransId="{B4CA7B9B-81B7-43BF-98AF-1E57CE9D6131}" sibTransId="{EC01DED1-4FE2-48D3-A042-395EDBEB602A}"/>
    <dgm:cxn modelId="{F7EA1B16-0A7A-4887-A426-FF4D2C10183A}" srcId="{C7835CE7-3B3B-408A-A5F3-F73C9E689B2F}" destId="{B1950BC5-5465-489E-B70D-BA80B0F4A812}" srcOrd="0" destOrd="0" parTransId="{21A56D1B-6CE9-4C61-B283-B698C55ED8AF}" sibTransId="{1E332156-D892-4248-8F19-3EDBBDE41F9E}"/>
    <dgm:cxn modelId="{15BB5B29-C5F2-4A92-9196-7C4D0CD81F3D}" type="presOf" srcId="{C7835CE7-3B3B-408A-A5F3-F73C9E689B2F}" destId="{F0DC9427-C589-40AF-97ED-D6BF0C93E83D}" srcOrd="0" destOrd="0" presId="urn:microsoft.com/office/officeart/2018/2/layout/IconLabelDescriptionList"/>
    <dgm:cxn modelId="{E2C40B48-F99E-42E4-93D3-9070BED86C42}" type="presOf" srcId="{06413DFC-D09E-459C-A707-B0272A1CD4E5}" destId="{957E3FFD-183E-4BB5-8899-FA37D15B1D7A}" srcOrd="0" destOrd="0" presId="urn:microsoft.com/office/officeart/2018/2/layout/IconLabelDescriptionList"/>
    <dgm:cxn modelId="{541B494A-88B1-4D67-80BB-A535E33E9E34}" type="presOf" srcId="{F6911EFF-7C5E-4E5D-9B2F-45FCF3A5D581}" destId="{F7B9E190-B9D3-4EE3-828F-0AB2A736AD93}" srcOrd="0" destOrd="2" presId="urn:microsoft.com/office/officeart/2018/2/layout/IconLabelDescriptionList"/>
    <dgm:cxn modelId="{DFF7B94C-DF41-4B48-8110-DD6A3CF0D300}" srcId="{4B74D78D-6E16-4912-9A0E-DB199AC177C3}" destId="{73EE8DB3-AA78-4762-9D55-119E53B8604C}" srcOrd="2" destOrd="0" parTransId="{17CD89E0-342D-43A2-9272-7ADD57391F3B}" sibTransId="{9E657A2E-52D3-4D15-8BD6-8C83F045B6CC}"/>
    <dgm:cxn modelId="{01ECC74C-6060-4E86-B86B-9CEFE86F3C4F}" srcId="{C7835CE7-3B3B-408A-A5F3-F73C9E689B2F}" destId="{6BBC1FF3-2E4A-40F6-A2F9-DACAFDFB725A}" srcOrd="1" destOrd="0" parTransId="{6A7C014D-F76F-44D4-A14B-F6AFC06E23C8}" sibTransId="{C94D604A-2DE7-4765-8338-2E75559C2BAC}"/>
    <dgm:cxn modelId="{5131C970-33CE-49D8-B7B6-6AFC62FC3A85}" srcId="{BE49D55D-032F-4125-BA72-326094437247}" destId="{DCD3DA0B-69E9-4EBF-A9F5-C4BC959A7227}" srcOrd="0" destOrd="0" parTransId="{EFCCCE39-9428-43A6-AF12-32F726830F40}" sibTransId="{942A126A-EFB2-4FEA-8DAF-D99000E2989D}"/>
    <dgm:cxn modelId="{1E614171-CAB9-4B70-89CB-8100FAEEE16E}" type="presOf" srcId="{6BBC1FF3-2E4A-40F6-A2F9-DACAFDFB725A}" destId="{F7B9E190-B9D3-4EE3-828F-0AB2A736AD93}" srcOrd="0" destOrd="1" presId="urn:microsoft.com/office/officeart/2018/2/layout/IconLabelDescriptionList"/>
    <dgm:cxn modelId="{B53CA371-0A40-42D4-A814-DF40CAF6DEE8}" type="presOf" srcId="{DCD3DA0B-69E9-4EBF-A9F5-C4BC959A7227}" destId="{8A957CE5-9C3C-4BB7-8086-EF4B17DD556E}" srcOrd="0" destOrd="0" presId="urn:microsoft.com/office/officeart/2018/2/layout/IconLabelDescriptionList"/>
    <dgm:cxn modelId="{6CD5ED55-491C-4E3D-8636-E42AA090FD92}" srcId="{4B74D78D-6E16-4912-9A0E-DB199AC177C3}" destId="{C7835CE7-3B3B-408A-A5F3-F73C9E689B2F}" srcOrd="0" destOrd="0" parTransId="{DD0F00AA-725E-442A-B13D-F35A4F42F557}" sibTransId="{B0009F97-567B-437C-BABC-781DC2A68AD8}"/>
    <dgm:cxn modelId="{5BD7E276-5EEA-432E-9337-DEFE35B9E28D}" type="presOf" srcId="{73EE8DB3-AA78-4762-9D55-119E53B8604C}" destId="{CEC377EC-EBD6-4C6E-9B8B-D2CFC7C8201F}" srcOrd="0" destOrd="0" presId="urn:microsoft.com/office/officeart/2018/2/layout/IconLabelDescriptionList"/>
    <dgm:cxn modelId="{EB9FDA88-CAD8-4D62-B753-0B5D7BEBE39A}" type="presOf" srcId="{A444702C-A999-44E1-9A81-21A9FEA79609}" destId="{63E7AED9-F2B6-4E98-B48C-F94306A2C5DB}" srcOrd="0" destOrd="0" presId="urn:microsoft.com/office/officeart/2018/2/layout/IconLabelDescriptionList"/>
    <dgm:cxn modelId="{691C2D91-2AD0-42EA-B89F-FE990012EF6D}" type="presOf" srcId="{4B74D78D-6E16-4912-9A0E-DB199AC177C3}" destId="{A15304C2-0C0A-4569-A1A6-06F9D16D58E3}" srcOrd="0" destOrd="0" presId="urn:microsoft.com/office/officeart/2018/2/layout/IconLabelDescriptionList"/>
    <dgm:cxn modelId="{347D9491-1587-4AFB-996C-4F5EAADDA2A5}" srcId="{4B74D78D-6E16-4912-9A0E-DB199AC177C3}" destId="{BE49D55D-032F-4125-BA72-326094437247}" srcOrd="3" destOrd="0" parTransId="{578C3160-6F8A-4B53-8CF2-3B3CD607EEC9}" sibTransId="{C67A23F5-C221-4BE1-A8E2-809E357CEC90}"/>
    <dgm:cxn modelId="{EA1E2F95-192F-4EDF-84E4-8DCFBC715965}" type="presOf" srcId="{153B7266-4B71-4523-B369-B143CF0FB72F}" destId="{63E7AED9-F2B6-4E98-B48C-F94306A2C5DB}" srcOrd="0" destOrd="1" presId="urn:microsoft.com/office/officeart/2018/2/layout/IconLabelDescriptionList"/>
    <dgm:cxn modelId="{00F35BA7-C1E7-4421-AE1C-1BF094E59C4C}" srcId="{C7835CE7-3B3B-408A-A5F3-F73C9E689B2F}" destId="{F6911EFF-7C5E-4E5D-9B2F-45FCF3A5D581}" srcOrd="2" destOrd="0" parTransId="{565E611E-DCEF-4784-9F69-29FA7433C3E5}" sibTransId="{BE60E099-6F9D-491A-A2EF-2EF270745165}"/>
    <dgm:cxn modelId="{8F7D9CB1-E82E-49AC-BB90-75FE236F6F69}" type="presOf" srcId="{A25D3A22-1607-4F28-953A-E780ABC6B0EA}" destId="{4C96A2BF-011A-4F3F-9C5B-BEA68F58ACBE}" srcOrd="0" destOrd="0" presId="urn:microsoft.com/office/officeart/2018/2/layout/IconLabelDescriptionList"/>
    <dgm:cxn modelId="{44F9A4B1-6D16-4FCE-930C-1800A04FF8D8}" srcId="{A25D3A22-1607-4F28-953A-E780ABC6B0EA}" destId="{153B7266-4B71-4523-B369-B143CF0FB72F}" srcOrd="1" destOrd="0" parTransId="{0C804189-AEAA-4E81-84CF-46AAD0C13D81}" sibTransId="{931676B3-9FA6-4EE7-9D09-72425F7574B0}"/>
    <dgm:cxn modelId="{F6345FD5-2D85-4EB8-949D-ADF5B15C59CE}" srcId="{A25D3A22-1607-4F28-953A-E780ABC6B0EA}" destId="{A444702C-A999-44E1-9A81-21A9FEA79609}" srcOrd="0" destOrd="0" parTransId="{DBFEC48A-7E71-4705-AF47-47A13C80F478}" sibTransId="{CDF7E87B-8654-4060-98C3-B4618F4D16EA}"/>
    <dgm:cxn modelId="{D3AB6DDC-9AD0-4528-8495-919F9B588FBC}" type="presOf" srcId="{B1950BC5-5465-489E-B70D-BA80B0F4A812}" destId="{F7B9E190-B9D3-4EE3-828F-0AB2A736AD93}" srcOrd="0" destOrd="0" presId="urn:microsoft.com/office/officeart/2018/2/layout/IconLabelDescriptionList"/>
    <dgm:cxn modelId="{DA9336F4-4CD6-4C33-9556-50BC69A5934A}" srcId="{4B74D78D-6E16-4912-9A0E-DB199AC177C3}" destId="{A25D3A22-1607-4F28-953A-E780ABC6B0EA}" srcOrd="1" destOrd="0" parTransId="{752F2B78-F062-43DA-A263-73D0826CC48D}" sibTransId="{92B57BC1-ABCD-48CF-970C-62F224E46026}"/>
    <dgm:cxn modelId="{21A1B253-2078-4367-B621-95BC2BA253FE}" type="presParOf" srcId="{A15304C2-0C0A-4569-A1A6-06F9D16D58E3}" destId="{CDC70D7E-DFCC-4B36-B6BE-AC70069EEB24}" srcOrd="0" destOrd="0" presId="urn:microsoft.com/office/officeart/2018/2/layout/IconLabelDescriptionList"/>
    <dgm:cxn modelId="{7B10AE3F-F617-4F36-8B67-0CA2B82F1926}" type="presParOf" srcId="{CDC70D7E-DFCC-4B36-B6BE-AC70069EEB24}" destId="{E16262DB-7D38-4DC0-AEF5-E52DBD741889}" srcOrd="0" destOrd="0" presId="urn:microsoft.com/office/officeart/2018/2/layout/IconLabelDescriptionList"/>
    <dgm:cxn modelId="{278D9C04-A1B2-4817-8F7F-E486A779559D}" type="presParOf" srcId="{CDC70D7E-DFCC-4B36-B6BE-AC70069EEB24}" destId="{3FC0797D-A1B0-4883-BD6E-F5F0B955770B}" srcOrd="1" destOrd="0" presId="urn:microsoft.com/office/officeart/2018/2/layout/IconLabelDescriptionList"/>
    <dgm:cxn modelId="{A0CF6006-D5AF-4BB8-879A-7721D28E453C}" type="presParOf" srcId="{CDC70D7E-DFCC-4B36-B6BE-AC70069EEB24}" destId="{F0DC9427-C589-40AF-97ED-D6BF0C93E83D}" srcOrd="2" destOrd="0" presId="urn:microsoft.com/office/officeart/2018/2/layout/IconLabelDescriptionList"/>
    <dgm:cxn modelId="{92F59E67-5721-4FC7-9878-C1EAD7CE57A4}" type="presParOf" srcId="{CDC70D7E-DFCC-4B36-B6BE-AC70069EEB24}" destId="{126E7875-364C-413A-B300-A771C0F4F202}" srcOrd="3" destOrd="0" presId="urn:microsoft.com/office/officeart/2018/2/layout/IconLabelDescriptionList"/>
    <dgm:cxn modelId="{BFB7843A-3031-4D1F-8538-A93FDB24A69C}" type="presParOf" srcId="{CDC70D7E-DFCC-4B36-B6BE-AC70069EEB24}" destId="{F7B9E190-B9D3-4EE3-828F-0AB2A736AD93}" srcOrd="4" destOrd="0" presId="urn:microsoft.com/office/officeart/2018/2/layout/IconLabelDescriptionList"/>
    <dgm:cxn modelId="{81BFA146-4E6C-458D-A212-4CC1E0C96367}" type="presParOf" srcId="{A15304C2-0C0A-4569-A1A6-06F9D16D58E3}" destId="{42CDE9D1-94D9-4C4F-BD5E-04F3A50A7DB4}" srcOrd="1" destOrd="0" presId="urn:microsoft.com/office/officeart/2018/2/layout/IconLabelDescriptionList"/>
    <dgm:cxn modelId="{6B9B7F73-A1C1-4160-BA22-E687DC3B38A4}" type="presParOf" srcId="{A15304C2-0C0A-4569-A1A6-06F9D16D58E3}" destId="{23A88EE1-4507-4A1A-9E8F-13A62F96E7F7}" srcOrd="2" destOrd="0" presId="urn:microsoft.com/office/officeart/2018/2/layout/IconLabelDescriptionList"/>
    <dgm:cxn modelId="{69FDB493-3E40-4926-BF81-FF1DD3375C41}" type="presParOf" srcId="{23A88EE1-4507-4A1A-9E8F-13A62F96E7F7}" destId="{AF61C840-7C20-4E38-B758-6AEF4E8B228D}" srcOrd="0" destOrd="0" presId="urn:microsoft.com/office/officeart/2018/2/layout/IconLabelDescriptionList"/>
    <dgm:cxn modelId="{9F030160-5405-4001-B6FA-86BF9BA5F73B}" type="presParOf" srcId="{23A88EE1-4507-4A1A-9E8F-13A62F96E7F7}" destId="{8594719C-B6D4-4FAB-88A1-D6AC4EFDABA9}" srcOrd="1" destOrd="0" presId="urn:microsoft.com/office/officeart/2018/2/layout/IconLabelDescriptionList"/>
    <dgm:cxn modelId="{CB7F213C-8874-4258-836A-FF9C19882450}" type="presParOf" srcId="{23A88EE1-4507-4A1A-9E8F-13A62F96E7F7}" destId="{4C96A2BF-011A-4F3F-9C5B-BEA68F58ACBE}" srcOrd="2" destOrd="0" presId="urn:microsoft.com/office/officeart/2018/2/layout/IconLabelDescriptionList"/>
    <dgm:cxn modelId="{AB0C6D0D-1EFB-4FFA-AC0A-7C96A0CCC7CE}" type="presParOf" srcId="{23A88EE1-4507-4A1A-9E8F-13A62F96E7F7}" destId="{990C7A65-0F79-4DFF-BC79-A86B1CF99CCE}" srcOrd="3" destOrd="0" presId="urn:microsoft.com/office/officeart/2018/2/layout/IconLabelDescriptionList"/>
    <dgm:cxn modelId="{F74C5655-2AD7-4E7D-AA0C-BDB5D878CD0D}" type="presParOf" srcId="{23A88EE1-4507-4A1A-9E8F-13A62F96E7F7}" destId="{63E7AED9-F2B6-4E98-B48C-F94306A2C5DB}" srcOrd="4" destOrd="0" presId="urn:microsoft.com/office/officeart/2018/2/layout/IconLabelDescriptionList"/>
    <dgm:cxn modelId="{3CC98A23-1BC2-4106-ACCC-945AB2DE245F}" type="presParOf" srcId="{A15304C2-0C0A-4569-A1A6-06F9D16D58E3}" destId="{335B2375-2797-43D7-AF61-D1AD2C5512F6}" srcOrd="3" destOrd="0" presId="urn:microsoft.com/office/officeart/2018/2/layout/IconLabelDescriptionList"/>
    <dgm:cxn modelId="{0DBC8A63-2482-4EAC-AE68-5D52FCDD621D}" type="presParOf" srcId="{A15304C2-0C0A-4569-A1A6-06F9D16D58E3}" destId="{4E729EE8-6710-4725-BEA2-0B4703FB09A6}" srcOrd="4" destOrd="0" presId="urn:microsoft.com/office/officeart/2018/2/layout/IconLabelDescriptionList"/>
    <dgm:cxn modelId="{65455C65-903B-4305-86DD-0EEF4D27C045}" type="presParOf" srcId="{4E729EE8-6710-4725-BEA2-0B4703FB09A6}" destId="{5B61C879-50E9-4190-BCBF-CF80DD68AF2A}" srcOrd="0" destOrd="0" presId="urn:microsoft.com/office/officeart/2018/2/layout/IconLabelDescriptionList"/>
    <dgm:cxn modelId="{EA406204-172B-4A05-AB5F-96588EF055A0}" type="presParOf" srcId="{4E729EE8-6710-4725-BEA2-0B4703FB09A6}" destId="{6E0A5761-E0DC-462B-894F-F55C42B1393C}" srcOrd="1" destOrd="0" presId="urn:microsoft.com/office/officeart/2018/2/layout/IconLabelDescriptionList"/>
    <dgm:cxn modelId="{E1250F4C-2D64-49B0-872F-AE7C4DAC6DA6}" type="presParOf" srcId="{4E729EE8-6710-4725-BEA2-0B4703FB09A6}" destId="{CEC377EC-EBD6-4C6E-9B8B-D2CFC7C8201F}" srcOrd="2" destOrd="0" presId="urn:microsoft.com/office/officeart/2018/2/layout/IconLabelDescriptionList"/>
    <dgm:cxn modelId="{8DB10829-0FE0-4EEA-ADD6-935A10A85633}" type="presParOf" srcId="{4E729EE8-6710-4725-BEA2-0B4703FB09A6}" destId="{B863CA9A-31AE-4FDF-BEC1-F7B07E49F28C}" srcOrd="3" destOrd="0" presId="urn:microsoft.com/office/officeart/2018/2/layout/IconLabelDescriptionList"/>
    <dgm:cxn modelId="{C2DD0609-4E64-4F68-B53D-D1A543E5B125}" type="presParOf" srcId="{4E729EE8-6710-4725-BEA2-0B4703FB09A6}" destId="{957E3FFD-183E-4BB5-8899-FA37D15B1D7A}" srcOrd="4" destOrd="0" presId="urn:microsoft.com/office/officeart/2018/2/layout/IconLabelDescriptionList"/>
    <dgm:cxn modelId="{FE0C67F3-6F87-409F-9D94-B09AF2381683}" type="presParOf" srcId="{A15304C2-0C0A-4569-A1A6-06F9D16D58E3}" destId="{8C8A08D8-8901-43FA-94F0-908DDEE65766}" srcOrd="5" destOrd="0" presId="urn:microsoft.com/office/officeart/2018/2/layout/IconLabelDescriptionList"/>
    <dgm:cxn modelId="{06E7F566-B6FA-4D16-ACE4-DD3B5F1D3D06}" type="presParOf" srcId="{A15304C2-0C0A-4569-A1A6-06F9D16D58E3}" destId="{B72F395C-3E2E-4196-AAD0-B1500A301542}" srcOrd="6" destOrd="0" presId="urn:microsoft.com/office/officeart/2018/2/layout/IconLabelDescriptionList"/>
    <dgm:cxn modelId="{3AF75627-BFE6-414F-B083-7640ABD0E28E}" type="presParOf" srcId="{B72F395C-3E2E-4196-AAD0-B1500A301542}" destId="{7A43D112-0667-4E20-B340-4C850F92D9BA}" srcOrd="0" destOrd="0" presId="urn:microsoft.com/office/officeart/2018/2/layout/IconLabelDescriptionList"/>
    <dgm:cxn modelId="{381DF3AD-3FC0-437B-95A2-590B69AA9C48}" type="presParOf" srcId="{B72F395C-3E2E-4196-AAD0-B1500A301542}" destId="{FCD93951-1644-4708-B007-C29DDDADC721}" srcOrd="1" destOrd="0" presId="urn:microsoft.com/office/officeart/2018/2/layout/IconLabelDescriptionList"/>
    <dgm:cxn modelId="{38C31BE7-F230-41A0-99CC-9BF41FF45ECF}" type="presParOf" srcId="{B72F395C-3E2E-4196-AAD0-B1500A301542}" destId="{75100DCE-3076-4BF2-88D3-18FD7E6FC7EB}" srcOrd="2" destOrd="0" presId="urn:microsoft.com/office/officeart/2018/2/layout/IconLabelDescriptionList"/>
    <dgm:cxn modelId="{35C76B9B-E512-468E-A9BA-7CDBF1B82CCA}" type="presParOf" srcId="{B72F395C-3E2E-4196-AAD0-B1500A301542}" destId="{07CA8FAE-25B4-4A4D-A415-8F3D605D6F2A}" srcOrd="3" destOrd="0" presId="urn:microsoft.com/office/officeart/2018/2/layout/IconLabelDescriptionList"/>
    <dgm:cxn modelId="{06723864-7CFA-4BAF-BE96-0C9E735F5884}" type="presParOf" srcId="{B72F395C-3E2E-4196-AAD0-B1500A301542}" destId="{8A957CE5-9C3C-4BB7-8086-EF4B17DD556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59C60D-EB68-402C-A341-A6B36F2C02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2504AB-AD48-4322-9678-A49237D26B29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Agnico Eagle Mines</a:t>
          </a:r>
        </a:p>
      </dgm:t>
    </dgm:pt>
    <dgm:pt modelId="{CF52632E-AD64-41C2-95C6-0DA81D2F9D40}" type="parTrans" cxnId="{CB11B9CF-FFA8-4D29-B766-7AEA12122BDD}">
      <dgm:prSet/>
      <dgm:spPr/>
      <dgm:t>
        <a:bodyPr/>
        <a:lstStyle/>
        <a:p>
          <a:endParaRPr lang="en-US"/>
        </a:p>
      </dgm:t>
    </dgm:pt>
    <dgm:pt modelId="{DA02D004-2AFE-40BC-95DE-C42AE284CB8F}" type="sibTrans" cxnId="{CB11B9CF-FFA8-4D29-B766-7AEA12122BDD}">
      <dgm:prSet/>
      <dgm:spPr/>
      <dgm:t>
        <a:bodyPr/>
        <a:lstStyle/>
        <a:p>
          <a:endParaRPr lang="en-US"/>
        </a:p>
      </dgm:t>
    </dgm:pt>
    <dgm:pt modelId="{D32085D7-D8F6-4AF1-AFEC-927E0047BBC1}">
      <dgm:prSet/>
      <dgm:spPr/>
      <dgm:t>
        <a:bodyPr/>
        <a:lstStyle/>
        <a:p>
          <a:r>
            <a:rPr lang="en-US"/>
            <a:t>Mature, top-quality assets, yet limited organic growth =&gt; less stability and yield </a:t>
          </a:r>
        </a:p>
      </dgm:t>
    </dgm:pt>
    <dgm:pt modelId="{4474E2F6-81ED-4144-A36B-D66606954EC8}" type="parTrans" cxnId="{1FC8F538-34CA-4DCB-969A-D1113DE0F2E7}">
      <dgm:prSet/>
      <dgm:spPr/>
      <dgm:t>
        <a:bodyPr/>
        <a:lstStyle/>
        <a:p>
          <a:endParaRPr lang="en-US"/>
        </a:p>
      </dgm:t>
    </dgm:pt>
    <dgm:pt modelId="{69993EFA-3155-4943-8F9E-4DD060AD02B5}" type="sibTrans" cxnId="{1FC8F538-34CA-4DCB-969A-D1113DE0F2E7}">
      <dgm:prSet/>
      <dgm:spPr/>
      <dgm:t>
        <a:bodyPr/>
        <a:lstStyle/>
        <a:p>
          <a:endParaRPr lang="en-US"/>
        </a:p>
      </dgm:t>
    </dgm:pt>
    <dgm:pt modelId="{203DD885-3369-4389-8412-EF93F514564F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Kinross Gold</a:t>
          </a:r>
        </a:p>
      </dgm:t>
    </dgm:pt>
    <dgm:pt modelId="{0196B6B0-45E0-4767-B73B-4EA936D23DC9}" type="parTrans" cxnId="{C69CF411-6F16-4B90-A9BB-88F65DD542A5}">
      <dgm:prSet/>
      <dgm:spPr/>
      <dgm:t>
        <a:bodyPr/>
        <a:lstStyle/>
        <a:p>
          <a:endParaRPr lang="en-US"/>
        </a:p>
      </dgm:t>
    </dgm:pt>
    <dgm:pt modelId="{BBD9CD95-1A14-44B9-90B8-05AB90F75E7E}" type="sibTrans" cxnId="{C69CF411-6F16-4B90-A9BB-88F65DD542A5}">
      <dgm:prSet/>
      <dgm:spPr/>
      <dgm:t>
        <a:bodyPr/>
        <a:lstStyle/>
        <a:p>
          <a:endParaRPr lang="en-US"/>
        </a:p>
      </dgm:t>
    </dgm:pt>
    <dgm:pt modelId="{84A5B29C-579F-46DA-ADBA-CBC89A23B883}">
      <dgm:prSet/>
      <dgm:spPr/>
      <dgm:t>
        <a:bodyPr/>
        <a:lstStyle/>
        <a:p>
          <a:r>
            <a:rPr lang="en-US"/>
            <a:t>Geographic diversification but higher political risk (Mauritania, Chile, Brazil)</a:t>
          </a:r>
        </a:p>
      </dgm:t>
    </dgm:pt>
    <dgm:pt modelId="{4DDEFCB3-F3AE-487B-A2FD-552E1EB63817}" type="parTrans" cxnId="{A1F12286-1A96-4D4E-9E52-E12BD78708DC}">
      <dgm:prSet/>
      <dgm:spPr/>
      <dgm:t>
        <a:bodyPr/>
        <a:lstStyle/>
        <a:p>
          <a:endParaRPr lang="en-US"/>
        </a:p>
      </dgm:t>
    </dgm:pt>
    <dgm:pt modelId="{82F50880-3578-449D-AAF4-B93BD8C072CB}" type="sibTrans" cxnId="{A1F12286-1A96-4D4E-9E52-E12BD78708DC}">
      <dgm:prSet/>
      <dgm:spPr/>
      <dgm:t>
        <a:bodyPr/>
        <a:lstStyle/>
        <a:p>
          <a:endParaRPr lang="en-US"/>
        </a:p>
      </dgm:t>
    </dgm:pt>
    <dgm:pt modelId="{27F8C623-F653-476D-98EC-5370B79E4A14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Newmont Corp</a:t>
          </a:r>
        </a:p>
      </dgm:t>
    </dgm:pt>
    <dgm:pt modelId="{9FBA3203-2DAA-4933-9239-96A5D1C12B63}" type="parTrans" cxnId="{2E258E4D-B57D-4F94-B07D-3EE750A72321}">
      <dgm:prSet/>
      <dgm:spPr/>
      <dgm:t>
        <a:bodyPr/>
        <a:lstStyle/>
        <a:p>
          <a:endParaRPr lang="en-US"/>
        </a:p>
      </dgm:t>
    </dgm:pt>
    <dgm:pt modelId="{E052E164-A360-4876-90A4-52896B036281}" type="sibTrans" cxnId="{2E258E4D-B57D-4F94-B07D-3EE750A72321}">
      <dgm:prSet/>
      <dgm:spPr/>
      <dgm:t>
        <a:bodyPr/>
        <a:lstStyle/>
        <a:p>
          <a:endParaRPr lang="en-US"/>
        </a:p>
      </dgm:t>
    </dgm:pt>
    <dgm:pt modelId="{96067C4D-8F43-485C-9BBD-5CA152E8E7F1}">
      <dgm:prSet/>
      <dgm:spPr/>
      <dgm:t>
        <a:bodyPr/>
        <a:lstStyle/>
        <a:p>
          <a:r>
            <a:rPr lang="en-US"/>
            <a:t>Dominates globally, yet behaves like a dividend utility now </a:t>
          </a:r>
        </a:p>
      </dgm:t>
    </dgm:pt>
    <dgm:pt modelId="{7E900817-4B3E-4B7C-9B7A-778A06FAF0E3}" type="parTrans" cxnId="{B0EFD648-BE63-4738-BD18-27207B7915F5}">
      <dgm:prSet/>
      <dgm:spPr/>
      <dgm:t>
        <a:bodyPr/>
        <a:lstStyle/>
        <a:p>
          <a:endParaRPr lang="en-US"/>
        </a:p>
      </dgm:t>
    </dgm:pt>
    <dgm:pt modelId="{6BD845E7-9E00-4910-B563-B09A41EB4D41}" type="sibTrans" cxnId="{B0EFD648-BE63-4738-BD18-27207B7915F5}">
      <dgm:prSet/>
      <dgm:spPr/>
      <dgm:t>
        <a:bodyPr/>
        <a:lstStyle/>
        <a:p>
          <a:endParaRPr lang="en-US"/>
        </a:p>
      </dgm:t>
    </dgm:pt>
    <dgm:pt modelId="{D8784F0E-4DAC-41A3-8473-C5ED5A936611}">
      <dgm:prSet/>
      <dgm:spPr/>
      <dgm:t>
        <a:bodyPr/>
        <a:lstStyle/>
        <a:p>
          <a:r>
            <a:rPr lang="en-US"/>
            <a:t>Huge production</a:t>
          </a:r>
        </a:p>
      </dgm:t>
    </dgm:pt>
    <dgm:pt modelId="{6DA00BD3-BA30-4E5E-9652-85FAC4DA2831}" type="parTrans" cxnId="{6C5CF8D4-902A-44AD-8E20-E427EC816E57}">
      <dgm:prSet/>
      <dgm:spPr/>
      <dgm:t>
        <a:bodyPr/>
        <a:lstStyle/>
        <a:p>
          <a:endParaRPr lang="en-US"/>
        </a:p>
      </dgm:t>
    </dgm:pt>
    <dgm:pt modelId="{4907B8CF-A3DE-4616-B370-401A4DE09805}" type="sibTrans" cxnId="{6C5CF8D4-902A-44AD-8E20-E427EC816E57}">
      <dgm:prSet/>
      <dgm:spPr/>
      <dgm:t>
        <a:bodyPr/>
        <a:lstStyle/>
        <a:p>
          <a:endParaRPr lang="en-US"/>
        </a:p>
      </dgm:t>
    </dgm:pt>
    <dgm:pt modelId="{49B29206-1307-4E05-953A-6FEDAB98B77D}">
      <dgm:prSet/>
      <dgm:spPr/>
      <dgm:t>
        <a:bodyPr/>
        <a:lstStyle/>
        <a:p>
          <a:r>
            <a:rPr lang="en-US"/>
            <a:t>Slower growth</a:t>
          </a:r>
        </a:p>
      </dgm:t>
    </dgm:pt>
    <dgm:pt modelId="{F9F8118F-5342-46AE-AC66-6EF9A75367A8}" type="parTrans" cxnId="{FC237C48-C886-413F-AC58-E1FA13E2705F}">
      <dgm:prSet/>
      <dgm:spPr/>
      <dgm:t>
        <a:bodyPr/>
        <a:lstStyle/>
        <a:p>
          <a:endParaRPr lang="en-US"/>
        </a:p>
      </dgm:t>
    </dgm:pt>
    <dgm:pt modelId="{DCC4A16E-AE0F-498A-97DB-B0888A49B22C}" type="sibTrans" cxnId="{FC237C48-C886-413F-AC58-E1FA13E2705F}">
      <dgm:prSet/>
      <dgm:spPr/>
      <dgm:t>
        <a:bodyPr/>
        <a:lstStyle/>
        <a:p>
          <a:endParaRPr lang="en-US"/>
        </a:p>
      </dgm:t>
    </dgm:pt>
    <dgm:pt modelId="{CC0FE443-6B7D-4B4C-9B33-6335FF6C79FB}">
      <dgm:prSet/>
      <dgm:spPr/>
      <dgm:t>
        <a:bodyPr/>
        <a:lstStyle/>
        <a:p>
          <a:r>
            <a:rPr lang="en-US"/>
            <a:t>Exposed to cost inflation and complex jurisdictions.</a:t>
          </a:r>
        </a:p>
      </dgm:t>
    </dgm:pt>
    <dgm:pt modelId="{572F1998-5F45-46D2-AC8D-0B0EEE5F0C97}" type="parTrans" cxnId="{F34760C5-DACE-4896-86A2-7266BC0481BF}">
      <dgm:prSet/>
      <dgm:spPr/>
      <dgm:t>
        <a:bodyPr/>
        <a:lstStyle/>
        <a:p>
          <a:endParaRPr lang="en-US"/>
        </a:p>
      </dgm:t>
    </dgm:pt>
    <dgm:pt modelId="{DAF829E0-B36A-47A1-B161-3C7FEDFC7EF3}" type="sibTrans" cxnId="{F34760C5-DACE-4896-86A2-7266BC0481BF}">
      <dgm:prSet/>
      <dgm:spPr/>
      <dgm:t>
        <a:bodyPr/>
        <a:lstStyle/>
        <a:p>
          <a:endParaRPr lang="en-US"/>
        </a:p>
      </dgm:t>
    </dgm:pt>
    <dgm:pt modelId="{06ADFDED-FE95-4695-AAA8-6211E7216A16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/>
            <a:t>If gold keeps rising =&gt; AGI most upside</a:t>
          </a:r>
        </a:p>
      </dgm:t>
    </dgm:pt>
    <dgm:pt modelId="{FD5B12F0-E657-4873-AC3F-19AFF8E9F853}" type="parTrans" cxnId="{182CA363-4D23-4759-893F-382C753513F8}">
      <dgm:prSet/>
      <dgm:spPr/>
      <dgm:t>
        <a:bodyPr/>
        <a:lstStyle/>
        <a:p>
          <a:endParaRPr lang="en-US"/>
        </a:p>
      </dgm:t>
    </dgm:pt>
    <dgm:pt modelId="{257589C2-BE18-42E0-AB5F-0CC190425F1D}" type="sibTrans" cxnId="{182CA363-4D23-4759-893F-382C753513F8}">
      <dgm:prSet/>
      <dgm:spPr/>
      <dgm:t>
        <a:bodyPr/>
        <a:lstStyle/>
        <a:p>
          <a:endParaRPr lang="en-US"/>
        </a:p>
      </dgm:t>
    </dgm:pt>
    <dgm:pt modelId="{C2D9913E-1656-4A64-81EA-3C9B14A9B5A3}" type="pres">
      <dgm:prSet presAssocID="{2E59C60D-EB68-402C-A341-A6B36F2C02BD}" presName="linear" presStyleCnt="0">
        <dgm:presLayoutVars>
          <dgm:animLvl val="lvl"/>
          <dgm:resizeHandles val="exact"/>
        </dgm:presLayoutVars>
      </dgm:prSet>
      <dgm:spPr/>
    </dgm:pt>
    <dgm:pt modelId="{05E0B90F-10BE-47F1-9C2B-A048587372D5}" type="pres">
      <dgm:prSet presAssocID="{BF2504AB-AD48-4322-9678-A49237D26B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FA62BF-75BD-462F-BE4E-A984A76F25CA}" type="pres">
      <dgm:prSet presAssocID="{BF2504AB-AD48-4322-9678-A49237D26B29}" presName="childText" presStyleLbl="revTx" presStyleIdx="0" presStyleCnt="3">
        <dgm:presLayoutVars>
          <dgm:bulletEnabled val="1"/>
        </dgm:presLayoutVars>
      </dgm:prSet>
      <dgm:spPr/>
    </dgm:pt>
    <dgm:pt modelId="{56DE3C4D-1F30-461C-AB51-9DAFDC61E9CC}" type="pres">
      <dgm:prSet presAssocID="{203DD885-3369-4389-8412-EF93F51456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710817-E6DD-41BD-A90B-EDCE01E18C92}" type="pres">
      <dgm:prSet presAssocID="{203DD885-3369-4389-8412-EF93F514564F}" presName="childText" presStyleLbl="revTx" presStyleIdx="1" presStyleCnt="3">
        <dgm:presLayoutVars>
          <dgm:bulletEnabled val="1"/>
        </dgm:presLayoutVars>
      </dgm:prSet>
      <dgm:spPr/>
    </dgm:pt>
    <dgm:pt modelId="{92226E35-467D-4EDF-9F80-0AC3F06CF307}" type="pres">
      <dgm:prSet presAssocID="{27F8C623-F653-476D-98EC-5370B79E4A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24D1DB-52CB-4CDD-B6BF-AEE16499E616}" type="pres">
      <dgm:prSet presAssocID="{27F8C623-F653-476D-98EC-5370B79E4A14}" presName="childText" presStyleLbl="revTx" presStyleIdx="2" presStyleCnt="3">
        <dgm:presLayoutVars>
          <dgm:bulletEnabled val="1"/>
        </dgm:presLayoutVars>
      </dgm:prSet>
      <dgm:spPr/>
    </dgm:pt>
    <dgm:pt modelId="{4A2B952A-5037-4BA1-8FF3-6CF8B7EF34AB}" type="pres">
      <dgm:prSet presAssocID="{06ADFDED-FE95-4695-AAA8-6211E7216A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9CF411-6F16-4B90-A9BB-88F65DD542A5}" srcId="{2E59C60D-EB68-402C-A341-A6B36F2C02BD}" destId="{203DD885-3369-4389-8412-EF93F514564F}" srcOrd="1" destOrd="0" parTransId="{0196B6B0-45E0-4767-B73B-4EA936D23DC9}" sibTransId="{BBD9CD95-1A14-44B9-90B8-05AB90F75E7E}"/>
    <dgm:cxn modelId="{79760726-4AE7-48F4-ABB5-B8F09006FCCD}" type="presOf" srcId="{84A5B29C-579F-46DA-ADBA-CBC89A23B883}" destId="{87710817-E6DD-41BD-A90B-EDCE01E18C92}" srcOrd="0" destOrd="0" presId="urn:microsoft.com/office/officeart/2005/8/layout/vList2"/>
    <dgm:cxn modelId="{3178E932-1AE4-4790-A835-C53F729C7DBB}" type="presOf" srcId="{CC0FE443-6B7D-4B4C-9B33-6335FF6C79FB}" destId="{C424D1DB-52CB-4CDD-B6BF-AEE16499E616}" srcOrd="0" destOrd="3" presId="urn:microsoft.com/office/officeart/2005/8/layout/vList2"/>
    <dgm:cxn modelId="{1FC8F538-34CA-4DCB-969A-D1113DE0F2E7}" srcId="{BF2504AB-AD48-4322-9678-A49237D26B29}" destId="{D32085D7-D8F6-4AF1-AFEC-927E0047BBC1}" srcOrd="0" destOrd="0" parTransId="{4474E2F6-81ED-4144-A36B-D66606954EC8}" sibTransId="{69993EFA-3155-4943-8F9E-4DD060AD02B5}"/>
    <dgm:cxn modelId="{D0F7FD41-554A-4638-9169-16F0CA9DAD54}" type="presOf" srcId="{D8784F0E-4DAC-41A3-8473-C5ED5A936611}" destId="{C424D1DB-52CB-4CDD-B6BF-AEE16499E616}" srcOrd="0" destOrd="1" presId="urn:microsoft.com/office/officeart/2005/8/layout/vList2"/>
    <dgm:cxn modelId="{182CA363-4D23-4759-893F-382C753513F8}" srcId="{2E59C60D-EB68-402C-A341-A6B36F2C02BD}" destId="{06ADFDED-FE95-4695-AAA8-6211E7216A16}" srcOrd="3" destOrd="0" parTransId="{FD5B12F0-E657-4873-AC3F-19AFF8E9F853}" sibTransId="{257589C2-BE18-42E0-AB5F-0CC190425F1D}"/>
    <dgm:cxn modelId="{DEB2E547-C3CE-4E36-97EC-3CE2912F2765}" type="presOf" srcId="{06ADFDED-FE95-4695-AAA8-6211E7216A16}" destId="{4A2B952A-5037-4BA1-8FF3-6CF8B7EF34AB}" srcOrd="0" destOrd="0" presId="urn:microsoft.com/office/officeart/2005/8/layout/vList2"/>
    <dgm:cxn modelId="{FC237C48-C886-413F-AC58-E1FA13E2705F}" srcId="{27F8C623-F653-476D-98EC-5370B79E4A14}" destId="{49B29206-1307-4E05-953A-6FEDAB98B77D}" srcOrd="2" destOrd="0" parTransId="{F9F8118F-5342-46AE-AC66-6EF9A75367A8}" sibTransId="{DCC4A16E-AE0F-498A-97DB-B0888A49B22C}"/>
    <dgm:cxn modelId="{A058B248-3BEE-4378-890F-4172587E60E9}" type="presOf" srcId="{96067C4D-8F43-485C-9BBD-5CA152E8E7F1}" destId="{C424D1DB-52CB-4CDD-B6BF-AEE16499E616}" srcOrd="0" destOrd="0" presId="urn:microsoft.com/office/officeart/2005/8/layout/vList2"/>
    <dgm:cxn modelId="{B0EFD648-BE63-4738-BD18-27207B7915F5}" srcId="{27F8C623-F653-476D-98EC-5370B79E4A14}" destId="{96067C4D-8F43-485C-9BBD-5CA152E8E7F1}" srcOrd="0" destOrd="0" parTransId="{7E900817-4B3E-4B7C-9B7A-778A06FAF0E3}" sibTransId="{6BD845E7-9E00-4910-B563-B09A41EB4D41}"/>
    <dgm:cxn modelId="{B6FD4F6D-9AD2-4364-9424-470926AFEA66}" type="presOf" srcId="{49B29206-1307-4E05-953A-6FEDAB98B77D}" destId="{C424D1DB-52CB-4CDD-B6BF-AEE16499E616}" srcOrd="0" destOrd="2" presId="urn:microsoft.com/office/officeart/2005/8/layout/vList2"/>
    <dgm:cxn modelId="{2E258E4D-B57D-4F94-B07D-3EE750A72321}" srcId="{2E59C60D-EB68-402C-A341-A6B36F2C02BD}" destId="{27F8C623-F653-476D-98EC-5370B79E4A14}" srcOrd="2" destOrd="0" parTransId="{9FBA3203-2DAA-4933-9239-96A5D1C12B63}" sibTransId="{E052E164-A360-4876-90A4-52896B036281}"/>
    <dgm:cxn modelId="{2B11AF52-1C12-4906-9BA4-EF075A180AC3}" type="presOf" srcId="{D32085D7-D8F6-4AF1-AFEC-927E0047BBC1}" destId="{2BFA62BF-75BD-462F-BE4E-A984A76F25CA}" srcOrd="0" destOrd="0" presId="urn:microsoft.com/office/officeart/2005/8/layout/vList2"/>
    <dgm:cxn modelId="{2F88EC72-89AC-4E23-9140-88C028CBEFF2}" type="presOf" srcId="{27F8C623-F653-476D-98EC-5370B79E4A14}" destId="{92226E35-467D-4EDF-9F80-0AC3F06CF307}" srcOrd="0" destOrd="0" presId="urn:microsoft.com/office/officeart/2005/8/layout/vList2"/>
    <dgm:cxn modelId="{6A809A53-6CA0-4546-9208-2CB6AF0ED86D}" type="presOf" srcId="{203DD885-3369-4389-8412-EF93F514564F}" destId="{56DE3C4D-1F30-461C-AB51-9DAFDC61E9CC}" srcOrd="0" destOrd="0" presId="urn:microsoft.com/office/officeart/2005/8/layout/vList2"/>
    <dgm:cxn modelId="{A1F12286-1A96-4D4E-9E52-E12BD78708DC}" srcId="{203DD885-3369-4389-8412-EF93F514564F}" destId="{84A5B29C-579F-46DA-ADBA-CBC89A23B883}" srcOrd="0" destOrd="0" parTransId="{4DDEFCB3-F3AE-487B-A2FD-552E1EB63817}" sibTransId="{82F50880-3578-449D-AAF4-B93BD8C072CB}"/>
    <dgm:cxn modelId="{6EA716B0-4E3E-4F48-AD63-FD789EBFB528}" type="presOf" srcId="{2E59C60D-EB68-402C-A341-A6B36F2C02BD}" destId="{C2D9913E-1656-4A64-81EA-3C9B14A9B5A3}" srcOrd="0" destOrd="0" presId="urn:microsoft.com/office/officeart/2005/8/layout/vList2"/>
    <dgm:cxn modelId="{F34760C5-DACE-4896-86A2-7266BC0481BF}" srcId="{27F8C623-F653-476D-98EC-5370B79E4A14}" destId="{CC0FE443-6B7D-4B4C-9B33-6335FF6C79FB}" srcOrd="3" destOrd="0" parTransId="{572F1998-5F45-46D2-AC8D-0B0EEE5F0C97}" sibTransId="{DAF829E0-B36A-47A1-B161-3C7FEDFC7EF3}"/>
    <dgm:cxn modelId="{CB11B9CF-FFA8-4D29-B766-7AEA12122BDD}" srcId="{2E59C60D-EB68-402C-A341-A6B36F2C02BD}" destId="{BF2504AB-AD48-4322-9678-A49237D26B29}" srcOrd="0" destOrd="0" parTransId="{CF52632E-AD64-41C2-95C6-0DA81D2F9D40}" sibTransId="{DA02D004-2AFE-40BC-95DE-C42AE284CB8F}"/>
    <dgm:cxn modelId="{6C5CF8D4-902A-44AD-8E20-E427EC816E57}" srcId="{27F8C623-F653-476D-98EC-5370B79E4A14}" destId="{D8784F0E-4DAC-41A3-8473-C5ED5A936611}" srcOrd="1" destOrd="0" parTransId="{6DA00BD3-BA30-4E5E-9652-85FAC4DA2831}" sibTransId="{4907B8CF-A3DE-4616-B370-401A4DE09805}"/>
    <dgm:cxn modelId="{86079DF0-3B5F-405F-9382-0B5F097EF331}" type="presOf" srcId="{BF2504AB-AD48-4322-9678-A49237D26B29}" destId="{05E0B90F-10BE-47F1-9C2B-A048587372D5}" srcOrd="0" destOrd="0" presId="urn:microsoft.com/office/officeart/2005/8/layout/vList2"/>
    <dgm:cxn modelId="{45573132-AA04-4A59-9CB8-828B71A1E535}" type="presParOf" srcId="{C2D9913E-1656-4A64-81EA-3C9B14A9B5A3}" destId="{05E0B90F-10BE-47F1-9C2B-A048587372D5}" srcOrd="0" destOrd="0" presId="urn:microsoft.com/office/officeart/2005/8/layout/vList2"/>
    <dgm:cxn modelId="{71F59D92-27C3-4291-8226-A19AC95E5A3E}" type="presParOf" srcId="{C2D9913E-1656-4A64-81EA-3C9B14A9B5A3}" destId="{2BFA62BF-75BD-462F-BE4E-A984A76F25CA}" srcOrd="1" destOrd="0" presId="urn:microsoft.com/office/officeart/2005/8/layout/vList2"/>
    <dgm:cxn modelId="{07A97EF8-7C98-41AC-86A2-E526D1E752C7}" type="presParOf" srcId="{C2D9913E-1656-4A64-81EA-3C9B14A9B5A3}" destId="{56DE3C4D-1F30-461C-AB51-9DAFDC61E9CC}" srcOrd="2" destOrd="0" presId="urn:microsoft.com/office/officeart/2005/8/layout/vList2"/>
    <dgm:cxn modelId="{DAB426F3-0DCF-4DE7-8E71-761CFDC00E14}" type="presParOf" srcId="{C2D9913E-1656-4A64-81EA-3C9B14A9B5A3}" destId="{87710817-E6DD-41BD-A90B-EDCE01E18C92}" srcOrd="3" destOrd="0" presId="urn:microsoft.com/office/officeart/2005/8/layout/vList2"/>
    <dgm:cxn modelId="{808321B4-165A-4F08-88E0-6C159B14124B}" type="presParOf" srcId="{C2D9913E-1656-4A64-81EA-3C9B14A9B5A3}" destId="{92226E35-467D-4EDF-9F80-0AC3F06CF307}" srcOrd="4" destOrd="0" presId="urn:microsoft.com/office/officeart/2005/8/layout/vList2"/>
    <dgm:cxn modelId="{4226581A-2E62-43A6-9C11-B7461E911147}" type="presParOf" srcId="{C2D9913E-1656-4A64-81EA-3C9B14A9B5A3}" destId="{C424D1DB-52CB-4CDD-B6BF-AEE16499E616}" srcOrd="5" destOrd="0" presId="urn:microsoft.com/office/officeart/2005/8/layout/vList2"/>
    <dgm:cxn modelId="{121B5581-4BCE-48FE-93C7-35CEB7EB81F2}" type="presParOf" srcId="{C2D9913E-1656-4A64-81EA-3C9B14A9B5A3}" destId="{4A2B952A-5037-4BA1-8FF3-6CF8B7EF34A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262DB-7D38-4DC0-AEF5-E52DBD741889}">
      <dsp:nvSpPr>
        <dsp:cNvPr id="0" name=""/>
        <dsp:cNvSpPr/>
      </dsp:nvSpPr>
      <dsp:spPr>
        <a:xfrm>
          <a:off x="822736" y="1152172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C9427-C589-40AF-97ED-D6BF0C93E83D}">
      <dsp:nvSpPr>
        <dsp:cNvPr id="0" name=""/>
        <dsp:cNvSpPr/>
      </dsp:nvSpPr>
      <dsp:spPr>
        <a:xfrm>
          <a:off x="506867" y="2063223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Profitability</a:t>
          </a:r>
        </a:p>
      </dsp:txBody>
      <dsp:txXfrm>
        <a:off x="506867" y="2063223"/>
        <a:ext cx="2320312" cy="348046"/>
      </dsp:txXfrm>
    </dsp:sp>
    <dsp:sp modelId="{F7B9E190-B9D3-4EE3-828F-0AB2A736AD93}">
      <dsp:nvSpPr>
        <dsp:cNvPr id="0" name=""/>
        <dsp:cNvSpPr/>
      </dsp:nvSpPr>
      <dsp:spPr>
        <a:xfrm>
          <a:off x="32524" y="2523772"/>
          <a:ext cx="2189218" cy="929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ROE: </a:t>
          </a:r>
          <a:r>
            <a:rPr lang="en-US" sz="1600" b="1" kern="1200"/>
            <a:t>14%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ROIC:</a:t>
          </a:r>
          <a:r>
            <a:rPr lang="en-US" sz="1600" b="1" kern="1200"/>
            <a:t>13,9%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EBITDA-margin: </a:t>
          </a:r>
          <a:r>
            <a:rPr lang="en-US" sz="1600" b="1" kern="1200"/>
            <a:t>62%</a:t>
          </a:r>
        </a:p>
      </dsp:txBody>
      <dsp:txXfrm>
        <a:off x="32524" y="2523772"/>
        <a:ext cx="2189218" cy="929038"/>
      </dsp:txXfrm>
    </dsp:sp>
    <dsp:sp modelId="{AF61C840-7C20-4E38-B758-6AEF4E8B228D}">
      <dsp:nvSpPr>
        <dsp:cNvPr id="0" name=""/>
        <dsp:cNvSpPr/>
      </dsp:nvSpPr>
      <dsp:spPr>
        <a:xfrm>
          <a:off x="3185976" y="1165127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6A2BF-011A-4F3F-9C5B-BEA68F58ACBE}">
      <dsp:nvSpPr>
        <dsp:cNvPr id="0" name=""/>
        <dsp:cNvSpPr/>
      </dsp:nvSpPr>
      <dsp:spPr>
        <a:xfrm>
          <a:off x="2422795" y="2054262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Liquidity</a:t>
          </a:r>
        </a:p>
      </dsp:txBody>
      <dsp:txXfrm>
        <a:off x="2422795" y="2054262"/>
        <a:ext cx="2320312" cy="348046"/>
      </dsp:txXfrm>
    </dsp:sp>
    <dsp:sp modelId="{63E7AED9-F2B6-4E98-B48C-F94306A2C5DB}">
      <dsp:nvSpPr>
        <dsp:cNvPr id="0" name=""/>
        <dsp:cNvSpPr/>
      </dsp:nvSpPr>
      <dsp:spPr>
        <a:xfrm>
          <a:off x="2450987" y="2471020"/>
          <a:ext cx="2320312" cy="776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Current ratio: </a:t>
          </a:r>
          <a:r>
            <a:rPr lang="en-US" sz="1600" b="1" kern="1200"/>
            <a:t>1,72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Quick ratio: </a:t>
          </a:r>
          <a:r>
            <a:rPr lang="en-US" sz="1600" b="1" kern="1200"/>
            <a:t>1,33</a:t>
          </a:r>
        </a:p>
      </dsp:txBody>
      <dsp:txXfrm>
        <a:off x="2450987" y="2471020"/>
        <a:ext cx="2320312" cy="776714"/>
      </dsp:txXfrm>
    </dsp:sp>
    <dsp:sp modelId="{5B61C879-50E9-4190-BCBF-CF80DD68AF2A}">
      <dsp:nvSpPr>
        <dsp:cNvPr id="0" name=""/>
        <dsp:cNvSpPr/>
      </dsp:nvSpPr>
      <dsp:spPr>
        <a:xfrm>
          <a:off x="5583488" y="1142826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377EC-EBD6-4C6E-9B8B-D2CFC7C8201F}">
      <dsp:nvSpPr>
        <dsp:cNvPr id="0" name=""/>
        <dsp:cNvSpPr/>
      </dsp:nvSpPr>
      <dsp:spPr>
        <a:xfrm>
          <a:off x="5460827" y="204311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Solvency</a:t>
          </a:r>
        </a:p>
      </dsp:txBody>
      <dsp:txXfrm>
        <a:off x="5460827" y="2043114"/>
        <a:ext cx="2320312" cy="348046"/>
      </dsp:txXfrm>
    </dsp:sp>
    <dsp:sp modelId="{957E3FFD-183E-4BB5-8899-FA37D15B1D7A}">
      <dsp:nvSpPr>
        <dsp:cNvPr id="0" name=""/>
        <dsp:cNvSpPr/>
      </dsp:nvSpPr>
      <dsp:spPr>
        <a:xfrm>
          <a:off x="5305637" y="2432503"/>
          <a:ext cx="1355704" cy="776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Debt to equity: </a:t>
          </a:r>
          <a:r>
            <a:rPr lang="en-US" sz="1600" b="1" kern="1200"/>
            <a:t>0,07</a:t>
          </a:r>
        </a:p>
      </dsp:txBody>
      <dsp:txXfrm>
        <a:off x="5305637" y="2432503"/>
        <a:ext cx="1355704" cy="776714"/>
      </dsp:txXfrm>
    </dsp:sp>
    <dsp:sp modelId="{7A43D112-0667-4E20-B340-4C850F92D9BA}">
      <dsp:nvSpPr>
        <dsp:cNvPr id="0" name=""/>
        <dsp:cNvSpPr/>
      </dsp:nvSpPr>
      <dsp:spPr>
        <a:xfrm>
          <a:off x="8187194" y="1142119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00DCE-3076-4BF2-88D3-18FD7E6FC7EB}">
      <dsp:nvSpPr>
        <dsp:cNvPr id="0" name=""/>
        <dsp:cNvSpPr/>
      </dsp:nvSpPr>
      <dsp:spPr>
        <a:xfrm>
          <a:off x="7418266" y="2043114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Shareholder return</a:t>
          </a:r>
        </a:p>
      </dsp:txBody>
      <dsp:txXfrm>
        <a:off x="7418266" y="2043114"/>
        <a:ext cx="2320312" cy="348046"/>
      </dsp:txXfrm>
    </dsp:sp>
    <dsp:sp modelId="{8A957CE5-9C3C-4BB7-8086-EF4B17DD556E}">
      <dsp:nvSpPr>
        <dsp:cNvPr id="0" name=""/>
        <dsp:cNvSpPr/>
      </dsp:nvSpPr>
      <dsp:spPr>
        <a:xfrm>
          <a:off x="7476946" y="2432503"/>
          <a:ext cx="2320312" cy="776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TSR 5Y: </a:t>
          </a:r>
          <a:r>
            <a:rPr lang="en-US" sz="1600" kern="1200">
              <a:solidFill>
                <a:srgbClr val="00B050"/>
              </a:solidFill>
            </a:rPr>
            <a:t>+</a:t>
          </a:r>
          <a:r>
            <a:rPr lang="en-US" sz="1600" b="1" kern="1200">
              <a:solidFill>
                <a:srgbClr val="00B050"/>
              </a:solidFill>
            </a:rPr>
            <a:t>313,2%</a:t>
          </a:r>
          <a:br>
            <a:rPr lang="en-US" sz="1600" kern="1200">
              <a:solidFill>
                <a:srgbClr val="00B050"/>
              </a:solidFill>
            </a:rPr>
          </a:br>
          <a:r>
            <a:rPr lang="en-US" sz="1600" kern="1200"/>
            <a:t>TSR 10Y: </a:t>
          </a:r>
          <a:r>
            <a:rPr lang="en-US" sz="1600" kern="1200">
              <a:solidFill>
                <a:srgbClr val="00B050"/>
              </a:solidFill>
            </a:rPr>
            <a:t>+</a:t>
          </a:r>
          <a:r>
            <a:rPr lang="en-US" sz="1600" b="1" kern="1200">
              <a:solidFill>
                <a:srgbClr val="00B050"/>
              </a:solidFill>
            </a:rPr>
            <a:t>883,9%</a:t>
          </a:r>
          <a:br>
            <a:rPr lang="en-US" sz="1600" b="1" kern="1200">
              <a:solidFill>
                <a:srgbClr val="00B050"/>
              </a:solidFill>
            </a:rPr>
          </a:br>
          <a:r>
            <a:rPr lang="en-US" sz="16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TSR CAGR%: </a:t>
          </a:r>
          <a:r>
            <a:rPr lang="en-US" sz="1600" b="1" kern="1200">
              <a:solidFill>
                <a:srgbClr val="00B050"/>
              </a:solidFill>
              <a:latin typeface="Aptos" panose="02110004020202020204"/>
              <a:ea typeface="+mn-ea"/>
              <a:cs typeface="+mn-cs"/>
            </a:rPr>
            <a:t>+3</a:t>
          </a:r>
          <a:r>
            <a:rPr lang="en-BE" sz="1600" b="1" kern="1200">
              <a:solidFill>
                <a:srgbClr val="00B050"/>
              </a:solidFill>
              <a:latin typeface="Aptos" panose="02110004020202020204"/>
              <a:ea typeface="+mn-ea"/>
              <a:cs typeface="+mn-cs"/>
            </a:rPr>
            <a:t>4,8%</a:t>
          </a:r>
          <a:endParaRPr lang="en-US" sz="1600" b="1" kern="1200">
            <a:solidFill>
              <a:srgbClr val="00B050"/>
            </a:solidFill>
            <a:latin typeface="Aptos" panose="02110004020202020204"/>
            <a:ea typeface="+mn-ea"/>
            <a:cs typeface="+mn-cs"/>
          </a:endParaRPr>
        </a:p>
      </dsp:txBody>
      <dsp:txXfrm>
        <a:off x="7476946" y="2432503"/>
        <a:ext cx="2320312" cy="776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0B90F-10BE-47F1-9C2B-A048587372D5}">
      <dsp:nvSpPr>
        <dsp:cNvPr id="0" name=""/>
        <dsp:cNvSpPr/>
      </dsp:nvSpPr>
      <dsp:spPr>
        <a:xfrm>
          <a:off x="0" y="143252"/>
          <a:ext cx="6172199" cy="551655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/>
              </a:solidFill>
            </a:rPr>
            <a:t>Agnico Eagle Mines</a:t>
          </a:r>
        </a:p>
      </dsp:txBody>
      <dsp:txXfrm>
        <a:off x="26930" y="170182"/>
        <a:ext cx="6118339" cy="497795"/>
      </dsp:txXfrm>
    </dsp:sp>
    <dsp:sp modelId="{2BFA62BF-75BD-462F-BE4E-A984A76F25CA}">
      <dsp:nvSpPr>
        <dsp:cNvPr id="0" name=""/>
        <dsp:cNvSpPr/>
      </dsp:nvSpPr>
      <dsp:spPr>
        <a:xfrm>
          <a:off x="0" y="694907"/>
          <a:ext cx="6172199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Mature, top-quality assets, yet limited organic growth =&gt; less stability and yield </a:t>
          </a:r>
        </a:p>
      </dsp:txBody>
      <dsp:txXfrm>
        <a:off x="0" y="694907"/>
        <a:ext cx="6172199" cy="571320"/>
      </dsp:txXfrm>
    </dsp:sp>
    <dsp:sp modelId="{56DE3C4D-1F30-461C-AB51-9DAFDC61E9CC}">
      <dsp:nvSpPr>
        <dsp:cNvPr id="0" name=""/>
        <dsp:cNvSpPr/>
      </dsp:nvSpPr>
      <dsp:spPr>
        <a:xfrm>
          <a:off x="0" y="1266227"/>
          <a:ext cx="6172199" cy="551655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/>
              </a:solidFill>
            </a:rPr>
            <a:t>Kinross Gold</a:t>
          </a:r>
        </a:p>
      </dsp:txBody>
      <dsp:txXfrm>
        <a:off x="26930" y="1293157"/>
        <a:ext cx="6118339" cy="497795"/>
      </dsp:txXfrm>
    </dsp:sp>
    <dsp:sp modelId="{87710817-E6DD-41BD-A90B-EDCE01E18C92}">
      <dsp:nvSpPr>
        <dsp:cNvPr id="0" name=""/>
        <dsp:cNvSpPr/>
      </dsp:nvSpPr>
      <dsp:spPr>
        <a:xfrm>
          <a:off x="0" y="1817882"/>
          <a:ext cx="6172199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Geographic diversification but higher political risk (Mauritania, Chile, Brazil)</a:t>
          </a:r>
        </a:p>
      </dsp:txBody>
      <dsp:txXfrm>
        <a:off x="0" y="1817882"/>
        <a:ext cx="6172199" cy="571320"/>
      </dsp:txXfrm>
    </dsp:sp>
    <dsp:sp modelId="{92226E35-467D-4EDF-9F80-0AC3F06CF307}">
      <dsp:nvSpPr>
        <dsp:cNvPr id="0" name=""/>
        <dsp:cNvSpPr/>
      </dsp:nvSpPr>
      <dsp:spPr>
        <a:xfrm>
          <a:off x="0" y="2389202"/>
          <a:ext cx="6172199" cy="551655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/>
              </a:solidFill>
            </a:rPr>
            <a:t>Newmont Corp</a:t>
          </a:r>
        </a:p>
      </dsp:txBody>
      <dsp:txXfrm>
        <a:off x="26930" y="2416132"/>
        <a:ext cx="6118339" cy="497795"/>
      </dsp:txXfrm>
    </dsp:sp>
    <dsp:sp modelId="{C424D1DB-52CB-4CDD-B6BF-AEE16499E616}">
      <dsp:nvSpPr>
        <dsp:cNvPr id="0" name=""/>
        <dsp:cNvSpPr/>
      </dsp:nvSpPr>
      <dsp:spPr>
        <a:xfrm>
          <a:off x="0" y="2940857"/>
          <a:ext cx="6172199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Dominates globally, yet behaves like a dividend utility now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Huge production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Slower growth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Exposed to cost inflation and complex jurisdictions.</a:t>
          </a:r>
        </a:p>
      </dsp:txBody>
      <dsp:txXfrm>
        <a:off x="0" y="2940857"/>
        <a:ext cx="6172199" cy="1237860"/>
      </dsp:txXfrm>
    </dsp:sp>
    <dsp:sp modelId="{4A2B952A-5037-4BA1-8FF3-6CF8B7EF34AB}">
      <dsp:nvSpPr>
        <dsp:cNvPr id="0" name=""/>
        <dsp:cNvSpPr/>
      </dsp:nvSpPr>
      <dsp:spPr>
        <a:xfrm>
          <a:off x="0" y="4178717"/>
          <a:ext cx="6172199" cy="551655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gold keeps rising =&gt; AGI most upside</a:t>
          </a:r>
        </a:p>
      </dsp:txBody>
      <dsp:txXfrm>
        <a:off x="26930" y="4205647"/>
        <a:ext cx="6118339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Its producing operations are mostly in </a:t>
            </a:r>
            <a:r>
              <a:rPr lang="en-US" b="1"/>
              <a:t>North America</a:t>
            </a:r>
            <a:r>
              <a:rPr lang="en-US"/>
              <a:t>, specifically:</a:t>
            </a:r>
          </a:p>
          <a:p>
            <a:r>
              <a:rPr lang="en-US" b="1"/>
              <a:t>Canada</a:t>
            </a:r>
            <a:r>
              <a:rPr lang="en-US"/>
              <a:t>: Northern Ontario (the “Island Gold District”, which includes the Island Gold Mine underground operation and now also the nearby </a:t>
            </a:r>
            <a:r>
              <a:rPr lang="en-US" err="1"/>
              <a:t>Magino</a:t>
            </a:r>
            <a:r>
              <a:rPr lang="en-US"/>
              <a:t> Mine open pit via acquisition). </a:t>
            </a:r>
            <a:r>
              <a:rPr lang="en-US" b="1"/>
              <a:t>Canada</a:t>
            </a:r>
            <a:r>
              <a:rPr lang="en-US"/>
              <a:t>: Also the Young‑Davidson Mine in northern Ontario. </a:t>
            </a:r>
          </a:p>
          <a:p>
            <a:r>
              <a:rPr lang="en-US" b="1"/>
              <a:t>Mexico</a:t>
            </a:r>
            <a:r>
              <a:rPr lang="en-US"/>
              <a:t>: The </a:t>
            </a:r>
            <a:r>
              <a:rPr lang="en-US" err="1"/>
              <a:t>Mulatos</a:t>
            </a:r>
            <a:r>
              <a:rPr lang="en-US"/>
              <a:t> Mine district in Sonora State (and also the satellite “La Yaqui Grande” within that district) are part of their portfolio. </a:t>
            </a:r>
          </a:p>
          <a:p>
            <a:r>
              <a:rPr lang="en-US"/>
              <a:t>Growth/development projects also include:</a:t>
            </a:r>
          </a:p>
          <a:p>
            <a:r>
              <a:rPr lang="en-US"/>
              <a:t>The Lynn Lake Project in Manitoba, Canada. </a:t>
            </a:r>
          </a:p>
          <a:p>
            <a:r>
              <a:rPr lang="en-US"/>
              <a:t>Expansion of the Island Gold/</a:t>
            </a:r>
            <a:r>
              <a:rPr lang="en-US" err="1"/>
              <a:t>Magino</a:t>
            </a:r>
            <a:r>
              <a:rPr lang="en-US"/>
              <a:t> district (Phase 3+). </a:t>
            </a:r>
          </a:p>
          <a:p>
            <a:r>
              <a:rPr lang="en-US" b="1"/>
              <a:t>Strategic importance</a:t>
            </a:r>
            <a:r>
              <a:rPr lang="en-US"/>
              <a:t>: Canada is a low-political-risk jurisdiction; the asset base in Canada supports a strong “safe jurisdiction” narrative.</a:t>
            </a:r>
          </a:p>
          <a:p>
            <a:r>
              <a:rPr lang="en-US"/>
              <a:t>Reserve growth: The 2024 Reserves and Resources report points to Island Gold as a key driver of reserve growth (reserves increased 32% to 2.3 million oz at Island Gold).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3397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B07F-2A4E-302A-5F19-32397591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18ADA-5CD4-FD21-6CE6-1D6358F86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E0E7D-EA0B-BFA3-B4F4-091815405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err="1"/>
              <a:t>Mulatos</a:t>
            </a:r>
            <a:r>
              <a:rPr lang="en-US"/>
              <a:t> Mine has been a long-established asset for Alamos (open pit heap leach + mill). </a:t>
            </a:r>
          </a:p>
          <a:p>
            <a:r>
              <a:rPr lang="en-US"/>
              <a:t>It, along with La Yaqui Grande (satellite deposit), forms the </a:t>
            </a:r>
            <a:r>
              <a:rPr lang="en-US" err="1"/>
              <a:t>Mulatos</a:t>
            </a:r>
            <a:r>
              <a:rPr lang="en-US"/>
              <a:t> District.</a:t>
            </a:r>
          </a:p>
          <a:p>
            <a:r>
              <a:rPr lang="en-US"/>
              <a:t>While solid, compared to the Island Gold/</a:t>
            </a:r>
            <a:r>
              <a:rPr lang="en-US" err="1"/>
              <a:t>Magino</a:t>
            </a:r>
            <a:r>
              <a:rPr lang="en-US"/>
              <a:t> combination, this asset appears less “strategic growth driver” (though still important).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46D43-FBEE-FD28-B8FA-CC84394F3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8218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015A6-6598-6972-4ABA-380CDE2B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C3279-2C9A-BD74-8E8B-07221FBED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E24FC-B67B-120C-157E-057845BD1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major Canadian underground mine with established production. </a:t>
            </a:r>
          </a:p>
          <a:p>
            <a:r>
              <a:rPr lang="en-US"/>
              <a:t>It supports Alamos’s Canadian production base but again appears less head-liner compared to Island Gold/</a:t>
            </a:r>
            <a:r>
              <a:rPr lang="en-US" err="1"/>
              <a:t>Magino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7881C-6F6A-E29D-3CC2-31B20BA9D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8607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558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13/11/2025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11/13/2025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613" y="1854201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Alamos gold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490" y="3944938"/>
            <a:ext cx="10491020" cy="1655762"/>
          </a:xfrm>
        </p:spPr>
        <p:txBody>
          <a:bodyPr anchor="b"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W. Pieters, Q. Nijs	2025-2026</a:t>
            </a: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85F7-5B72-68D5-FA97-F7BFF81D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nl-BE" sz="7200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Macro &amp; Industry</a:t>
            </a:r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261990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7312-D302-432D-8AA5-EA8B8042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B936-9737-20DF-6FE3-718645C3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Inflation</a:t>
            </a:r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 &amp; Interest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Rates</a:t>
            </a:r>
            <a:endParaRPr lang="en-US" err="1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4FF4C2-8F4A-C94B-3A2F-4F2BB554F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524" y="1848037"/>
            <a:ext cx="5264187" cy="3656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516824-109D-BBC5-CC03-D3712FFE7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556" y="1847850"/>
            <a:ext cx="3644153" cy="364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9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3311-C4E3-A395-B4E6-63C1CCD3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Inflation</a:t>
            </a:r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 &amp; Interest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Rates</a:t>
            </a:r>
            <a:endParaRPr lang="en-US" err="1"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5BD2-44DE-8C95-EA03-DA76F526D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VIC Macro van </a:t>
            </a:r>
            <a:r>
              <a:rPr lang="en-US" err="1"/>
              <a:t>vandaag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Spending bill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Dividend </a:t>
            </a:r>
            <a:r>
              <a:rPr lang="en-US" err="1"/>
              <a:t>tarrif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=&gt; </a:t>
            </a:r>
            <a:r>
              <a:rPr lang="en-US" err="1"/>
              <a:t>inflationair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1356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F6E0-5776-0784-4D6D-3EE79B3F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C59-5D73-8C06-F315-12ACAD9C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Real Interest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Rate</a:t>
            </a:r>
            <a:endParaRPr lang="en-US" err="1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FE1F7B-E3FA-9E4B-B4EB-A6EB4A0DC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8983"/>
            <a:ext cx="10515600" cy="386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5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5F76-FA37-E44C-7FC6-401A769B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D57E-083A-A27D-21D5-59999CB3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Real Interest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Rate</a:t>
            </a:r>
            <a:endParaRPr lang="en-US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54C5C-6F70-9D44-F234-DFF93E44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572746"/>
            <a:ext cx="43624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97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4D12-D379-C582-A020-4E69736B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5D71-ED3C-2A34-EAF7-78053EAF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Real Interest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Rate</a:t>
            </a:r>
            <a:endParaRPr lang="en-US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BA1BF4-6BA0-29CB-BD05-17622D48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1" y="2069127"/>
            <a:ext cx="9792163" cy="272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7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E2C6-D751-5FF5-12BC-3A70E670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08E3-9B8A-A77A-29D0-7C82DCA0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Foreign</a:t>
            </a:r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 Central Bank Holdings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B4222-3A5B-E14C-FD2B-5125A8BB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553" y="1715621"/>
            <a:ext cx="5809690" cy="389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5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3FBB-E485-47C0-2111-ECEF6C08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9F8D-EEAE-C6E7-C8B5-1DB9AD27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Dollar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4A2812-03CC-452F-38D2-97F37761D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70" y="1563221"/>
            <a:ext cx="6134661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0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8229-36B9-860A-28AD-E9AD519C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6108-7548-4F4D-13D3-85621C582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Gold Price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4A0EA-9EA6-3946-8E32-1943F0D73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735" y="1719972"/>
            <a:ext cx="7866531" cy="363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9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439A-29E5-3CF4-E2A0-90148363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A7E2-7083-C820-F26F-EC2DA335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Ratio Gold Price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to</a:t>
            </a:r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 SPY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F9352-4D09-BA4C-9F85-74F74FBEE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05" y="1855039"/>
            <a:ext cx="7978590" cy="369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54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7F31-0982-37A8-4A45-DC49ED85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Additional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B605D-DBCF-B0AC-A64B-0202F30D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Geopolitical tensions</a:t>
            </a:r>
          </a:p>
          <a:p>
            <a:r>
              <a:rPr lang="en-US"/>
              <a:t>Long-term trend of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Foreign central banks =&gt; de-dollarizing</a:t>
            </a:r>
          </a:p>
          <a:p>
            <a:r>
              <a:rPr lang="en-US"/>
              <a:t>U.S. =&gt; wants to fix trade deficit</a:t>
            </a:r>
          </a:p>
        </p:txBody>
      </p:sp>
    </p:spTree>
    <p:extLst>
      <p:ext uri="{BB962C8B-B14F-4D97-AF65-F5344CB8AC3E}">
        <p14:creationId xmlns:p14="http://schemas.microsoft.com/office/powerpoint/2010/main" val="1453636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5691-6D8C-3EA8-CCCF-D9CFE1C0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290F-A3B0-06E7-67EC-C02BCF2D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7200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Company-Specific</a:t>
            </a:r>
          </a:p>
        </p:txBody>
      </p:sp>
    </p:spTree>
    <p:extLst>
      <p:ext uri="{BB962C8B-B14F-4D97-AF65-F5344CB8AC3E}">
        <p14:creationId xmlns:p14="http://schemas.microsoft.com/office/powerpoint/2010/main" val="941140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Mid-tier Canadian gold producer</a:t>
            </a:r>
            <a:endParaRPr lang="en-BE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Founded 2003 via Alamos Minerals × National Gold merger</a:t>
            </a:r>
            <a:endParaRPr lang="en-BE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HQ Toronto | Mines in Canada and Mexico</a:t>
            </a:r>
            <a:endParaRPr lang="en-BE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Long-term production goal ≈ 900 k oz gold / yr </a:t>
            </a:r>
          </a:p>
          <a:p>
            <a:pPr lvl="1"/>
            <a:r>
              <a:rPr lang="en-US">
                <a:ea typeface="+mn-lt"/>
                <a:cs typeface="+mn-lt"/>
              </a:rPr>
              <a:t>(2024: 567k oz)</a:t>
            </a:r>
            <a:endParaRPr lang="en-BE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110E-B626-81A4-3D22-A6EAC488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6893-996A-293B-46CA-7C5FA1E0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History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E91E-30A4-CB2E-D89D-8B4E44C3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2003 – </a:t>
            </a:r>
            <a:r>
              <a:rPr lang="en-US" err="1">
                <a:ea typeface="+mn-lt"/>
                <a:cs typeface="+mn-lt"/>
              </a:rPr>
              <a:t>Mulatos</a:t>
            </a:r>
            <a:r>
              <a:rPr lang="en-US">
                <a:ea typeface="+mn-lt"/>
                <a:cs typeface="+mn-lt"/>
              </a:rPr>
              <a:t> deposit acquired (Sonora, MX)</a:t>
            </a:r>
            <a:endParaRPr lang="en-BE"/>
          </a:p>
          <a:p>
            <a:r>
              <a:rPr lang="en-US">
                <a:ea typeface="+mn-lt"/>
                <a:cs typeface="+mn-lt"/>
              </a:rPr>
              <a:t>2015 – Merged with </a:t>
            </a:r>
            <a:r>
              <a:rPr lang="en-US" err="1">
                <a:ea typeface="+mn-lt"/>
                <a:cs typeface="+mn-lt"/>
              </a:rPr>
              <a:t>AuRico</a:t>
            </a:r>
            <a:r>
              <a:rPr lang="en-US">
                <a:ea typeface="+mn-lt"/>
                <a:cs typeface="+mn-lt"/>
              </a:rPr>
              <a:t> Gold</a:t>
            </a:r>
            <a:endParaRPr lang="en-BE"/>
          </a:p>
          <a:p>
            <a:r>
              <a:rPr lang="en-US">
                <a:ea typeface="+mn-lt"/>
                <a:cs typeface="+mn-lt"/>
              </a:rPr>
              <a:t>2017 – Acquired Richmont Mines</a:t>
            </a:r>
            <a:endParaRPr lang="en-BE"/>
          </a:p>
          <a:p>
            <a:r>
              <a:rPr lang="en-US">
                <a:ea typeface="+mn-lt"/>
                <a:cs typeface="+mn-lt"/>
              </a:rPr>
              <a:t>Track record of acquisitions + organic development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7698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Management</a:t>
            </a:r>
            <a:endParaRPr lang="en-BE">
              <a:solidFill>
                <a:srgbClr val="244337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096"/>
            <a:ext cx="10515600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BE"/>
              <a:t>CEO &amp; Co-Founder: </a:t>
            </a:r>
            <a:r>
              <a:rPr lang="en-US">
                <a:ea typeface="+mn-lt"/>
                <a:cs typeface="+mn-lt"/>
              </a:rPr>
              <a:t>John McCluskey (since 2003)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Serves as a Director of the World Gold Council.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2023 Viola R. MacMillan Award: Recognized for leadership in developing the Island Gold mine. 2018 Murray </a:t>
            </a:r>
            <a:r>
              <a:rPr lang="en-US" err="1">
                <a:ea typeface="+mn-lt"/>
                <a:cs typeface="+mn-lt"/>
              </a:rPr>
              <a:t>Pezim</a:t>
            </a:r>
            <a:r>
              <a:rPr lang="en-US">
                <a:ea typeface="+mn-lt"/>
                <a:cs typeface="+mn-lt"/>
              </a:rPr>
              <a:t> Award: Honored for financing and exploration success at </a:t>
            </a:r>
            <a:r>
              <a:rPr lang="en-US" err="1">
                <a:ea typeface="+mn-lt"/>
                <a:cs typeface="+mn-lt"/>
              </a:rPr>
              <a:t>Mulatos</a:t>
            </a:r>
            <a:r>
              <a:rPr lang="en-US">
                <a:ea typeface="+mn-lt"/>
                <a:cs typeface="+mn-lt"/>
              </a:rPr>
              <a:t>. 2012 EY Entrepreneur of the Year: Awarded for vision, leadership, and entrepreneurial spirit.</a:t>
            </a:r>
          </a:p>
          <a:p>
            <a:r>
              <a:rPr lang="en-US">
                <a:ea typeface="+mn-lt"/>
                <a:cs typeface="+mn-lt"/>
              </a:rPr>
              <a:t>CFO: Greg Fisher (joined in 2010; CFO since 2023)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Alternate Director of the World Gold Council.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Nearly 20 years of mining experience, including as a Senior Manager at KPMG.</a:t>
            </a:r>
          </a:p>
          <a:p>
            <a:r>
              <a:rPr lang="en-US">
                <a:ea typeface="+mn-lt"/>
                <a:cs typeface="+mn-lt"/>
              </a:rPr>
              <a:t>COO: Luc Guimond (</a:t>
            </a:r>
            <a:r>
              <a:rPr lang="en-US" sz="2400">
                <a:ea typeface="+mn-lt"/>
                <a:cs typeface="+mn-lt"/>
              </a:rPr>
              <a:t>since 2022)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Earlier roles include Project Manager at Northgate Minerals and senior positions at Noranda, Hemlo Gold, Battle Mountain Gold, and Newmont.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Bachelor of Applied Science in Mining Engineering from Queen’s University; graduate of Haileybury School of Mines; licensed Professional Engineer in Ontario.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1014-0988-D6DF-CFB1-35D6350F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729D-3363-F8EA-3B3D-0EDAF032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Hedging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604FF-E3A9-B542-D022-A16BD92D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Current Hedge Position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~150,000 oz hedged in total: 100 k oz (2026) + 50 k oz (2027)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Fixed forward price ≈ US $1,821 / oz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Unhedged Exposure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2025 production guidance: ≈ 575 k oz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&lt; 15 % of annual production hedged → ≈ 85–90 % fully exposed to spot gold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Implications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High leverage to gold price movements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Strategy shift since 2024 to unwind hedge book and maximize exposure to higher prices</a:t>
            </a:r>
          </a:p>
        </p:txBody>
      </p:sp>
    </p:spTree>
    <p:extLst>
      <p:ext uri="{BB962C8B-B14F-4D97-AF65-F5344CB8AC3E}">
        <p14:creationId xmlns:p14="http://schemas.microsoft.com/office/powerpoint/2010/main" val="3471710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E19A-646D-1666-1934-61F2AD02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1D97-35F6-9623-A796-96AFCA23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Main Activities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3E756-E222-4764-0CFA-455A13D2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Operates three producing gold mines</a:t>
            </a:r>
          </a:p>
          <a:p>
            <a:r>
              <a:rPr lang="en-US"/>
              <a:t>Engages in exploration for new gold deposits and the expansion of existing ones (near-mine and regional </a:t>
            </a:r>
            <a:r>
              <a:rPr lang="en-US" err="1"/>
              <a:t>programmes</a:t>
            </a:r>
            <a:r>
              <a:rPr lang="en-US"/>
              <a:t>)</a:t>
            </a:r>
          </a:p>
          <a:p>
            <a:r>
              <a:rPr lang="en-US"/>
              <a:t>Develops growth projects (including major expansions of existing mines and development of new mines) to increase gold production and extend mine life. </a:t>
            </a:r>
          </a:p>
          <a:p>
            <a:r>
              <a:rPr lang="en-US"/>
              <a:t>Seeks strategic acquisitions to add assets and scale. </a:t>
            </a: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4005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F1F8-AC51-D782-FE90-D02933DC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93B5-1B48-95AA-42F2-D500E3C6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 anchor="ctr">
            <a:normAutofit/>
          </a:bodyPr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Actual</a:t>
            </a:r>
            <a:endParaRPr lang="en-US">
              <a:solidFill>
                <a:srgbClr val="244337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E5A55F-25C4-D08C-9BD7-224D33545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" r="8932" b="-3"/>
          <a:stretch>
            <a:fillRect/>
          </a:stretch>
        </p:blipFill>
        <p:spPr bwMode="auto">
          <a:xfrm>
            <a:off x="838200" y="1825625"/>
            <a:ext cx="4926980" cy="413751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1E0F-F531-D17E-7AAD-E2C42EA67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7844" y="1825625"/>
            <a:ext cx="5832088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/>
              <a:t>Northern Ontario (Canada):</a:t>
            </a:r>
          </a:p>
          <a:p>
            <a:r>
              <a:rPr lang="en-US"/>
              <a:t>Island Gold/</a:t>
            </a:r>
            <a:r>
              <a:rPr lang="en-US" err="1"/>
              <a:t>Magino</a:t>
            </a:r>
            <a:r>
              <a:rPr lang="en-US"/>
              <a:t> District</a:t>
            </a:r>
          </a:p>
          <a:p>
            <a:pPr lvl="1"/>
            <a:r>
              <a:rPr lang="en-US" sz="2800"/>
              <a:t>Underground &amp; open pit mines</a:t>
            </a:r>
          </a:p>
          <a:p>
            <a:pPr lvl="1"/>
            <a:r>
              <a:rPr lang="en-US" sz="2800"/>
              <a:t>High grade</a:t>
            </a:r>
          </a:p>
          <a:p>
            <a:pPr lvl="1"/>
            <a:r>
              <a:rPr lang="en-US" sz="2800"/>
              <a:t>20+ years to go</a:t>
            </a:r>
          </a:p>
        </p:txBody>
      </p:sp>
    </p:spTree>
    <p:extLst>
      <p:ext uri="{BB962C8B-B14F-4D97-AF65-F5344CB8AC3E}">
        <p14:creationId xmlns:p14="http://schemas.microsoft.com/office/powerpoint/2010/main" val="476039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5C0A-B7E4-6217-95D1-0DFBA7D6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798F-BB7B-39AB-C616-B1CCA2E0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 anchor="ctr">
            <a:normAutofit/>
          </a:bodyPr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Actual</a:t>
            </a:r>
            <a:endParaRPr lang="en-US">
              <a:solidFill>
                <a:srgbClr val="244337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FC991-5172-05AF-CC06-D31D50A9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7843" y="1825625"/>
            <a:ext cx="6304157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err="1"/>
              <a:t>Mulatos</a:t>
            </a:r>
            <a:r>
              <a:rPr lang="en-US" sz="3200"/>
              <a:t> District (Sonora, Mexico):</a:t>
            </a:r>
          </a:p>
          <a:p>
            <a:r>
              <a:rPr lang="en-US" err="1"/>
              <a:t>Mulatos</a:t>
            </a:r>
            <a:r>
              <a:rPr lang="en-US"/>
              <a:t> Mine (open pit &amp; mill)</a:t>
            </a:r>
          </a:p>
          <a:p>
            <a:r>
              <a:rPr lang="en-US"/>
              <a:t>La Yaqui Grande (satellite depo.)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CB3756B-8320-733B-C5A4-8285168A2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0" r="15931"/>
          <a:stretch>
            <a:fillRect/>
          </a:stretch>
        </p:blipFill>
        <p:spPr bwMode="auto">
          <a:xfrm>
            <a:off x="838200" y="1480093"/>
            <a:ext cx="4705816" cy="451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53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5DF9-D001-40FD-073B-EBC584E1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2B14-6AB8-D38C-F231-C2B677BF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 anchor="ctr">
            <a:normAutofit/>
          </a:bodyPr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Actual</a:t>
            </a:r>
            <a:endParaRPr lang="en-US">
              <a:solidFill>
                <a:srgbClr val="244337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FD244-245F-4808-B84A-7005AA772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7843" y="1825625"/>
            <a:ext cx="6304157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/>
              <a:t>Young Davidson Mine (Canada):</a:t>
            </a:r>
          </a:p>
        </p:txBody>
      </p:sp>
      <p:pic>
        <p:nvPicPr>
          <p:cNvPr id="4098" name="Picture 2" descr="Alamos Gold - Young-Davidson Mine Canada">
            <a:extLst>
              <a:ext uri="{FF2B5EF4-FFF2-40B4-BE49-F238E27FC236}">
                <a16:creationId xmlns:a16="http://schemas.microsoft.com/office/drawing/2014/main" id="{66665D61-697C-EA0C-790C-DFDBFD60A3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1" r="23458"/>
          <a:stretch>
            <a:fillRect/>
          </a:stretch>
        </p:blipFill>
        <p:spPr bwMode="auto">
          <a:xfrm>
            <a:off x="960863" y="1478702"/>
            <a:ext cx="4637049" cy="456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735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153C-6769-2F85-613E-F2F621DF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4CF5-A49B-4DE8-9A16-B3C85F8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Projects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C15E5-DF9C-37B8-1B14-F35B978C3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Operating Mines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Island Gold (ON, CA) – High-grade underground mine 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Phase 3+ expansion: on time: reducing costs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Young-Davidson (ON, CA) – Large underground, stable output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Mulatos</a:t>
            </a:r>
            <a:r>
              <a:rPr lang="en-US">
                <a:ea typeface="+mn-lt"/>
                <a:cs typeface="+mn-lt"/>
              </a:rPr>
              <a:t> (MX) – Flagship open-pit, heap-leach operation</a:t>
            </a:r>
            <a:endParaRPr lang="en-BE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Combined output </a:t>
            </a:r>
            <a:r>
              <a:rPr lang="en-US">
                <a:ea typeface="+mn-lt"/>
                <a:cs typeface="+mn-lt"/>
              </a:rPr>
              <a:t>≈ 500–600 k oz/yr</a:t>
            </a:r>
          </a:p>
          <a:p>
            <a:r>
              <a:rPr lang="en-US"/>
              <a:t>Growth Pipeline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Lynn Lake (MB, CA) – Next development phase (2026–27 target)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Quartz Mountain (US) – Early stage permitting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Turkish projects – Licensing disputes paused operations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68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B666142-8823-2FF7-92D3-A3B2D91DC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626955"/>
              </p:ext>
            </p:extLst>
          </p:nvPr>
        </p:nvGraphicFramePr>
        <p:xfrm>
          <a:off x="838200" y="1511861"/>
          <a:ext cx="10559693" cy="387096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466547">
                  <a:extLst>
                    <a:ext uri="{9D8B030D-6E8A-4147-A177-3AD203B41FA5}">
                      <a16:colId xmlns:a16="http://schemas.microsoft.com/office/drawing/2014/main" val="404907024"/>
                    </a:ext>
                  </a:extLst>
                </a:gridCol>
                <a:gridCol w="801308">
                  <a:extLst>
                    <a:ext uri="{9D8B030D-6E8A-4147-A177-3AD203B41FA5}">
                      <a16:colId xmlns:a16="http://schemas.microsoft.com/office/drawing/2014/main" val="2491783257"/>
                    </a:ext>
                  </a:extLst>
                </a:gridCol>
                <a:gridCol w="710595">
                  <a:extLst>
                    <a:ext uri="{9D8B030D-6E8A-4147-A177-3AD203B41FA5}">
                      <a16:colId xmlns:a16="http://schemas.microsoft.com/office/drawing/2014/main" val="172627510"/>
                    </a:ext>
                  </a:extLst>
                </a:gridCol>
                <a:gridCol w="728252">
                  <a:extLst>
                    <a:ext uri="{9D8B030D-6E8A-4147-A177-3AD203B41FA5}">
                      <a16:colId xmlns:a16="http://schemas.microsoft.com/office/drawing/2014/main" val="1485030673"/>
                    </a:ext>
                  </a:extLst>
                </a:gridCol>
                <a:gridCol w="846663">
                  <a:extLst>
                    <a:ext uri="{9D8B030D-6E8A-4147-A177-3AD203B41FA5}">
                      <a16:colId xmlns:a16="http://schemas.microsoft.com/office/drawing/2014/main" val="630240664"/>
                    </a:ext>
                  </a:extLst>
                </a:gridCol>
                <a:gridCol w="892023">
                  <a:extLst>
                    <a:ext uri="{9D8B030D-6E8A-4147-A177-3AD203B41FA5}">
                      <a16:colId xmlns:a16="http://schemas.microsoft.com/office/drawing/2014/main" val="3259810345"/>
                    </a:ext>
                  </a:extLst>
                </a:gridCol>
                <a:gridCol w="892023">
                  <a:extLst>
                    <a:ext uri="{9D8B030D-6E8A-4147-A177-3AD203B41FA5}">
                      <a16:colId xmlns:a16="http://schemas.microsoft.com/office/drawing/2014/main" val="3258603918"/>
                    </a:ext>
                  </a:extLst>
                </a:gridCol>
                <a:gridCol w="831547">
                  <a:extLst>
                    <a:ext uri="{9D8B030D-6E8A-4147-A177-3AD203B41FA5}">
                      <a16:colId xmlns:a16="http://schemas.microsoft.com/office/drawing/2014/main" val="3645809202"/>
                    </a:ext>
                  </a:extLst>
                </a:gridCol>
                <a:gridCol w="846662">
                  <a:extLst>
                    <a:ext uri="{9D8B030D-6E8A-4147-A177-3AD203B41FA5}">
                      <a16:colId xmlns:a16="http://schemas.microsoft.com/office/drawing/2014/main" val="3191697568"/>
                    </a:ext>
                  </a:extLst>
                </a:gridCol>
                <a:gridCol w="816428">
                  <a:extLst>
                    <a:ext uri="{9D8B030D-6E8A-4147-A177-3AD203B41FA5}">
                      <a16:colId xmlns:a16="http://schemas.microsoft.com/office/drawing/2014/main" val="770059333"/>
                    </a:ext>
                  </a:extLst>
                </a:gridCol>
                <a:gridCol w="854532">
                  <a:extLst>
                    <a:ext uri="{9D8B030D-6E8A-4147-A177-3AD203B41FA5}">
                      <a16:colId xmlns:a16="http://schemas.microsoft.com/office/drawing/2014/main" val="3425584615"/>
                    </a:ext>
                  </a:extLst>
                </a:gridCol>
                <a:gridCol w="873113">
                  <a:extLst>
                    <a:ext uri="{9D8B030D-6E8A-4147-A177-3AD203B41FA5}">
                      <a16:colId xmlns:a16="http://schemas.microsoft.com/office/drawing/2014/main" val="93027271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/>
                </a:tc>
                <a:tc gridSpan="4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2023</a:t>
                      </a: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2024</a:t>
                      </a: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2025</a:t>
                      </a: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192849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Quarter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Q1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Q3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853483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EPS Reported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0,24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0,25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0,14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0,34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0,37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306797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EPS Growth YoY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8%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60%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36%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108%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8%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42%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95%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862612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Revenue Reported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252</a:t>
                      </a:r>
                      <a:endParaRPr lang="en-US"/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261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256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255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278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333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361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376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333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438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462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1436674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Revenue Growth YoY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10%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27%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41%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48%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20%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32%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28%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3174912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Margin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19%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29%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15%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19%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15%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21%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23%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23%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5%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36%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60%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8556973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b="1">
                          <a:effectLst/>
                        </a:rPr>
                        <a:t>Margin improvement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-4pp</a:t>
                      </a:r>
                      <a:endParaRPr lang="en-US"/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-8pp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8pp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5pp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-11pp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15pp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36pp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9013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41D0-89D8-2F71-1C5C-FCBA8ADD1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C49A-289C-02D8-3A61-E67ABDC7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 anchor="ctr">
            <a:normAutofit/>
          </a:bodyPr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US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647829A-5EDF-1BB1-F264-2DA32C6F7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197446"/>
              </p:ext>
            </p:extLst>
          </p:nvPr>
        </p:nvGraphicFramePr>
        <p:xfrm>
          <a:off x="838200" y="145763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995FBEC-5EFB-247A-5892-7C7E7C2F615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4907" y="2352470"/>
            <a:ext cx="10604060" cy="255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68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706870"/>
            <a:ext cx="3932237" cy="561109"/>
          </a:xfrm>
        </p:spPr>
        <p:txBody>
          <a:bodyPr anchor="b">
            <a:normAutofit fontScale="90000"/>
          </a:bodyPr>
          <a:lstStyle/>
          <a:p>
            <a:r>
              <a:rPr lang="nl-BE" sz="4400">
                <a:solidFill>
                  <a:srgbClr val="244337"/>
                </a:solidFill>
                <a:latin typeface="Lato Black" panose="020F0A02020204030203" pitchFamily="34" charset="0"/>
              </a:rPr>
              <a:t>Peers</a:t>
            </a:r>
            <a:endParaRPr lang="en-BE" sz="440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F69D2B-24B5-F8FB-4D33-BAAF129A6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183136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 descr="A large yellow truck in a quarry&#10;&#10;AI-generated content may be incorrect.">
            <a:extLst>
              <a:ext uri="{FF2B5EF4-FFF2-40B4-BE49-F238E27FC236}">
                <a16:creationId xmlns:a16="http://schemas.microsoft.com/office/drawing/2014/main" id="{E959D278-AA3F-F4AC-3774-999EC10C41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8" r="10218"/>
          <a:stretch>
            <a:fillRect/>
          </a:stretch>
        </p:blipFill>
        <p:spPr>
          <a:xfrm>
            <a:off x="1122421" y="2148840"/>
            <a:ext cx="2996311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26D9-5E51-5325-9485-94F206905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7390"/>
                <a:ext cx="10515600" cy="4351338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4000" b="1"/>
                  <a:t>40 stocks *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4000" b="1"/>
                  <a:t>48 CAD (market order)</a:t>
                </a:r>
                <a:endParaRPr lang="en-US" sz="4000" b="1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4000" b="1"/>
                  <a:t>1920CAD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4000" b="1"/>
                  <a:t>€</a:t>
                </a:r>
                <a:r>
                  <a:rPr lang="en-BE" sz="4000" b="1"/>
                  <a:t> 1183</a:t>
                </a:r>
                <a:r>
                  <a:rPr lang="en-US" sz="4000" b="1"/>
                  <a:t>,1</a:t>
                </a:r>
                <a:r>
                  <a:rPr lang="en-BE" sz="4000" b="1"/>
                  <a:t>8</a:t>
                </a:r>
                <a:endParaRPr lang="en-US" sz="4000" b="1"/>
              </a:p>
              <a:p>
                <a:pPr algn="ctr"/>
                <a:endParaRPr lang="en-US" sz="4000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26D9-5E51-5325-9485-94F206905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7390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BD6C5D-4773-475C-86FF-2D05E0593407}">
  <ds:schemaRefs>
    <ds:schemaRef ds:uri="8645f338-6b19-47dd-a9cd-521166d8a9c7"/>
    <ds:schemaRef ds:uri="bc1159ad-d26f-4422-9cd3-507dd7bb3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7040381-67DD-4FBC-ACE0-362DC6FCCAC6}">
  <ds:schemaRefs>
    <ds:schemaRef ds:uri="8645f338-6b19-47dd-a9cd-521166d8a9c7"/>
    <ds:schemaRef ds:uri="bc1159ad-d26f-4422-9cd3-507dd7bb3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Kantoorthema</vt:lpstr>
      <vt:lpstr>Custom Design</vt:lpstr>
      <vt:lpstr>Alamos gold</vt:lpstr>
      <vt:lpstr>Macro &amp; Industry</vt:lpstr>
      <vt:lpstr>Inflation &amp; Interest Rates</vt:lpstr>
      <vt:lpstr>Inflation &amp; Interest Rates</vt:lpstr>
      <vt:lpstr>Real Interest Rate</vt:lpstr>
      <vt:lpstr>Real Interest Rate</vt:lpstr>
      <vt:lpstr>Real Interest Rate</vt:lpstr>
      <vt:lpstr>Foreign Central Bank Holdings</vt:lpstr>
      <vt:lpstr>Dollar</vt:lpstr>
      <vt:lpstr>Gold Price</vt:lpstr>
      <vt:lpstr>Ratio Gold Price to SPY</vt:lpstr>
      <vt:lpstr>Additional</vt:lpstr>
      <vt:lpstr>Company-Specific</vt:lpstr>
      <vt:lpstr>Overview</vt:lpstr>
      <vt:lpstr>History</vt:lpstr>
      <vt:lpstr>Management</vt:lpstr>
      <vt:lpstr>Hedging</vt:lpstr>
      <vt:lpstr>Main Activities</vt:lpstr>
      <vt:lpstr>Actual</vt:lpstr>
      <vt:lpstr>Actual</vt:lpstr>
      <vt:lpstr>Actual</vt:lpstr>
      <vt:lpstr>Projects</vt:lpstr>
      <vt:lpstr>Financials</vt:lpstr>
      <vt:lpstr>Financials</vt:lpstr>
      <vt:lpstr>Peers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revision>1</cp:revision>
  <cp:lastPrinted>2024-07-16T07:40:55Z</cp:lastPrinted>
  <dcterms:created xsi:type="dcterms:W3CDTF">2024-07-09T18:43:59Z</dcterms:created>
  <dcterms:modified xsi:type="dcterms:W3CDTF">2025-11-13T19:18:15Z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